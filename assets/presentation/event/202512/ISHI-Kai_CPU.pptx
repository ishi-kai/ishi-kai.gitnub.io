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63" r:id="rId3"/>
    <p:sldId id="4838" r:id="rId4"/>
    <p:sldId id="4842" r:id="rId5"/>
    <p:sldId id="4614" r:id="rId6"/>
    <p:sldId id="4810" r:id="rId7"/>
    <p:sldId id="4766" r:id="rId8"/>
    <p:sldId id="4793" r:id="rId9"/>
    <p:sldId id="4794" r:id="rId10"/>
    <p:sldId id="4806" r:id="rId11"/>
    <p:sldId id="4807" r:id="rId12"/>
    <p:sldId id="4820" r:id="rId13"/>
    <p:sldId id="4817" r:id="rId14"/>
    <p:sldId id="4816" r:id="rId15"/>
    <p:sldId id="4841" r:id="rId16"/>
    <p:sldId id="4839" r:id="rId17"/>
    <p:sldId id="4790" r:id="rId18"/>
    <p:sldId id="4792" r:id="rId19"/>
    <p:sldId id="4840" r:id="rId20"/>
    <p:sldId id="261" r:id="rId21"/>
    <p:sldId id="316"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C04F15"/>
    <a:srgbClr val="F5718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61AF15-0F50-9446-B387-6FC5000A4007}" v="13" dt="2025-12-26T03:24:00.8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69" autoAdjust="0"/>
    <p:restoredTop sz="94684"/>
  </p:normalViewPr>
  <p:slideViewPr>
    <p:cSldViewPr snapToGrid="0">
      <p:cViewPr varScale="1">
        <p:scale>
          <a:sx n="51" d="100"/>
          <a:sy n="51" d="100"/>
        </p:scale>
        <p:origin x="1012"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342DA2C4-B094-4B86-9045-6AA34CD7B848}"/>
    <pc:docChg chg="custSel addSld modSld sldOrd">
      <pc:chgData name="Noritsuna Imamura" userId="5b2da16fa1785921" providerId="LiveId" clId="{342DA2C4-B094-4B86-9045-6AA34CD7B848}" dt="2025-12-26T10:49:01.574" v="64" actId="1036"/>
      <pc:docMkLst>
        <pc:docMk/>
      </pc:docMkLst>
      <pc:sldChg chg="add ord">
        <pc:chgData name="Noritsuna Imamura" userId="5b2da16fa1785921" providerId="LiveId" clId="{342DA2C4-B094-4B86-9045-6AA34CD7B848}" dt="2025-12-26T10:46:22.055" v="2"/>
        <pc:sldMkLst>
          <pc:docMk/>
          <pc:sldMk cId="969702039" sldId="4841"/>
        </pc:sldMkLst>
      </pc:sldChg>
      <pc:sldChg chg="modSp add mod ord">
        <pc:chgData name="Noritsuna Imamura" userId="5b2da16fa1785921" providerId="LiveId" clId="{342DA2C4-B094-4B86-9045-6AA34CD7B848}" dt="2025-12-26T10:49:01.574" v="64" actId="1036"/>
        <pc:sldMkLst>
          <pc:docMk/>
          <pc:sldMk cId="235824507" sldId="4842"/>
        </pc:sldMkLst>
        <pc:spChg chg="mod">
          <ac:chgData name="Noritsuna Imamura" userId="5b2da16fa1785921" providerId="LiveId" clId="{342DA2C4-B094-4B86-9045-6AA34CD7B848}" dt="2025-12-26T10:49:01.574" v="64" actId="1036"/>
          <ac:spMkLst>
            <pc:docMk/>
            <pc:sldMk cId="235824507" sldId="4842"/>
            <ac:spMk id="262" creationId="{788C5A74-1947-A817-977C-3CB109B61B85}"/>
          </ac:spMkLst>
        </pc:spChg>
        <pc:spChg chg="mod">
          <ac:chgData name="Noritsuna Imamura" userId="5b2da16fa1785921" providerId="LiveId" clId="{342DA2C4-B094-4B86-9045-6AA34CD7B848}" dt="2025-12-26T10:48:50.106" v="48" actId="14100"/>
          <ac:spMkLst>
            <pc:docMk/>
            <pc:sldMk cId="235824507" sldId="4842"/>
            <ac:spMk id="263" creationId="{20AA0004-FF9C-9A3C-A35A-EFF03D03CCAF}"/>
          </ac:spMkLst>
        </pc:spChg>
      </pc:sldChg>
    </pc:docChg>
  </pc:docChgLst>
  <pc:docChgLst>
    <pc:chgData name="Noritsuna Imamura" userId="5b2da16fa1785921" providerId="LiveId" clId="{33F32BBD-F384-5180-A48B-EBDC93943B01}"/>
    <pc:docChg chg="undo redo custSel addSld delSld modSld sldOrd">
      <pc:chgData name="Noritsuna Imamura" userId="5b2da16fa1785921" providerId="LiveId" clId="{33F32BBD-F384-5180-A48B-EBDC93943B01}" dt="2025-12-26T03:26:43.864" v="227" actId="20577"/>
      <pc:docMkLst>
        <pc:docMk/>
      </pc:docMkLst>
      <pc:sldChg chg="modSp mod">
        <pc:chgData name="Noritsuna Imamura" userId="5b2da16fa1785921" providerId="LiveId" clId="{33F32BBD-F384-5180-A48B-EBDC93943B01}" dt="2025-12-26T03:10:23.695" v="91" actId="404"/>
        <pc:sldMkLst>
          <pc:docMk/>
          <pc:sldMk cId="457667663" sldId="256"/>
        </pc:sldMkLst>
        <pc:spChg chg="mod">
          <ac:chgData name="Noritsuna Imamura" userId="5b2da16fa1785921" providerId="LiveId" clId="{33F32BBD-F384-5180-A48B-EBDC93943B01}" dt="2025-12-26T03:10:23.695" v="91" actId="404"/>
          <ac:spMkLst>
            <pc:docMk/>
            <pc:sldMk cId="457667663" sldId="256"/>
            <ac:spMk id="2" creationId="{F985B9EF-5891-44BD-296C-D3F4FB4314FA}"/>
          </ac:spMkLst>
        </pc:spChg>
      </pc:sldChg>
      <pc:sldChg chg="addSp delSp modSp add mod ord setBg delDesignElem">
        <pc:chgData name="Noritsuna Imamura" userId="5b2da16fa1785921" providerId="LiveId" clId="{33F32BBD-F384-5180-A48B-EBDC93943B01}" dt="2025-12-26T03:26:01.904" v="185" actId="403"/>
        <pc:sldMkLst>
          <pc:docMk/>
          <pc:sldMk cId="3681333138" sldId="261"/>
        </pc:sldMkLst>
        <pc:spChg chg="mod">
          <ac:chgData name="Noritsuna Imamura" userId="5b2da16fa1785921" providerId="LiveId" clId="{33F32BBD-F384-5180-A48B-EBDC93943B01}" dt="2025-12-26T03:24:46.611" v="166" actId="20577"/>
          <ac:spMkLst>
            <pc:docMk/>
            <pc:sldMk cId="3681333138" sldId="261"/>
            <ac:spMk id="2" creationId="{78F46E25-711C-4BA2-2495-FD243D6E9559}"/>
          </ac:spMkLst>
        </pc:spChg>
        <pc:spChg chg="mod ord">
          <ac:chgData name="Noritsuna Imamura" userId="5b2da16fa1785921" providerId="LiveId" clId="{33F32BBD-F384-5180-A48B-EBDC93943B01}" dt="2025-12-26T03:26:01.904" v="185" actId="403"/>
          <ac:spMkLst>
            <pc:docMk/>
            <pc:sldMk cId="3681333138" sldId="261"/>
            <ac:spMk id="3" creationId="{02EE36EE-DD64-FE09-542C-2B68D74A8154}"/>
          </ac:spMkLst>
        </pc:spChg>
        <pc:spChg chg="add del">
          <ac:chgData name="Noritsuna Imamura" userId="5b2da16fa1785921" providerId="LiveId" clId="{33F32BBD-F384-5180-A48B-EBDC93943B01}" dt="2025-12-26T03:24:32.801" v="163" actId="26606"/>
          <ac:spMkLst>
            <pc:docMk/>
            <pc:sldMk cId="3681333138" sldId="261"/>
            <ac:spMk id="4103" creationId="{EB708185-20C0-40F2-8F2D-8EB9E34B3C00}"/>
          </ac:spMkLst>
        </pc:spChg>
        <pc:spChg chg="add del">
          <ac:chgData name="Noritsuna Imamura" userId="5b2da16fa1785921" providerId="LiveId" clId="{33F32BBD-F384-5180-A48B-EBDC93943B01}" dt="2025-12-26T03:24:32.801" v="163" actId="26606"/>
          <ac:spMkLst>
            <pc:docMk/>
            <pc:sldMk cId="3681333138" sldId="261"/>
            <ac:spMk id="4109" creationId="{0DA909B4-15FF-46A6-8A7F-7AEF977FE9ED}"/>
          </ac:spMkLst>
        </pc:spChg>
        <pc:spChg chg="add del">
          <ac:chgData name="Noritsuna Imamura" userId="5b2da16fa1785921" providerId="LiveId" clId="{33F32BBD-F384-5180-A48B-EBDC93943B01}" dt="2025-12-26T03:24:32.801" v="163" actId="26606"/>
          <ac:spMkLst>
            <pc:docMk/>
            <pc:sldMk cId="3681333138" sldId="261"/>
            <ac:spMk id="4111" creationId="{1382A32C-5B0C-4B1C-A074-76C6DBCC9F87}"/>
          </ac:spMkLst>
        </pc:spChg>
        <pc:spChg chg="del">
          <ac:chgData name="Noritsuna Imamura" userId="5b2da16fa1785921" providerId="LiveId" clId="{33F32BBD-F384-5180-A48B-EBDC93943B01}" dt="2025-12-26T03:24:00.820" v="156"/>
          <ac:spMkLst>
            <pc:docMk/>
            <pc:sldMk cId="3681333138" sldId="261"/>
            <ac:spMk id="4113" creationId="{19C9EAEA-39D0-4B0E-A0EB-51E7B26740B1}"/>
          </ac:spMkLst>
        </pc:spChg>
        <pc:spChg chg="del">
          <ac:chgData name="Noritsuna Imamura" userId="5b2da16fa1785921" providerId="LiveId" clId="{33F32BBD-F384-5180-A48B-EBDC93943B01}" dt="2025-12-26T03:24:00.820" v="156"/>
          <ac:spMkLst>
            <pc:docMk/>
            <pc:sldMk cId="3681333138" sldId="261"/>
            <ac:spMk id="4115" creationId="{8CB5D2D7-DF65-4E86-BFBA-FFB9B5ACEB64}"/>
          </ac:spMkLst>
        </pc:spChg>
        <pc:spChg chg="add">
          <ac:chgData name="Noritsuna Imamura" userId="5b2da16fa1785921" providerId="LiveId" clId="{33F32BBD-F384-5180-A48B-EBDC93943B01}" dt="2025-12-26T03:24:32.801" v="163" actId="26606"/>
          <ac:spMkLst>
            <pc:docMk/>
            <pc:sldMk cId="3681333138" sldId="261"/>
            <ac:spMk id="4116" creationId="{5A0118C5-4F8D-4CF4-BADD-53FEACC6C42A}"/>
          </ac:spMkLst>
        </pc:spChg>
        <pc:spChg chg="del">
          <ac:chgData name="Noritsuna Imamura" userId="5b2da16fa1785921" providerId="LiveId" clId="{33F32BBD-F384-5180-A48B-EBDC93943B01}" dt="2025-12-26T03:24:00.820" v="156"/>
          <ac:spMkLst>
            <pc:docMk/>
            <pc:sldMk cId="3681333138" sldId="261"/>
            <ac:spMk id="4117" creationId="{AAAE94E3-A7DB-4868-B1E3-E49703488BBC}"/>
          </ac:spMkLst>
        </pc:spChg>
        <pc:spChg chg="del">
          <ac:chgData name="Noritsuna Imamura" userId="5b2da16fa1785921" providerId="LiveId" clId="{33F32BBD-F384-5180-A48B-EBDC93943B01}" dt="2025-12-26T03:24:00.820" v="156"/>
          <ac:spMkLst>
            <pc:docMk/>
            <pc:sldMk cId="3681333138" sldId="261"/>
            <ac:spMk id="4122" creationId="{3873B707-463F-40B0-8227-E8CC6C67EB25}"/>
          </ac:spMkLst>
        </pc:spChg>
        <pc:spChg chg="del">
          <ac:chgData name="Noritsuna Imamura" userId="5b2da16fa1785921" providerId="LiveId" clId="{33F32BBD-F384-5180-A48B-EBDC93943B01}" dt="2025-12-26T03:24:00.820" v="156"/>
          <ac:spMkLst>
            <pc:docMk/>
            <pc:sldMk cId="3681333138" sldId="261"/>
            <ac:spMk id="4124" creationId="{C13237C8-E62C-4F0D-A318-BD6FB6C2D138}"/>
          </ac:spMkLst>
        </pc:spChg>
        <pc:spChg chg="add">
          <ac:chgData name="Noritsuna Imamura" userId="5b2da16fa1785921" providerId="LiveId" clId="{33F32BBD-F384-5180-A48B-EBDC93943B01}" dt="2025-12-26T03:24:32.801" v="163" actId="26606"/>
          <ac:spMkLst>
            <pc:docMk/>
            <pc:sldMk cId="3681333138" sldId="261"/>
            <ac:spMk id="4126" creationId="{CAEBFCD5-5356-4326-8D39-8235A46CD7B2}"/>
          </ac:spMkLst>
        </pc:spChg>
        <pc:grpChg chg="add">
          <ac:chgData name="Noritsuna Imamura" userId="5b2da16fa1785921" providerId="LiveId" clId="{33F32BBD-F384-5180-A48B-EBDC93943B01}" dt="2025-12-26T03:24:14.342" v="158" actId="26606"/>
          <ac:grpSpMkLst>
            <pc:docMk/>
            <pc:sldMk cId="3681333138" sldId="261"/>
            <ac:grpSpMk id="4105" creationId="{19A6B5CE-CB1D-48EE-8B43-E952235C8371}"/>
          </ac:grpSpMkLst>
        </pc:grpChg>
        <pc:grpChg chg="del">
          <ac:chgData name="Noritsuna Imamura" userId="5b2da16fa1785921" providerId="LiveId" clId="{33F32BBD-F384-5180-A48B-EBDC93943B01}" dt="2025-12-26T03:24:00.820" v="156"/>
          <ac:grpSpMkLst>
            <pc:docMk/>
            <pc:sldMk cId="3681333138" sldId="261"/>
            <ac:grpSpMk id="4118" creationId="{1DE889C7-FAD6-4397-98E2-05D503484459}"/>
          </ac:grpSpMkLst>
        </pc:grpChg>
        <pc:picChg chg="mod">
          <ac:chgData name="Noritsuna Imamura" userId="5b2da16fa1785921" providerId="LiveId" clId="{33F32BBD-F384-5180-A48B-EBDC93943B01}" dt="2025-12-26T03:24:32.801" v="163" actId="26606"/>
          <ac:picMkLst>
            <pc:docMk/>
            <pc:sldMk cId="3681333138" sldId="261"/>
            <ac:picMk id="4" creationId="{F1DD62B9-768C-CC16-A77A-B068DCD0B552}"/>
          </ac:picMkLst>
        </pc:picChg>
        <pc:picChg chg="mod ord">
          <ac:chgData name="Noritsuna Imamura" userId="5b2da16fa1785921" providerId="LiveId" clId="{33F32BBD-F384-5180-A48B-EBDC93943B01}" dt="2025-12-26T03:24:32.801" v="163" actId="26606"/>
          <ac:picMkLst>
            <pc:docMk/>
            <pc:sldMk cId="3681333138" sldId="261"/>
            <ac:picMk id="218" creationId="{00000000-0000-0000-0000-000000000000}"/>
          </ac:picMkLst>
        </pc:picChg>
        <pc:picChg chg="mod ord">
          <ac:chgData name="Noritsuna Imamura" userId="5b2da16fa1785921" providerId="LiveId" clId="{33F32BBD-F384-5180-A48B-EBDC93943B01}" dt="2025-12-26T03:24:32.801" v="163" actId="26606"/>
          <ac:picMkLst>
            <pc:docMk/>
            <pc:sldMk cId="3681333138" sldId="261"/>
            <ac:picMk id="4098" creationId="{78F0DB0C-0D2B-52C0-1575-235EB75E9F7A}"/>
          </ac:picMkLst>
        </pc:picChg>
      </pc:sldChg>
      <pc:sldChg chg="addSp delSp modSp add mod delAnim modAnim">
        <pc:chgData name="Noritsuna Imamura" userId="5b2da16fa1785921" providerId="LiveId" clId="{33F32BBD-F384-5180-A48B-EBDC93943B01}" dt="2025-12-26T03:15:43.098" v="107"/>
        <pc:sldMkLst>
          <pc:docMk/>
          <pc:sldMk cId="2529434520" sldId="263"/>
        </pc:sldMkLst>
        <pc:spChg chg="del mod">
          <ac:chgData name="Noritsuna Imamura" userId="5b2da16fa1785921" providerId="LiveId" clId="{33F32BBD-F384-5180-A48B-EBDC93943B01}" dt="2025-12-26T03:11:32.115" v="100" actId="478"/>
          <ac:spMkLst>
            <pc:docMk/>
            <pc:sldMk cId="2529434520" sldId="263"/>
            <ac:spMk id="9" creationId="{6C48457A-E67A-8CAB-8F75-CD69A0D5A437}"/>
          </ac:spMkLst>
        </pc:spChg>
        <pc:picChg chg="add mod">
          <ac:chgData name="Noritsuna Imamura" userId="5b2da16fa1785921" providerId="LiveId" clId="{33F32BBD-F384-5180-A48B-EBDC93943B01}" dt="2025-12-26T03:15:00.815" v="105" actId="1076"/>
          <ac:picMkLst>
            <pc:docMk/>
            <pc:sldMk cId="2529434520" sldId="263"/>
            <ac:picMk id="1026" creationId="{394091E9-932E-3B38-6FD5-FECF2AE5F8F2}"/>
          </ac:picMkLst>
        </pc:picChg>
        <pc:picChg chg="add del">
          <ac:chgData name="Noritsuna Imamura" userId="5b2da16fa1785921" providerId="LiveId" clId="{33F32BBD-F384-5180-A48B-EBDC93943B01}" dt="2025-12-26T03:11:25.991" v="98" actId="478"/>
          <ac:picMkLst>
            <pc:docMk/>
            <pc:sldMk cId="2529434520" sldId="263"/>
            <ac:picMk id="3074" creationId="{6D38ADCB-E4C5-0017-C849-7FE0CDC34548}"/>
          </ac:picMkLst>
        </pc:picChg>
        <pc:picChg chg="del">
          <ac:chgData name="Noritsuna Imamura" userId="5b2da16fa1785921" providerId="LiveId" clId="{33F32BBD-F384-5180-A48B-EBDC93943B01}" dt="2025-12-26T03:11:53.949" v="103" actId="478"/>
          <ac:picMkLst>
            <pc:docMk/>
            <pc:sldMk cId="2529434520" sldId="263"/>
            <ac:picMk id="3076" creationId="{532FB5E1-203C-17A5-0568-8BF644C3C382}"/>
          </ac:picMkLst>
        </pc:picChg>
      </pc:sldChg>
      <pc:sldChg chg="addSp delSp modSp add mod setBg delDesignElem">
        <pc:chgData name="Noritsuna Imamura" userId="5b2da16fa1785921" providerId="LiveId" clId="{33F32BBD-F384-5180-A48B-EBDC93943B01}" dt="2025-12-26T03:25:39.379" v="180" actId="20577"/>
        <pc:sldMkLst>
          <pc:docMk/>
          <pc:sldMk cId="154660389" sldId="316"/>
        </pc:sldMkLst>
        <pc:spChg chg="mod ord">
          <ac:chgData name="Noritsuna Imamura" userId="5b2da16fa1785921" providerId="LiveId" clId="{33F32BBD-F384-5180-A48B-EBDC93943B01}" dt="2025-12-26T03:25:39.379" v="180" actId="20577"/>
          <ac:spMkLst>
            <pc:docMk/>
            <pc:sldMk cId="154660389" sldId="316"/>
            <ac:spMk id="262" creationId="{00000000-0000-0000-0000-000000000000}"/>
          </ac:spMkLst>
        </pc:spChg>
        <pc:spChg chg="mod">
          <ac:chgData name="Noritsuna Imamura" userId="5b2da16fa1785921" providerId="LiveId" clId="{33F32BBD-F384-5180-A48B-EBDC93943B01}" dt="2025-12-26T03:25:15.202" v="171" actId="26606"/>
          <ac:spMkLst>
            <pc:docMk/>
            <pc:sldMk cId="154660389" sldId="316"/>
            <ac:spMk id="263" creationId="{00000000-0000-0000-0000-000000000000}"/>
          </ac:spMkLst>
        </pc:spChg>
        <pc:spChg chg="add del">
          <ac:chgData name="Noritsuna Imamura" userId="5b2da16fa1785921" providerId="LiveId" clId="{33F32BBD-F384-5180-A48B-EBDC93943B01}" dt="2025-12-26T03:25:15.202" v="171" actId="26606"/>
          <ac:spMkLst>
            <pc:docMk/>
            <pc:sldMk cId="154660389" sldId="316"/>
            <ac:spMk id="267" creationId="{149FB5C3-7336-4FE0-A30C-CC0A3646D499}"/>
          </ac:spMkLst>
        </pc:spChg>
        <pc:spChg chg="add del">
          <ac:chgData name="Noritsuna Imamura" userId="5b2da16fa1785921" providerId="LiveId" clId="{33F32BBD-F384-5180-A48B-EBDC93943B01}" dt="2025-12-26T03:25:15.202" v="171" actId="26606"/>
          <ac:spMkLst>
            <pc:docMk/>
            <pc:sldMk cId="154660389" sldId="316"/>
            <ac:spMk id="269" creationId="{0DA909B4-15FF-46A6-8A7F-7AEF977FE9ED}"/>
          </ac:spMkLst>
        </pc:spChg>
        <pc:spChg chg="del">
          <ac:chgData name="Noritsuna Imamura" userId="5b2da16fa1785921" providerId="LiveId" clId="{33F32BBD-F384-5180-A48B-EBDC93943B01}" dt="2025-12-26T03:24:00.820" v="156"/>
          <ac:spMkLst>
            <pc:docMk/>
            <pc:sldMk cId="154660389" sldId="316"/>
            <ac:spMk id="270" creationId="{149FB5C3-7336-4FE0-A30C-CC0A3646D499}"/>
          </ac:spMkLst>
        </pc:spChg>
        <pc:spChg chg="add del">
          <ac:chgData name="Noritsuna Imamura" userId="5b2da16fa1785921" providerId="LiveId" clId="{33F32BBD-F384-5180-A48B-EBDC93943B01}" dt="2025-12-26T03:25:15.202" v="171" actId="26606"/>
          <ac:spMkLst>
            <pc:docMk/>
            <pc:sldMk cId="154660389" sldId="316"/>
            <ac:spMk id="271" creationId="{1382A32C-5B0C-4B1C-A074-76C6DBCC9F87}"/>
          </ac:spMkLst>
        </pc:spChg>
        <pc:spChg chg="del">
          <ac:chgData name="Noritsuna Imamura" userId="5b2da16fa1785921" providerId="LiveId" clId="{33F32BBD-F384-5180-A48B-EBDC93943B01}" dt="2025-12-26T03:24:00.820" v="156"/>
          <ac:spMkLst>
            <pc:docMk/>
            <pc:sldMk cId="154660389" sldId="316"/>
            <ac:spMk id="276" creationId="{0DA909B4-15FF-46A6-8A7F-7AEF977FE9ED}"/>
          </ac:spMkLst>
        </pc:spChg>
        <pc:spChg chg="add">
          <ac:chgData name="Noritsuna Imamura" userId="5b2da16fa1785921" providerId="LiveId" clId="{33F32BBD-F384-5180-A48B-EBDC93943B01}" dt="2025-12-26T03:25:15.202" v="171" actId="26606"/>
          <ac:spMkLst>
            <pc:docMk/>
            <pc:sldMk cId="154660389" sldId="316"/>
            <ac:spMk id="277" creationId="{5A0118C5-4F8D-4CF4-BADD-53FEACC6C42A}"/>
          </ac:spMkLst>
        </pc:spChg>
        <pc:spChg chg="del">
          <ac:chgData name="Noritsuna Imamura" userId="5b2da16fa1785921" providerId="LiveId" clId="{33F32BBD-F384-5180-A48B-EBDC93943B01}" dt="2025-12-26T03:24:00.820" v="156"/>
          <ac:spMkLst>
            <pc:docMk/>
            <pc:sldMk cId="154660389" sldId="316"/>
            <ac:spMk id="278" creationId="{1382A32C-5B0C-4B1C-A074-76C6DBCC9F87}"/>
          </ac:spMkLst>
        </pc:spChg>
        <pc:spChg chg="add del">
          <ac:chgData name="Noritsuna Imamura" userId="5b2da16fa1785921" providerId="LiveId" clId="{33F32BBD-F384-5180-A48B-EBDC93943B01}" dt="2025-12-26T03:25:01.956" v="168" actId="26606"/>
          <ac:spMkLst>
            <pc:docMk/>
            <pc:sldMk cId="154660389" sldId="316"/>
            <ac:spMk id="279" creationId="{5A0118C5-4F8D-4CF4-BADD-53FEACC6C42A}"/>
          </ac:spMkLst>
        </pc:spChg>
        <pc:spChg chg="add">
          <ac:chgData name="Noritsuna Imamura" userId="5b2da16fa1785921" providerId="LiveId" clId="{33F32BBD-F384-5180-A48B-EBDC93943B01}" dt="2025-12-26T03:25:15.202" v="171" actId="26606"/>
          <ac:spMkLst>
            <pc:docMk/>
            <pc:sldMk cId="154660389" sldId="316"/>
            <ac:spMk id="288" creationId="{EAED1919-54A1-41C9-B30B-A3FF3F58E38B}"/>
          </ac:spMkLst>
        </pc:spChg>
        <pc:spChg chg="add del">
          <ac:chgData name="Noritsuna Imamura" userId="5b2da16fa1785921" providerId="LiveId" clId="{33F32BBD-F384-5180-A48B-EBDC93943B01}" dt="2025-12-26T03:25:01.956" v="168" actId="26606"/>
          <ac:spMkLst>
            <pc:docMk/>
            <pc:sldMk cId="154660389" sldId="316"/>
            <ac:spMk id="289" creationId="{EAED1919-54A1-41C9-B30B-A3FF3F58E38B}"/>
          </ac:spMkLst>
        </pc:spChg>
        <pc:spChg chg="add del">
          <ac:chgData name="Noritsuna Imamura" userId="5b2da16fa1785921" providerId="LiveId" clId="{33F32BBD-F384-5180-A48B-EBDC93943B01}" dt="2025-12-26T03:25:01.956" v="168" actId="26606"/>
          <ac:spMkLst>
            <pc:docMk/>
            <pc:sldMk cId="154660389" sldId="316"/>
            <ac:spMk id="295" creationId="{FFFEB18F-F81F-4CED-BE64-EB888A77C3B8}"/>
          </ac:spMkLst>
        </pc:spChg>
        <pc:spChg chg="add del">
          <ac:chgData name="Noritsuna Imamura" userId="5b2da16fa1785921" providerId="LiveId" clId="{33F32BBD-F384-5180-A48B-EBDC93943B01}" dt="2025-12-26T03:25:11.937" v="170" actId="26606"/>
          <ac:spMkLst>
            <pc:docMk/>
            <pc:sldMk cId="154660389" sldId="316"/>
            <ac:spMk id="468" creationId="{5A0118C5-4F8D-4CF4-BADD-53FEACC6C42A}"/>
          </ac:spMkLst>
        </pc:spChg>
        <pc:spChg chg="add del">
          <ac:chgData name="Noritsuna Imamura" userId="5b2da16fa1785921" providerId="LiveId" clId="{33F32BBD-F384-5180-A48B-EBDC93943B01}" dt="2025-12-26T03:25:11.937" v="170" actId="26606"/>
          <ac:spMkLst>
            <pc:docMk/>
            <pc:sldMk cId="154660389" sldId="316"/>
            <ac:spMk id="472" creationId="{FEED861F-CCB5-4C5C-B30B-A67DD2975AF7}"/>
          </ac:spMkLst>
        </pc:spChg>
        <pc:spChg chg="add del">
          <ac:chgData name="Noritsuna Imamura" userId="5b2da16fa1785921" providerId="LiveId" clId="{33F32BBD-F384-5180-A48B-EBDC93943B01}" dt="2025-12-26T03:25:11.937" v="170" actId="26606"/>
          <ac:spMkLst>
            <pc:docMk/>
            <pc:sldMk cId="154660389" sldId="316"/>
            <ac:spMk id="473" creationId="{F77C4D01-899C-430C-B96D-4E85CD4BA17A}"/>
          </ac:spMkLst>
        </pc:spChg>
        <pc:spChg chg="add">
          <ac:chgData name="Noritsuna Imamura" userId="5b2da16fa1785921" providerId="LiveId" clId="{33F32BBD-F384-5180-A48B-EBDC93943B01}" dt="2025-12-26T03:25:15.202" v="171" actId="26606"/>
          <ac:spMkLst>
            <pc:docMk/>
            <pc:sldMk cId="154660389" sldId="316"/>
            <ac:spMk id="641" creationId="{FFFEB18F-F81F-4CED-BE64-EB888A77C3B8}"/>
          </ac:spMkLst>
        </pc:spChg>
        <pc:grpChg chg="add">
          <ac:chgData name="Noritsuna Imamura" userId="5b2da16fa1785921" providerId="LiveId" clId="{33F32BBD-F384-5180-A48B-EBDC93943B01}" dt="2025-12-26T03:24:09.292" v="157" actId="26606"/>
          <ac:grpSpMkLst>
            <pc:docMk/>
            <pc:sldMk cId="154660389" sldId="316"/>
            <ac:grpSpMk id="268" creationId="{19A6B5CE-CB1D-48EE-8B43-E952235C8371}"/>
          </ac:grpSpMkLst>
        </pc:grpChg>
        <pc:grpChg chg="del">
          <ac:chgData name="Noritsuna Imamura" userId="5b2da16fa1785921" providerId="LiveId" clId="{33F32BBD-F384-5180-A48B-EBDC93943B01}" dt="2025-12-26T03:24:00.820" v="156"/>
          <ac:grpSpMkLst>
            <pc:docMk/>
            <pc:sldMk cId="154660389" sldId="316"/>
            <ac:grpSpMk id="272" creationId="{19A6B5CE-CB1D-48EE-8B43-E952235C8371}"/>
          </ac:grpSpMkLst>
        </pc:grpChg>
        <pc:picChg chg="mod ord">
          <ac:chgData name="Noritsuna Imamura" userId="5b2da16fa1785921" providerId="LiveId" clId="{33F32BBD-F384-5180-A48B-EBDC93943B01}" dt="2025-12-26T03:25:21.422" v="172" actId="27614"/>
          <ac:picMkLst>
            <pc:docMk/>
            <pc:sldMk cId="154660389" sldId="316"/>
            <ac:picMk id="264" creationId="{00000000-0000-0000-0000-000000000000}"/>
          </ac:picMkLst>
        </pc:picChg>
        <pc:picChg chg="mod">
          <ac:chgData name="Noritsuna Imamura" userId="5b2da16fa1785921" providerId="LiveId" clId="{33F32BBD-F384-5180-A48B-EBDC93943B01}" dt="2025-12-26T03:25:21.554" v="173" actId="27614"/>
          <ac:picMkLst>
            <pc:docMk/>
            <pc:sldMk cId="154660389" sldId="316"/>
            <ac:picMk id="265" creationId="{00000000-0000-0000-0000-000000000000}"/>
          </ac:picMkLst>
        </pc:picChg>
      </pc:sldChg>
      <pc:sldChg chg="del">
        <pc:chgData name="Noritsuna Imamura" userId="5b2da16fa1785921" providerId="LiveId" clId="{33F32BBD-F384-5180-A48B-EBDC93943B01}" dt="2025-12-26T03:04:48.544" v="19" actId="2696"/>
        <pc:sldMkLst>
          <pc:docMk/>
          <pc:sldMk cId="412098538" sldId="4468"/>
        </pc:sldMkLst>
      </pc:sldChg>
      <pc:sldChg chg="del">
        <pc:chgData name="Noritsuna Imamura" userId="5b2da16fa1785921" providerId="LiveId" clId="{33F32BBD-F384-5180-A48B-EBDC93943B01}" dt="2025-12-26T03:06:42.410" v="33" actId="2696"/>
        <pc:sldMkLst>
          <pc:docMk/>
          <pc:sldMk cId="2061892736" sldId="4585"/>
        </pc:sldMkLst>
      </pc:sldChg>
      <pc:sldChg chg="del">
        <pc:chgData name="Noritsuna Imamura" userId="5b2da16fa1785921" providerId="LiveId" clId="{33F32BBD-F384-5180-A48B-EBDC93943B01}" dt="2025-12-26T03:05:29.793" v="22" actId="2696"/>
        <pc:sldMkLst>
          <pc:docMk/>
          <pc:sldMk cId="3110502057" sldId="4597"/>
        </pc:sldMkLst>
      </pc:sldChg>
      <pc:sldChg chg="del">
        <pc:chgData name="Noritsuna Imamura" userId="5b2da16fa1785921" providerId="LiveId" clId="{33F32BBD-F384-5180-A48B-EBDC93943B01}" dt="2025-12-26T03:05:31.309" v="24" actId="2696"/>
        <pc:sldMkLst>
          <pc:docMk/>
          <pc:sldMk cId="724105343" sldId="4640"/>
        </pc:sldMkLst>
      </pc:sldChg>
      <pc:sldChg chg="del">
        <pc:chgData name="Noritsuna Imamura" userId="5b2da16fa1785921" providerId="LiveId" clId="{33F32BBD-F384-5180-A48B-EBDC93943B01}" dt="2025-12-26T03:06:24.044" v="29" actId="2696"/>
        <pc:sldMkLst>
          <pc:docMk/>
          <pc:sldMk cId="2613861800" sldId="4645"/>
        </pc:sldMkLst>
      </pc:sldChg>
      <pc:sldChg chg="del">
        <pc:chgData name="Noritsuna Imamura" userId="5b2da16fa1785921" providerId="LiveId" clId="{33F32BBD-F384-5180-A48B-EBDC93943B01}" dt="2025-12-26T03:06:27.588" v="30" actId="2696"/>
        <pc:sldMkLst>
          <pc:docMk/>
          <pc:sldMk cId="1935844609" sldId="4765"/>
        </pc:sldMkLst>
      </pc:sldChg>
      <pc:sldChg chg="ord">
        <pc:chgData name="Noritsuna Imamura" userId="5b2da16fa1785921" providerId="LiveId" clId="{33F32BBD-F384-5180-A48B-EBDC93943B01}" dt="2025-12-26T03:07:12.146" v="38" actId="20578"/>
        <pc:sldMkLst>
          <pc:docMk/>
          <pc:sldMk cId="945169253" sldId="4766"/>
        </pc:sldMkLst>
      </pc:sldChg>
      <pc:sldChg chg="add del">
        <pc:chgData name="Noritsuna Imamura" userId="5b2da16fa1785921" providerId="LiveId" clId="{33F32BBD-F384-5180-A48B-EBDC93943B01}" dt="2025-12-26T03:06:01.168" v="27" actId="2696"/>
        <pc:sldMkLst>
          <pc:docMk/>
          <pc:sldMk cId="2241210746" sldId="4767"/>
        </pc:sldMkLst>
      </pc:sldChg>
      <pc:sldChg chg="del">
        <pc:chgData name="Noritsuna Imamura" userId="5b2da16fa1785921" providerId="LiveId" clId="{33F32BBD-F384-5180-A48B-EBDC93943B01}" dt="2025-12-26T03:06:38.510" v="32" actId="2696"/>
        <pc:sldMkLst>
          <pc:docMk/>
          <pc:sldMk cId="2950923251" sldId="4769"/>
        </pc:sldMkLst>
      </pc:sldChg>
      <pc:sldChg chg="del">
        <pc:chgData name="Noritsuna Imamura" userId="5b2da16fa1785921" providerId="LiveId" clId="{33F32BBD-F384-5180-A48B-EBDC93943B01}" dt="2025-12-26T03:05:16.464" v="21" actId="2696"/>
        <pc:sldMkLst>
          <pc:docMk/>
          <pc:sldMk cId="1226433436" sldId="4770"/>
        </pc:sldMkLst>
      </pc:sldChg>
      <pc:sldChg chg="del">
        <pc:chgData name="Noritsuna Imamura" userId="5b2da16fa1785921" providerId="LiveId" clId="{33F32BBD-F384-5180-A48B-EBDC93943B01}" dt="2025-12-26T03:07:23.354" v="39" actId="2696"/>
        <pc:sldMkLst>
          <pc:docMk/>
          <pc:sldMk cId="3547677200" sldId="4774"/>
        </pc:sldMkLst>
      </pc:sldChg>
      <pc:sldChg chg="del">
        <pc:chgData name="Noritsuna Imamura" userId="5b2da16fa1785921" providerId="LiveId" clId="{33F32BBD-F384-5180-A48B-EBDC93943B01}" dt="2025-12-26T03:05:16.464" v="21" actId="2696"/>
        <pc:sldMkLst>
          <pc:docMk/>
          <pc:sldMk cId="52763441" sldId="4778"/>
        </pc:sldMkLst>
      </pc:sldChg>
      <pc:sldChg chg="del">
        <pc:chgData name="Noritsuna Imamura" userId="5b2da16fa1785921" providerId="LiveId" clId="{33F32BBD-F384-5180-A48B-EBDC93943B01}" dt="2025-12-26T03:05:16.464" v="21" actId="2696"/>
        <pc:sldMkLst>
          <pc:docMk/>
          <pc:sldMk cId="4279860331" sldId="4779"/>
        </pc:sldMkLst>
      </pc:sldChg>
      <pc:sldChg chg="ord">
        <pc:chgData name="Noritsuna Imamura" userId="5b2da16fa1785921" providerId="LiveId" clId="{33F32BBD-F384-5180-A48B-EBDC93943B01}" dt="2025-12-26T03:07:12.146" v="38" actId="20578"/>
        <pc:sldMkLst>
          <pc:docMk/>
          <pc:sldMk cId="2893271553" sldId="4793"/>
        </pc:sldMkLst>
      </pc:sldChg>
      <pc:sldChg chg="ord">
        <pc:chgData name="Noritsuna Imamura" userId="5b2da16fa1785921" providerId="LiveId" clId="{33F32BBD-F384-5180-A48B-EBDC93943B01}" dt="2025-12-26T03:07:12.146" v="38" actId="20578"/>
        <pc:sldMkLst>
          <pc:docMk/>
          <pc:sldMk cId="3225733582" sldId="4794"/>
        </pc:sldMkLst>
      </pc:sldChg>
      <pc:sldChg chg="del">
        <pc:chgData name="Noritsuna Imamura" userId="5b2da16fa1785921" providerId="LiveId" clId="{33F32BBD-F384-5180-A48B-EBDC93943B01}" dt="2025-12-26T03:06:48.671" v="35" actId="2696"/>
        <pc:sldMkLst>
          <pc:docMk/>
          <pc:sldMk cId="2535786234" sldId="4795"/>
        </pc:sldMkLst>
      </pc:sldChg>
      <pc:sldChg chg="del">
        <pc:chgData name="Noritsuna Imamura" userId="5b2da16fa1785921" providerId="LiveId" clId="{33F32BBD-F384-5180-A48B-EBDC93943B01}" dt="2025-12-26T03:06:50.145" v="36" actId="2696"/>
        <pc:sldMkLst>
          <pc:docMk/>
          <pc:sldMk cId="253087669" sldId="4796"/>
        </pc:sldMkLst>
      </pc:sldChg>
      <pc:sldChg chg="del">
        <pc:chgData name="Noritsuna Imamura" userId="5b2da16fa1785921" providerId="LiveId" clId="{33F32BBD-F384-5180-A48B-EBDC93943B01}" dt="2025-12-26T03:06:44.250" v="34" actId="2696"/>
        <pc:sldMkLst>
          <pc:docMk/>
          <pc:sldMk cId="2350506505" sldId="4797"/>
        </pc:sldMkLst>
      </pc:sldChg>
      <pc:sldChg chg="del">
        <pc:chgData name="Noritsuna Imamura" userId="5b2da16fa1785921" providerId="LiveId" clId="{33F32BBD-F384-5180-A48B-EBDC93943B01}" dt="2025-12-26T03:05:30.812" v="23" actId="2696"/>
        <pc:sldMkLst>
          <pc:docMk/>
          <pc:sldMk cId="2130590874" sldId="4798"/>
        </pc:sldMkLst>
      </pc:sldChg>
      <pc:sldChg chg="del ord">
        <pc:chgData name="Noritsuna Imamura" userId="5b2da16fa1785921" providerId="LiveId" clId="{33F32BBD-F384-5180-A48B-EBDC93943B01}" dt="2025-12-26T03:07:55.588" v="40" actId="2696"/>
        <pc:sldMkLst>
          <pc:docMk/>
          <pc:sldMk cId="1254895787" sldId="4799"/>
        </pc:sldMkLst>
      </pc:sldChg>
      <pc:sldChg chg="del">
        <pc:chgData name="Noritsuna Imamura" userId="5b2da16fa1785921" providerId="LiveId" clId="{33F32BBD-F384-5180-A48B-EBDC93943B01}" dt="2025-12-26T03:06:24.044" v="29" actId="2696"/>
        <pc:sldMkLst>
          <pc:docMk/>
          <pc:sldMk cId="2794814366" sldId="4800"/>
        </pc:sldMkLst>
      </pc:sldChg>
      <pc:sldChg chg="del">
        <pc:chgData name="Noritsuna Imamura" userId="5b2da16fa1785921" providerId="LiveId" clId="{33F32BBD-F384-5180-A48B-EBDC93943B01}" dt="2025-12-26T03:06:29.141" v="31" actId="2696"/>
        <pc:sldMkLst>
          <pc:docMk/>
          <pc:sldMk cId="2589448676" sldId="4801"/>
        </pc:sldMkLst>
      </pc:sldChg>
      <pc:sldChg chg="del">
        <pc:chgData name="Noritsuna Imamura" userId="5b2da16fa1785921" providerId="LiveId" clId="{33F32BBD-F384-5180-A48B-EBDC93943B01}" dt="2025-12-26T03:04:48.544" v="19" actId="2696"/>
        <pc:sldMkLst>
          <pc:docMk/>
          <pc:sldMk cId="2079132468" sldId="4802"/>
        </pc:sldMkLst>
      </pc:sldChg>
      <pc:sldChg chg="del">
        <pc:chgData name="Noritsuna Imamura" userId="5b2da16fa1785921" providerId="LiveId" clId="{33F32BBD-F384-5180-A48B-EBDC93943B01}" dt="2025-12-26T03:04:48.544" v="19" actId="2696"/>
        <pc:sldMkLst>
          <pc:docMk/>
          <pc:sldMk cId="578361898" sldId="4803"/>
        </pc:sldMkLst>
      </pc:sldChg>
      <pc:sldChg chg="modSp mod ord">
        <pc:chgData name="Noritsuna Imamura" userId="5b2da16fa1785921" providerId="LiveId" clId="{33F32BBD-F384-5180-A48B-EBDC93943B01}" dt="2025-12-26T03:19:43.432" v="151" actId="20577"/>
        <pc:sldMkLst>
          <pc:docMk/>
          <pc:sldMk cId="1869119209" sldId="4806"/>
        </pc:sldMkLst>
        <pc:spChg chg="mod">
          <ac:chgData name="Noritsuna Imamura" userId="5b2da16fa1785921" providerId="LiveId" clId="{33F32BBD-F384-5180-A48B-EBDC93943B01}" dt="2025-12-26T03:19:43.432" v="151" actId="20577"/>
          <ac:spMkLst>
            <pc:docMk/>
            <pc:sldMk cId="1869119209" sldId="4806"/>
            <ac:spMk id="2" creationId="{4DE3F4EC-9430-A68D-36AC-F419B469AE9A}"/>
          </ac:spMkLst>
        </pc:spChg>
      </pc:sldChg>
      <pc:sldChg chg="del">
        <pc:chgData name="Noritsuna Imamura" userId="5b2da16fa1785921" providerId="LiveId" clId="{33F32BBD-F384-5180-A48B-EBDC93943B01}" dt="2025-12-26T03:08:36.965" v="42" actId="2696"/>
        <pc:sldMkLst>
          <pc:docMk/>
          <pc:sldMk cId="2214810499" sldId="4812"/>
        </pc:sldMkLst>
      </pc:sldChg>
      <pc:sldChg chg="del">
        <pc:chgData name="Noritsuna Imamura" userId="5b2da16fa1785921" providerId="LiveId" clId="{33F32BBD-F384-5180-A48B-EBDC93943B01}" dt="2025-12-26T03:05:02.009" v="20" actId="2696"/>
        <pc:sldMkLst>
          <pc:docMk/>
          <pc:sldMk cId="4016638350" sldId="4815"/>
        </pc:sldMkLst>
      </pc:sldChg>
      <pc:sldChg chg="ord">
        <pc:chgData name="Noritsuna Imamura" userId="5b2da16fa1785921" providerId="LiveId" clId="{33F32BBD-F384-5180-A48B-EBDC93943B01}" dt="2025-12-26T03:18:07.765" v="118" actId="20578"/>
        <pc:sldMkLst>
          <pc:docMk/>
          <pc:sldMk cId="1007572836" sldId="4820"/>
        </pc:sldMkLst>
      </pc:sldChg>
      <pc:sldChg chg="del">
        <pc:chgData name="Noritsuna Imamura" userId="5b2da16fa1785921" providerId="LiveId" clId="{33F32BBD-F384-5180-A48B-EBDC93943B01}" dt="2025-12-26T03:04:48.544" v="19" actId="2696"/>
        <pc:sldMkLst>
          <pc:docMk/>
          <pc:sldMk cId="458253148" sldId="4821"/>
        </pc:sldMkLst>
      </pc:sldChg>
      <pc:sldChg chg="del">
        <pc:chgData name="Noritsuna Imamura" userId="5b2da16fa1785921" providerId="LiveId" clId="{33F32BBD-F384-5180-A48B-EBDC93943B01}" dt="2025-12-26T03:04:48.544" v="19" actId="2696"/>
        <pc:sldMkLst>
          <pc:docMk/>
          <pc:sldMk cId="675956143" sldId="4822"/>
        </pc:sldMkLst>
      </pc:sldChg>
      <pc:sldChg chg="del">
        <pc:chgData name="Noritsuna Imamura" userId="5b2da16fa1785921" providerId="LiveId" clId="{33F32BBD-F384-5180-A48B-EBDC93943B01}" dt="2025-12-26T03:04:48.544" v="19" actId="2696"/>
        <pc:sldMkLst>
          <pc:docMk/>
          <pc:sldMk cId="3227363371" sldId="4823"/>
        </pc:sldMkLst>
      </pc:sldChg>
      <pc:sldChg chg="del">
        <pc:chgData name="Noritsuna Imamura" userId="5b2da16fa1785921" providerId="LiveId" clId="{33F32BBD-F384-5180-A48B-EBDC93943B01}" dt="2025-12-26T03:04:48.544" v="19" actId="2696"/>
        <pc:sldMkLst>
          <pc:docMk/>
          <pc:sldMk cId="1452370634" sldId="4826"/>
        </pc:sldMkLst>
      </pc:sldChg>
      <pc:sldChg chg="del">
        <pc:chgData name="Noritsuna Imamura" userId="5b2da16fa1785921" providerId="LiveId" clId="{33F32BBD-F384-5180-A48B-EBDC93943B01}" dt="2025-12-26T03:04:48.544" v="19" actId="2696"/>
        <pc:sldMkLst>
          <pc:docMk/>
          <pc:sldMk cId="3025233985" sldId="4830"/>
        </pc:sldMkLst>
      </pc:sldChg>
      <pc:sldChg chg="del">
        <pc:chgData name="Noritsuna Imamura" userId="5b2da16fa1785921" providerId="LiveId" clId="{33F32BBD-F384-5180-A48B-EBDC93943B01}" dt="2025-12-26T03:04:48.544" v="19" actId="2696"/>
        <pc:sldMkLst>
          <pc:docMk/>
          <pc:sldMk cId="3655703985" sldId="4831"/>
        </pc:sldMkLst>
      </pc:sldChg>
      <pc:sldChg chg="del">
        <pc:chgData name="Noritsuna Imamura" userId="5b2da16fa1785921" providerId="LiveId" clId="{33F32BBD-F384-5180-A48B-EBDC93943B01}" dt="2025-12-26T03:05:16.464" v="21" actId="2696"/>
        <pc:sldMkLst>
          <pc:docMk/>
          <pc:sldMk cId="2848836958" sldId="4832"/>
        </pc:sldMkLst>
      </pc:sldChg>
      <pc:sldChg chg="del">
        <pc:chgData name="Noritsuna Imamura" userId="5b2da16fa1785921" providerId="LiveId" clId="{33F32BBD-F384-5180-A48B-EBDC93943B01}" dt="2025-12-26T03:05:16.464" v="21" actId="2696"/>
        <pc:sldMkLst>
          <pc:docMk/>
          <pc:sldMk cId="3403325870" sldId="4833"/>
        </pc:sldMkLst>
      </pc:sldChg>
      <pc:sldChg chg="del">
        <pc:chgData name="Noritsuna Imamura" userId="5b2da16fa1785921" providerId="LiveId" clId="{33F32BBD-F384-5180-A48B-EBDC93943B01}" dt="2025-12-26T03:18:49.082" v="125" actId="2696"/>
        <pc:sldMkLst>
          <pc:docMk/>
          <pc:sldMk cId="342984795" sldId="4834"/>
        </pc:sldMkLst>
      </pc:sldChg>
      <pc:sldChg chg="del">
        <pc:chgData name="Noritsuna Imamura" userId="5b2da16fa1785921" providerId="LiveId" clId="{33F32BBD-F384-5180-A48B-EBDC93943B01}" dt="2025-12-26T03:06:16.731" v="28" actId="2696"/>
        <pc:sldMkLst>
          <pc:docMk/>
          <pc:sldMk cId="385159070" sldId="4835"/>
        </pc:sldMkLst>
      </pc:sldChg>
      <pc:sldChg chg="new del">
        <pc:chgData name="Noritsuna Imamura" userId="5b2da16fa1785921" providerId="LiveId" clId="{33F32BBD-F384-5180-A48B-EBDC93943B01}" dt="2025-12-26T03:09:23.311" v="45" actId="2696"/>
        <pc:sldMkLst>
          <pc:docMk/>
          <pc:sldMk cId="4264937409" sldId="4835"/>
        </pc:sldMkLst>
      </pc:sldChg>
      <pc:sldChg chg="addSp delSp modSp add del mod">
        <pc:chgData name="Noritsuna Imamura" userId="5b2da16fa1785921" providerId="LiveId" clId="{33F32BBD-F384-5180-A48B-EBDC93943B01}" dt="2025-12-26T03:24:19.643" v="162" actId="2696"/>
        <pc:sldMkLst>
          <pc:docMk/>
          <pc:sldMk cId="712948777" sldId="4836"/>
        </pc:sldMkLst>
        <pc:spChg chg="mod">
          <ac:chgData name="Noritsuna Imamura" userId="5b2da16fa1785921" providerId="LiveId" clId="{33F32BBD-F384-5180-A48B-EBDC93943B01}" dt="2025-12-26T03:09:34.150" v="65" actId="20577"/>
          <ac:spMkLst>
            <pc:docMk/>
            <pc:sldMk cId="712948777" sldId="4836"/>
            <ac:spMk id="2" creationId="{F3780748-883A-100B-36D1-0DFF0FC20941}"/>
          </ac:spMkLst>
        </pc:spChg>
        <pc:spChg chg="add mod">
          <ac:chgData name="Noritsuna Imamura" userId="5b2da16fa1785921" providerId="LiveId" clId="{33F32BBD-F384-5180-A48B-EBDC93943B01}" dt="2025-12-26T03:22:31.860" v="153" actId="207"/>
          <ac:spMkLst>
            <pc:docMk/>
            <pc:sldMk cId="712948777" sldId="4836"/>
            <ac:spMk id="3" creationId="{B60E2EC4-3E71-9EEF-3D16-4C30DC3659E3}"/>
          </ac:spMkLst>
        </pc:spChg>
        <pc:picChg chg="del">
          <ac:chgData name="Noritsuna Imamura" userId="5b2da16fa1785921" providerId="LiveId" clId="{33F32BBD-F384-5180-A48B-EBDC93943B01}" dt="2025-12-26T03:09:36.844" v="66" actId="478"/>
          <ac:picMkLst>
            <pc:docMk/>
            <pc:sldMk cId="712948777" sldId="4836"/>
            <ac:picMk id="5" creationId="{F85BE793-F8CA-4E35-FD6F-E216A5FCF96E}"/>
          </ac:picMkLst>
        </pc:picChg>
      </pc:sldChg>
      <pc:sldChg chg="del">
        <pc:chgData name="Noritsuna Imamura" userId="5b2da16fa1785921" providerId="LiveId" clId="{33F32BBD-F384-5180-A48B-EBDC93943B01}" dt="2025-12-26T03:06:16.731" v="28" actId="2696"/>
        <pc:sldMkLst>
          <pc:docMk/>
          <pc:sldMk cId="724902682" sldId="4836"/>
        </pc:sldMkLst>
      </pc:sldChg>
      <pc:sldChg chg="del">
        <pc:chgData name="Noritsuna Imamura" userId="5b2da16fa1785921" providerId="LiveId" clId="{33F32BBD-F384-5180-A48B-EBDC93943B01}" dt="2025-12-26T03:06:16.731" v="28" actId="2696"/>
        <pc:sldMkLst>
          <pc:docMk/>
          <pc:sldMk cId="98391567" sldId="4837"/>
        </pc:sldMkLst>
      </pc:sldChg>
      <pc:sldChg chg="new del">
        <pc:chgData name="Noritsuna Imamura" userId="5b2da16fa1785921" providerId="LiveId" clId="{33F32BBD-F384-5180-A48B-EBDC93943B01}" dt="2025-12-26T03:11:05.539" v="95" actId="2696"/>
        <pc:sldMkLst>
          <pc:docMk/>
          <pc:sldMk cId="660715803" sldId="4837"/>
        </pc:sldMkLst>
      </pc:sldChg>
      <pc:sldChg chg="addSp delSp add ord modAnim">
        <pc:chgData name="Noritsuna Imamura" userId="5b2da16fa1785921" providerId="LiveId" clId="{33F32BBD-F384-5180-A48B-EBDC93943B01}" dt="2025-12-26T03:17:02.491" v="115" actId="20578"/>
        <pc:sldMkLst>
          <pc:docMk/>
          <pc:sldMk cId="417218537" sldId="4838"/>
        </pc:sldMkLst>
        <pc:picChg chg="add del">
          <ac:chgData name="Noritsuna Imamura" userId="5b2da16fa1785921" providerId="LiveId" clId="{33F32BBD-F384-5180-A48B-EBDC93943B01}" dt="2025-12-26T03:11:48.593" v="102" actId="478"/>
          <ac:picMkLst>
            <pc:docMk/>
            <pc:sldMk cId="417218537" sldId="4838"/>
            <ac:picMk id="3076" creationId="{C0E225C7-C4D2-F0A6-0F69-97D98B3E94D9}"/>
          </ac:picMkLst>
        </pc:picChg>
      </pc:sldChg>
      <pc:sldChg chg="del">
        <pc:chgData name="Noritsuna Imamura" userId="5b2da16fa1785921" providerId="LiveId" clId="{33F32BBD-F384-5180-A48B-EBDC93943B01}" dt="2025-12-26T03:05:16.464" v="21" actId="2696"/>
        <pc:sldMkLst>
          <pc:docMk/>
          <pc:sldMk cId="2941283894" sldId="4838"/>
        </pc:sldMkLst>
      </pc:sldChg>
      <pc:sldChg chg="add ord">
        <pc:chgData name="Noritsuna Imamura" userId="5b2da16fa1785921" providerId="LiveId" clId="{33F32BBD-F384-5180-A48B-EBDC93943B01}" dt="2025-12-26T03:18:34.992" v="124" actId="20578"/>
        <pc:sldMkLst>
          <pc:docMk/>
          <pc:sldMk cId="498715246" sldId="4839"/>
        </pc:sldMkLst>
      </pc:sldChg>
      <pc:sldChg chg="del">
        <pc:chgData name="Noritsuna Imamura" userId="5b2da16fa1785921" providerId="LiveId" clId="{33F32BBD-F384-5180-A48B-EBDC93943B01}" dt="2025-12-26T03:05:16.464" v="21" actId="2696"/>
        <pc:sldMkLst>
          <pc:docMk/>
          <pc:sldMk cId="3048743465" sldId="4839"/>
        </pc:sldMkLst>
      </pc:sldChg>
      <pc:sldChg chg="modSp add mod ord">
        <pc:chgData name="Noritsuna Imamura" userId="5b2da16fa1785921" providerId="LiveId" clId="{33F32BBD-F384-5180-A48B-EBDC93943B01}" dt="2025-12-26T03:26:43.864" v="227" actId="20577"/>
        <pc:sldMkLst>
          <pc:docMk/>
          <pc:sldMk cId="348743256" sldId="4840"/>
        </pc:sldMkLst>
        <pc:spChg chg="mod">
          <ac:chgData name="Noritsuna Imamura" userId="5b2da16fa1785921" providerId="LiveId" clId="{33F32BBD-F384-5180-A48B-EBDC93943B01}" dt="2025-12-26T03:26:43.864" v="227" actId="20577"/>
          <ac:spMkLst>
            <pc:docMk/>
            <pc:sldMk cId="348743256" sldId="4840"/>
            <ac:spMk id="2" creationId="{F25C730C-7FE3-12F3-89AA-7A77DE98D7D6}"/>
          </ac:spMkLst>
        </pc:spChg>
      </pc:sldChg>
      <pc:sldChg chg="del">
        <pc:chgData name="Noritsuna Imamura" userId="5b2da16fa1785921" providerId="LiveId" clId="{33F32BBD-F384-5180-A48B-EBDC93943B01}" dt="2025-12-26T03:04:48.544" v="19" actId="2696"/>
        <pc:sldMkLst>
          <pc:docMk/>
          <pc:sldMk cId="2068795344" sldId="4840"/>
        </pc:sldMkLst>
      </pc:sldChg>
      <pc:sldChg chg="del">
        <pc:chgData name="Noritsuna Imamura" userId="5b2da16fa1785921" providerId="LiveId" clId="{33F32BBD-F384-5180-A48B-EBDC93943B01}" dt="2025-12-26T03:04:48.544" v="19" actId="2696"/>
        <pc:sldMkLst>
          <pc:docMk/>
          <pc:sldMk cId="4173999542" sldId="4841"/>
        </pc:sldMkLst>
      </pc:sldChg>
      <pc:sldChg chg="del">
        <pc:chgData name="Noritsuna Imamura" userId="5b2da16fa1785921" providerId="LiveId" clId="{33F32BBD-F384-5180-A48B-EBDC93943B01}" dt="2025-12-26T03:04:48.544" v="19" actId="2696"/>
        <pc:sldMkLst>
          <pc:docMk/>
          <pc:sldMk cId="2335186882" sldId="4842"/>
        </pc:sldMkLst>
      </pc:sldChg>
      <pc:sldChg chg="del">
        <pc:chgData name="Noritsuna Imamura" userId="5b2da16fa1785921" providerId="LiveId" clId="{33F32BBD-F384-5180-A48B-EBDC93943B01}" dt="2025-12-26T03:05:16.464" v="21" actId="2696"/>
        <pc:sldMkLst>
          <pc:docMk/>
          <pc:sldMk cId="3816515699" sldId="4843"/>
        </pc:sldMkLst>
      </pc:sldChg>
      <pc:sldChg chg="del">
        <pc:chgData name="Noritsuna Imamura" userId="5b2da16fa1785921" providerId="LiveId" clId="{33F32BBD-F384-5180-A48B-EBDC93943B01}" dt="2025-12-26T03:04:48.544" v="19" actId="2696"/>
        <pc:sldMkLst>
          <pc:docMk/>
          <pc:sldMk cId="34997790" sldId="4844"/>
        </pc:sldMkLst>
      </pc:sldChg>
      <pc:sldChg chg="del">
        <pc:chgData name="Noritsuna Imamura" userId="5b2da16fa1785921" providerId="LiveId" clId="{33F32BBD-F384-5180-A48B-EBDC93943B01}" dt="2025-12-26T03:05:16.464" v="21" actId="2696"/>
        <pc:sldMkLst>
          <pc:docMk/>
          <pc:sldMk cId="3490197408" sldId="4845"/>
        </pc:sldMkLst>
      </pc:sldChg>
      <pc:sldChg chg="del">
        <pc:chgData name="Noritsuna Imamura" userId="5b2da16fa1785921" providerId="LiveId" clId="{33F32BBD-F384-5180-A48B-EBDC93943B01}" dt="2025-12-26T03:05:16.464" v="21" actId="2696"/>
        <pc:sldMkLst>
          <pc:docMk/>
          <pc:sldMk cId="1239835181" sldId="48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2025/12/26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FPGA</a:t>
            </a:r>
            <a:r>
              <a:rPr kumimoji="1" lang="ja-JP" altLang="en-US" dirty="0"/>
              <a:t>に</a:t>
            </a:r>
            <a:endParaRPr kumimoji="1" lang="en-US" altLang="ja-JP" dirty="0"/>
          </a:p>
          <a:p>
            <a:r>
              <a:rPr kumimoji="1" lang="ja-JP" altLang="en-US" dirty="0"/>
              <a:t>いや、違う。トランジスタの気持ちにならねばならない！</a:t>
            </a:r>
          </a:p>
        </p:txBody>
      </p:sp>
      <p:sp>
        <p:nvSpPr>
          <p:cNvPr id="4" name="スライド番号プレースホルダー 3"/>
          <p:cNvSpPr>
            <a:spLocks noGrp="1"/>
          </p:cNvSpPr>
          <p:nvPr>
            <p:ph type="sldNum" sz="quarter" idx="5"/>
          </p:nvPr>
        </p:nvSpPr>
        <p:spPr/>
        <p:txBody>
          <a:bodyPr/>
          <a:lstStyle/>
          <a:p>
            <a:fld id="{203ADBFD-3845-4B2C-B796-730EDA869090}" type="slidenum">
              <a:rPr kumimoji="1" lang="ja-JP" altLang="en-US" smtClean="0"/>
              <a:t>2</a:t>
            </a:fld>
            <a:endParaRPr kumimoji="1" lang="ja-JP" altLang="en-US"/>
          </a:p>
        </p:txBody>
      </p:sp>
    </p:spTree>
    <p:extLst>
      <p:ext uri="{BB962C8B-B14F-4D97-AF65-F5344CB8AC3E}">
        <p14:creationId xmlns:p14="http://schemas.microsoft.com/office/powerpoint/2010/main" val="25221024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2ABD5-F025-7508-A7F8-A7BF6B4DB3E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A55E8D-DD3F-D964-8A50-62557AF72F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D0F25F-066F-1BC7-9DBD-CE0534FA3724}"/>
              </a:ext>
            </a:extLst>
          </p:cNvPr>
          <p:cNvSpPr>
            <a:spLocks noGrp="1"/>
          </p:cNvSpPr>
          <p:nvPr>
            <p:ph type="body" idx="1"/>
          </p:nvPr>
        </p:nvSpPr>
        <p:spPr/>
        <p:txBody>
          <a:bodyPr/>
          <a:lstStyle/>
          <a:p>
            <a:r>
              <a:rPr kumimoji="1" lang="en-US" altLang="ja-JP" dirty="0"/>
              <a:t>FPGA</a:t>
            </a:r>
            <a:r>
              <a:rPr kumimoji="1" lang="ja-JP" altLang="en-US" dirty="0"/>
              <a:t>に</a:t>
            </a:r>
            <a:endParaRPr kumimoji="1" lang="en-US" altLang="ja-JP" dirty="0"/>
          </a:p>
          <a:p>
            <a:r>
              <a:rPr kumimoji="1" lang="ja-JP" altLang="en-US" dirty="0"/>
              <a:t>いや、違う。トランジスタの気持ちにならねばならない！</a:t>
            </a:r>
          </a:p>
        </p:txBody>
      </p:sp>
      <p:sp>
        <p:nvSpPr>
          <p:cNvPr id="4" name="スライド番号プレースホルダー 3">
            <a:extLst>
              <a:ext uri="{FF2B5EF4-FFF2-40B4-BE49-F238E27FC236}">
                <a16:creationId xmlns:a16="http://schemas.microsoft.com/office/drawing/2014/main" id="{47AC8C52-75D2-0A38-B03E-24FFE3E28D91}"/>
              </a:ext>
            </a:extLst>
          </p:cNvPr>
          <p:cNvSpPr>
            <a:spLocks noGrp="1"/>
          </p:cNvSpPr>
          <p:nvPr>
            <p:ph type="sldNum" sz="quarter" idx="5"/>
          </p:nvPr>
        </p:nvSpPr>
        <p:spPr/>
        <p:txBody>
          <a:bodyPr/>
          <a:lstStyle/>
          <a:p>
            <a:fld id="{203ADBFD-3845-4B2C-B796-730EDA869090}" type="slidenum">
              <a:rPr kumimoji="1" lang="ja-JP" altLang="en-US" smtClean="0"/>
              <a:t>3</a:t>
            </a:fld>
            <a:endParaRPr kumimoji="1" lang="ja-JP" altLang="en-US"/>
          </a:p>
        </p:txBody>
      </p:sp>
    </p:spTree>
    <p:extLst>
      <p:ext uri="{BB962C8B-B14F-4D97-AF65-F5344CB8AC3E}">
        <p14:creationId xmlns:p14="http://schemas.microsoft.com/office/powerpoint/2010/main" val="309691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a:extLst>
            <a:ext uri="{FF2B5EF4-FFF2-40B4-BE49-F238E27FC236}">
              <a16:creationId xmlns:a16="http://schemas.microsoft.com/office/drawing/2014/main" id="{CC114732-D4A8-77C6-37EE-734ACB99A11F}"/>
            </a:ext>
          </a:extLst>
        </p:cNvPr>
        <p:cNvGrpSpPr/>
        <p:nvPr/>
      </p:nvGrpSpPr>
      <p:grpSpPr>
        <a:xfrm>
          <a:off x="0" y="0"/>
          <a:ext cx="0" cy="0"/>
          <a:chOff x="0" y="0"/>
          <a:chExt cx="0" cy="0"/>
        </a:xfrm>
      </p:grpSpPr>
      <p:sp>
        <p:nvSpPr>
          <p:cNvPr id="259" name="Google Shape;259;g238cab7e970_0_397:notes">
            <a:extLst>
              <a:ext uri="{FF2B5EF4-FFF2-40B4-BE49-F238E27FC236}">
                <a16:creationId xmlns:a16="http://schemas.microsoft.com/office/drawing/2014/main" id="{AC8606DA-4E05-77DE-040C-46AA0DE3A0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38cab7e970_0_397:notes">
            <a:extLst>
              <a:ext uri="{FF2B5EF4-FFF2-40B4-BE49-F238E27FC236}">
                <a16:creationId xmlns:a16="http://schemas.microsoft.com/office/drawing/2014/main" id="{DF8562F1-47DF-B2B7-3848-E881ABB786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77824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38cab7e970_0_3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38cab7e970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59643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C12D1F-438B-987B-0E13-209BF4756154}"/>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2F3850D2-C198-C3DE-5F3E-A90C2CDBAC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CFAF48-9A80-07F4-6313-B54A98BC9D25}"/>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7D37A-2BED-2A6D-3DC1-3366B2B98CB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9E5F7D-DDFE-F9E4-DD54-378E23232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4746527-D040-5443-0177-6E40053F588C}"/>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B0D0907D-4C21-8883-E947-6448A26623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7463B1-60A0-C6E4-E841-3B19AA77BCFC}"/>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6031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59964-01BF-57FB-1CC0-19C0CC158E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02D120-064F-01CF-5AFC-13C874239B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6FE018C-6A77-5633-B8D9-D6CDFFCB4E6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5BCDA-9627-B7A3-BEA8-BD42F6A58C91}"/>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5E46805F-154A-1405-1304-7A49F1C325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D934C6-63F5-13B4-C47C-FE75C55E31A1}"/>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7145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BF59BD-743C-1A3C-1E06-EC0400A6886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3F6E40B-496A-6A6B-A7C4-CF7C222CA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288F5C6-F0BB-14AC-664D-44F4C249F25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F23BAD-5894-849A-FB08-DBAC3B7A7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F7EE4B-E5D2-8485-7D50-9F7EE4A674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497A9B-9487-E362-2EEC-84350C3EBEFD}"/>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8" name="フッター プレースホルダー 7">
            <a:extLst>
              <a:ext uri="{FF2B5EF4-FFF2-40B4-BE49-F238E27FC236}">
                <a16:creationId xmlns:a16="http://schemas.microsoft.com/office/drawing/2014/main" id="{14F98089-AE1C-4D0B-918A-D2F72444B5A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73869A7-0F05-037D-5575-90FA0991883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53603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266B5-A3FD-2F5B-DA35-F62463E85D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EE9F867-0389-BABB-FF08-49CC450DDF6B}"/>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4" name="フッター プレースホルダー 3">
            <a:extLst>
              <a:ext uri="{FF2B5EF4-FFF2-40B4-BE49-F238E27FC236}">
                <a16:creationId xmlns:a16="http://schemas.microsoft.com/office/drawing/2014/main" id="{17FC3487-4C5B-B907-947A-8EA8C83BF3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439496-1F32-61E8-C39A-D45B85527B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346469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C9428BF-1252-6C67-319E-E065E4855A90}"/>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3" name="フッター プレースホルダー 2">
            <a:extLst>
              <a:ext uri="{FF2B5EF4-FFF2-40B4-BE49-F238E27FC236}">
                <a16:creationId xmlns:a16="http://schemas.microsoft.com/office/drawing/2014/main" id="{024461D5-0D80-437B-3694-DDF8E1840C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209D58-D1D3-B05C-8F82-6643571C4A72}"/>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53087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296BB-62CA-F9BF-D33A-BE523E2C4C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C2CE8F-D3F1-84FD-7F58-3624D6960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141728-00DD-F741-C725-5EA588964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BAC48E-17F5-862E-6C47-9E90C5EF907C}"/>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7A234C07-7608-48DC-D31A-4921EB4164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1BA1F6-CAD1-C8B3-4F85-773F4B3F0DD7}"/>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776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22E443-800B-9B00-582A-E7716B7A3A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E6FBA55-244A-22B9-9FBA-3B26EF346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5C9A178-486E-7B9E-98DC-B4F57D3E5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A21B99-B569-1EAF-B3BC-22A8D0A0201C}"/>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6" name="フッター プレースホルダー 5">
            <a:extLst>
              <a:ext uri="{FF2B5EF4-FFF2-40B4-BE49-F238E27FC236}">
                <a16:creationId xmlns:a16="http://schemas.microsoft.com/office/drawing/2014/main" id="{50B9A3BF-6B40-E5BD-F983-7CE7433048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AE6CFA-6006-3095-1000-7B85E874950F}"/>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34096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257FDA-8B10-4222-3F59-DAB8A187DA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089F2-3262-40ED-F06D-E151765163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9F5A08-024F-5D32-D108-70A8B5686917}"/>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FE90CA08-2B2E-4DB2-C52F-6891A4D299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8F03D2-F662-D11F-B767-105EA4B8D4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30218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3D17F1B-6923-610E-A2F0-00E67DDF971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EFECBA-16C2-120C-7835-BFE59680600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C56837-B10D-939E-7AF1-0F15E10B0593}"/>
              </a:ext>
            </a:extLst>
          </p:cNvPr>
          <p:cNvSpPr>
            <a:spLocks noGrp="1"/>
          </p:cNvSpPr>
          <p:nvPr>
            <p:ph type="dt" sz="half" idx="10"/>
          </p:nvPr>
        </p:nvSpPr>
        <p:spPr/>
        <p:txBody>
          <a:body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C8400E88-F4FB-BA69-F430-2AAEFF66A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A45F3F-E688-8178-C24F-80B28234730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277533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3B0B8C-32D5-5533-6AE7-6AD1BFE32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B33F-4E30-40CF-8982-DA02651F1878}" type="datetimeFigureOut">
              <a:rPr kumimoji="1" lang="ja-JP" altLang="en-US" smtClean="0"/>
              <a:t>2025/12/26</a:t>
            </a:fld>
            <a:endParaRPr kumimoji="1" lang="ja-JP" altLang="en-US"/>
          </a:p>
        </p:txBody>
      </p:sp>
      <p:sp>
        <p:nvSpPr>
          <p:cNvPr id="5" name="フッター プレースホルダー 4">
            <a:extLst>
              <a:ext uri="{FF2B5EF4-FFF2-40B4-BE49-F238E27FC236}">
                <a16:creationId xmlns:a16="http://schemas.microsoft.com/office/drawing/2014/main" id="{21D8CDA1-39F0-D06D-1F0F-CAAFD6D2D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BBBAB3-0A47-3C1D-2A1A-5A3441106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ishikai.connpass.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iscord.gg/RwAWF5mZSR" TargetMode="External"/><Relationship Id="rId5" Type="http://schemas.openxmlformats.org/officeDocument/2006/relationships/hyperlink" Target="https://ishi-kai.org/" TargetMode="Externa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hyperlink" Target="https://www.noritsuna.jp/download/ishi_20231110_3zki_ver2.pdf" TargetMode="External"/><Relationship Id="rId5" Type="http://schemas.openxmlformats.org/officeDocument/2006/relationships/hyperlink" Target="https://ishikai.connpass.com/event/303102/" TargetMode="External"/><Relationship Id="rId4" Type="http://schemas.openxmlformats.org/officeDocument/2006/relationships/image" Target="../media/image24.jpe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ishikai.connpass.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iscord.gg/RwAWF5mZSR" TargetMode="External"/><Relationship Id="rId5" Type="http://schemas.openxmlformats.org/officeDocument/2006/relationships/hyperlink" Target="https://ishi-kai.org/"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kumimoji="1" lang="en-US" altLang="ja-JP" sz="6600" dirty="0">
                <a:solidFill>
                  <a:schemeClr val="bg1"/>
                </a:solidFill>
              </a:rPr>
              <a:t>CPU</a:t>
            </a:r>
            <a:r>
              <a:rPr kumimoji="1" lang="ja-JP" altLang="en-US" sz="6600">
                <a:solidFill>
                  <a:schemeClr val="bg1"/>
                </a:solidFill>
              </a:rPr>
              <a:t>の気持ちを理解しよう！</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a:solidFill>
                  <a:schemeClr val="bg1"/>
                </a:solidFill>
              </a:rPr>
              <a:t>ISHI</a:t>
            </a:r>
            <a:r>
              <a:rPr lang="zh-TW" altLang="en-US">
                <a:solidFill>
                  <a:schemeClr val="bg1"/>
                </a:solidFill>
              </a:rPr>
              <a:t>会</a:t>
            </a:r>
            <a:endParaRPr lang="en-US" altLang="zh-TW">
              <a:solidFill>
                <a:schemeClr val="bg1"/>
              </a:solidFill>
            </a:endParaRPr>
          </a:p>
          <a:p>
            <a:r>
              <a:rPr lang="en-US" altLang="zh-TW">
                <a:solidFill>
                  <a:schemeClr val="bg1"/>
                </a:solidFill>
                <a:hlinkClick r:id="rId3"/>
              </a:rPr>
              <a:t>https://ishi-kai.org/</a:t>
            </a:r>
            <a:endParaRPr lang="en-US" altLang="zh-TW">
              <a:solidFill>
                <a:schemeClr val="bg1"/>
              </a:solidFill>
            </a:endParaRPr>
          </a:p>
          <a:p>
            <a:r>
              <a:rPr lang="en-US" altLang="zh-TW">
                <a:solidFill>
                  <a:schemeClr val="bg1"/>
                </a:solidFill>
              </a:rPr>
              <a:t>Mail: </a:t>
            </a:r>
            <a:r>
              <a:rPr lang="en-US" altLang="zh-TW" err="1">
                <a:solidFill>
                  <a:schemeClr val="bg1"/>
                </a:solidFill>
              </a:rPr>
              <a:t>info@ishi-kai.org</a:t>
            </a:r>
            <a:endParaRPr lang="en-US" altLang="zh-TW">
              <a:solidFill>
                <a:schemeClr val="bg1"/>
              </a:solidFill>
            </a:endParaRP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17445725-B261-FFD0-3BDF-1C54181FE2C4}"/>
              </a:ext>
            </a:extLst>
          </p:cNvPr>
          <p:cNvPicPr>
            <a:picLocks noChangeAspect="1"/>
          </p:cNvPicPr>
          <p:nvPr/>
        </p:nvPicPr>
        <p:blipFill>
          <a:blip r:embed="rId3"/>
          <a:stretch>
            <a:fillRect/>
          </a:stretch>
        </p:blipFill>
        <p:spPr>
          <a:xfrm>
            <a:off x="9027042" y="4590284"/>
            <a:ext cx="1894547" cy="2267716"/>
          </a:xfrm>
          <a:prstGeom prst="rect">
            <a:avLst/>
          </a:prstGeom>
        </p:spPr>
      </p:pic>
      <p:sp>
        <p:nvSpPr>
          <p:cNvPr id="6" name="吹き出し: 四角形 5">
            <a:extLst>
              <a:ext uri="{FF2B5EF4-FFF2-40B4-BE49-F238E27FC236}">
                <a16:creationId xmlns:a16="http://schemas.microsoft.com/office/drawing/2014/main" id="{FD38BCDD-54E1-69FA-B912-05ABC6C40D7B}"/>
              </a:ext>
            </a:extLst>
          </p:cNvPr>
          <p:cNvSpPr/>
          <p:nvPr/>
        </p:nvSpPr>
        <p:spPr>
          <a:xfrm>
            <a:off x="2217684" y="215461"/>
            <a:ext cx="4824247" cy="5838498"/>
          </a:xfrm>
          <a:prstGeom prst="wedgeRectCallout">
            <a:avLst>
              <a:gd name="adj1" fmla="val 97900"/>
              <a:gd name="adj2" fmla="val 3512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74" name="Picture 2">
            <a:extLst>
              <a:ext uri="{FF2B5EF4-FFF2-40B4-BE49-F238E27FC236}">
                <a16:creationId xmlns:a16="http://schemas.microsoft.com/office/drawing/2014/main" id="{6D38ADCB-E4C5-0017-C849-7FE0CDC345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816" y="410995"/>
            <a:ext cx="4320788" cy="547063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394091E9-932E-3B38-6FD5-FECF2AE5F8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24184" y="410995"/>
            <a:ext cx="3810000" cy="314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43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14960-67B3-89F5-9244-031E2742D5D0}"/>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44F2DC5D-E478-96F3-DE6E-8CFA9F4CC55D}"/>
              </a:ext>
            </a:extLst>
          </p:cNvPr>
          <p:cNvPicPr>
            <a:picLocks noChangeAspect="1"/>
          </p:cNvPicPr>
          <p:nvPr/>
        </p:nvPicPr>
        <p:blipFill>
          <a:blip r:embed="rId3"/>
          <a:stretch>
            <a:fillRect/>
          </a:stretch>
        </p:blipFill>
        <p:spPr>
          <a:xfrm>
            <a:off x="9027042" y="4590284"/>
            <a:ext cx="1894547" cy="2267716"/>
          </a:xfrm>
          <a:prstGeom prst="rect">
            <a:avLst/>
          </a:prstGeom>
        </p:spPr>
      </p:pic>
      <p:sp>
        <p:nvSpPr>
          <p:cNvPr id="6" name="吹き出し: 四角形 5">
            <a:extLst>
              <a:ext uri="{FF2B5EF4-FFF2-40B4-BE49-F238E27FC236}">
                <a16:creationId xmlns:a16="http://schemas.microsoft.com/office/drawing/2014/main" id="{7E7AEE06-252F-1D7B-FDFF-665F5EF30F1B}"/>
              </a:ext>
            </a:extLst>
          </p:cNvPr>
          <p:cNvSpPr/>
          <p:nvPr/>
        </p:nvSpPr>
        <p:spPr>
          <a:xfrm>
            <a:off x="2217684" y="215461"/>
            <a:ext cx="4824247" cy="5838498"/>
          </a:xfrm>
          <a:prstGeom prst="wedgeRectCallout">
            <a:avLst>
              <a:gd name="adj1" fmla="val 97900"/>
              <a:gd name="adj2" fmla="val 35127"/>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074" name="Picture 2">
            <a:extLst>
              <a:ext uri="{FF2B5EF4-FFF2-40B4-BE49-F238E27FC236}">
                <a16:creationId xmlns:a16="http://schemas.microsoft.com/office/drawing/2014/main" id="{6017FC6F-CF88-AD28-5544-675830E7D7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816" y="410995"/>
            <a:ext cx="4320788" cy="547063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C0E225C7-C4D2-F0A6-0F69-97D98B3E94D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8943" y="2976944"/>
            <a:ext cx="1924189" cy="2133598"/>
          </a:xfrm>
          <a:prstGeom prst="rect">
            <a:avLst/>
          </a:prstGeom>
          <a:noFill/>
          <a:extLst>
            <a:ext uri="{909E8E84-426E-40DD-AFC4-6F175D3DCCD1}">
              <a14:hiddenFill xmlns:a14="http://schemas.microsoft.com/office/drawing/2010/main">
                <a:solidFill>
                  <a:srgbClr val="FFFFFF"/>
                </a:solidFill>
              </a14:hiddenFill>
            </a:ext>
          </a:extLst>
        </p:spPr>
      </p:pic>
      <p:sp>
        <p:nvSpPr>
          <p:cNvPr id="9" name="テキスト ボックス 8">
            <a:extLst>
              <a:ext uri="{FF2B5EF4-FFF2-40B4-BE49-F238E27FC236}">
                <a16:creationId xmlns:a16="http://schemas.microsoft.com/office/drawing/2014/main" id="{B880ED82-169F-8F35-A715-24CF08AAB3E7}"/>
              </a:ext>
            </a:extLst>
          </p:cNvPr>
          <p:cNvSpPr txBox="1"/>
          <p:nvPr/>
        </p:nvSpPr>
        <p:spPr>
          <a:xfrm>
            <a:off x="2680138" y="400485"/>
            <a:ext cx="1891862" cy="646331"/>
          </a:xfrm>
          <a:prstGeom prst="rect">
            <a:avLst/>
          </a:prstGeom>
          <a:noFill/>
        </p:spPr>
        <p:txBody>
          <a:bodyPr wrap="square" rtlCol="0">
            <a:spAutoFit/>
          </a:bodyPr>
          <a:lstStyle/>
          <a:p>
            <a:r>
              <a:rPr kumimoji="1" lang="ja-JP" altLang="en-US" b="1" dirty="0"/>
              <a:t>トランジスタ</a:t>
            </a:r>
            <a:endParaRPr kumimoji="1" lang="en-US" altLang="ja-JP" b="1" dirty="0"/>
          </a:p>
          <a:p>
            <a:r>
              <a:rPr kumimoji="1" lang="ja-JP" altLang="en-US" b="1" dirty="0"/>
              <a:t>─ ─ ─ ─ ─</a:t>
            </a:r>
          </a:p>
        </p:txBody>
      </p:sp>
    </p:spTree>
    <p:extLst>
      <p:ext uri="{BB962C8B-B14F-4D97-AF65-F5344CB8AC3E}">
        <p14:creationId xmlns:p14="http://schemas.microsoft.com/office/powerpoint/2010/main" val="41721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0-#ppt_h/2"/>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3076"/>
                                        </p:tgtEl>
                                        <p:attrNameLst>
                                          <p:attrName>style.visibility</p:attrName>
                                        </p:attrNameLst>
                                      </p:cBhvr>
                                      <p:to>
                                        <p:strVal val="visible"/>
                                      </p:to>
                                    </p:set>
                                    <p:anim calcmode="lin" valueType="num">
                                      <p:cBhvr additive="base">
                                        <p:cTn id="11" dur="500" fill="hold"/>
                                        <p:tgtEl>
                                          <p:spTgt spid="3076"/>
                                        </p:tgtEl>
                                        <p:attrNameLst>
                                          <p:attrName>ppt_x</p:attrName>
                                        </p:attrNameLst>
                                      </p:cBhvr>
                                      <p:tavLst>
                                        <p:tav tm="0">
                                          <p:val>
                                            <p:strVal val="#ppt_x"/>
                                          </p:val>
                                        </p:tav>
                                        <p:tav tm="100000">
                                          <p:val>
                                            <p:strVal val="#ppt_x"/>
                                          </p:val>
                                        </p:tav>
                                      </p:tavLst>
                                    </p:anim>
                                    <p:anim calcmode="lin" valueType="num">
                                      <p:cBhvr additive="base">
                                        <p:cTn id="12" dur="500" fill="hold"/>
                                        <p:tgtEl>
                                          <p:spTgt spid="307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1">
          <a:extLst>
            <a:ext uri="{FF2B5EF4-FFF2-40B4-BE49-F238E27FC236}">
              <a16:creationId xmlns:a16="http://schemas.microsoft.com/office/drawing/2014/main" id="{A1F86C46-91AB-2DC3-F878-CF756A8D248D}"/>
            </a:ext>
          </a:extLst>
        </p:cNvPr>
        <p:cNvGrpSpPr/>
        <p:nvPr/>
      </p:nvGrpSpPr>
      <p:grpSpPr>
        <a:xfrm>
          <a:off x="0" y="0"/>
          <a:ext cx="0" cy="0"/>
          <a:chOff x="0" y="0"/>
          <a:chExt cx="0" cy="0"/>
        </a:xfrm>
      </p:grpSpPr>
      <p:sp>
        <p:nvSpPr>
          <p:cNvPr id="277" name="Rectangle 278">
            <a:extLst>
              <a:ext uri="{FF2B5EF4-FFF2-40B4-BE49-F238E27FC236}">
                <a16:creationId xmlns:a16="http://schemas.microsoft.com/office/drawing/2014/main" id="{08085C9E-30EA-58B5-6C88-D6C79B450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Google Shape;263;p45">
            <a:extLst>
              <a:ext uri="{FF2B5EF4-FFF2-40B4-BE49-F238E27FC236}">
                <a16:creationId xmlns:a16="http://schemas.microsoft.com/office/drawing/2014/main" id="{20AA0004-FF9C-9A3C-A35A-EFF03D03CCAF}"/>
              </a:ext>
            </a:extLst>
          </p:cNvPr>
          <p:cNvSpPr txBox="1">
            <a:spLocks noGrp="1"/>
          </p:cNvSpPr>
          <p:nvPr>
            <p:ph type="title"/>
          </p:nvPr>
        </p:nvSpPr>
        <p:spPr>
          <a:xfrm>
            <a:off x="6477270" y="368625"/>
            <a:ext cx="5196988" cy="1773326"/>
          </a:xfrm>
          <a:prstGeom prst="rect">
            <a:avLst/>
          </a:prstGeom>
        </p:spPr>
        <p:txBody>
          <a:bodyPr spcFirstLastPara="1" vert="horz" lIns="121900" tIns="121900" rIns="121900" bIns="121900" rtlCol="0" anchor="b" anchorCtr="0">
            <a:normAutofit/>
          </a:bodyPr>
          <a:lstStyle/>
          <a:p>
            <a:pPr>
              <a:spcBef>
                <a:spcPts val="0"/>
              </a:spcBef>
            </a:pPr>
            <a:r>
              <a:rPr lang="en-US" altLang="ja-JP" sz="3600" dirty="0">
                <a:solidFill>
                  <a:schemeClr val="bg1"/>
                </a:solidFill>
              </a:rPr>
              <a:t>ISHI</a:t>
            </a:r>
            <a:r>
              <a:rPr lang="ja-JP" altLang="en-US" sz="3600" dirty="0">
                <a:solidFill>
                  <a:schemeClr val="bg1"/>
                </a:solidFill>
              </a:rPr>
              <a:t>会＝</a:t>
            </a:r>
            <a:br>
              <a:rPr lang="en-US" altLang="ja-JP" sz="3600" dirty="0">
                <a:solidFill>
                  <a:schemeClr val="bg1"/>
                </a:solidFill>
              </a:rPr>
            </a:br>
            <a:r>
              <a:rPr lang="ja-JP" altLang="en-US" sz="3600" dirty="0">
                <a:solidFill>
                  <a:schemeClr val="bg1"/>
                </a:solidFill>
              </a:rPr>
              <a:t>オープンソース半導体</a:t>
            </a:r>
            <a:br>
              <a:rPr lang="en-US" altLang="ja-JP" sz="3600" dirty="0">
                <a:solidFill>
                  <a:schemeClr val="bg1"/>
                </a:solidFill>
              </a:rPr>
            </a:br>
            <a:r>
              <a:rPr lang="ja-JP" altLang="en-US" sz="3600" dirty="0">
                <a:solidFill>
                  <a:schemeClr val="bg1"/>
                </a:solidFill>
              </a:rPr>
              <a:t>コミュニティー</a:t>
            </a:r>
          </a:p>
        </p:txBody>
      </p:sp>
      <p:grpSp>
        <p:nvGrpSpPr>
          <p:cNvPr id="280" name="Group 280">
            <a:extLst>
              <a:ext uri="{FF2B5EF4-FFF2-40B4-BE49-F238E27FC236}">
                <a16:creationId xmlns:a16="http://schemas.microsoft.com/office/drawing/2014/main" id="{FE6FCFB8-B710-86B8-6324-1604B04FE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41571" y="70488"/>
            <a:ext cx="3501861" cy="3501861"/>
            <a:chOff x="4690043" y="291695"/>
            <a:chExt cx="3055711" cy="3055711"/>
          </a:xfrm>
        </p:grpSpPr>
        <p:sp>
          <p:nvSpPr>
            <p:cNvPr id="282" name="Oval 281">
              <a:extLst>
                <a:ext uri="{FF2B5EF4-FFF2-40B4-BE49-F238E27FC236}">
                  <a16:creationId xmlns:a16="http://schemas.microsoft.com/office/drawing/2014/main" id="{53CB8EBA-0D3B-1F5F-A8B6-F1D9896F38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4AC793DC-ABC4-A72B-59D0-442FFAF9A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4" name="Group 284">
            <a:extLst>
              <a:ext uri="{FF2B5EF4-FFF2-40B4-BE49-F238E27FC236}">
                <a16:creationId xmlns:a16="http://schemas.microsoft.com/office/drawing/2014/main" id="{48F8198E-2F68-258A-C434-868088BCA9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5057" y="3240578"/>
            <a:ext cx="3297290" cy="3297290"/>
            <a:chOff x="4690043" y="291695"/>
            <a:chExt cx="3055711" cy="3055711"/>
          </a:xfrm>
        </p:grpSpPr>
        <p:sp>
          <p:nvSpPr>
            <p:cNvPr id="286" name="Oval 285">
              <a:extLst>
                <a:ext uri="{FF2B5EF4-FFF2-40B4-BE49-F238E27FC236}">
                  <a16:creationId xmlns:a16="http://schemas.microsoft.com/office/drawing/2014/main" id="{69DAB046-4FF6-3955-F56B-ACE9553F4F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10B10377-9190-C35F-EC6B-3A8A22894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8" name="Oval 288">
            <a:extLst>
              <a:ext uri="{FF2B5EF4-FFF2-40B4-BE49-F238E27FC236}">
                <a16:creationId xmlns:a16="http://schemas.microsoft.com/office/drawing/2014/main" id="{EDE0191D-99C4-0B99-46FB-EB361C62DA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30573"/>
            <a:ext cx="3483100" cy="3483100"/>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7" name="Graphic 190">
            <a:extLst>
              <a:ext uri="{FF2B5EF4-FFF2-40B4-BE49-F238E27FC236}">
                <a16:creationId xmlns:a16="http://schemas.microsoft.com/office/drawing/2014/main" id="{D9ED7ECF-5F72-6A7E-C657-8553DAF7B4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0828" y="1091857"/>
            <a:ext cx="1291642" cy="429215"/>
            <a:chOff x="2504802" y="1755501"/>
            <a:chExt cx="1598829" cy="531293"/>
          </a:xfrm>
          <a:solidFill>
            <a:schemeClr val="bg1"/>
          </a:solidFill>
        </p:grpSpPr>
        <p:sp>
          <p:nvSpPr>
            <p:cNvPr id="292" name="Freeform: Shape 291">
              <a:extLst>
                <a:ext uri="{FF2B5EF4-FFF2-40B4-BE49-F238E27FC236}">
                  <a16:creationId xmlns:a16="http://schemas.microsoft.com/office/drawing/2014/main" id="{FB2E6088-9FF3-02A4-4943-EAE4907FD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C92BE096-BB0A-C41F-D445-52123A739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pic>
        <p:nvPicPr>
          <p:cNvPr id="265" name="Google Shape;265;p45" descr="グラフ, 棒グラフ&#10;&#10;AI 生成コンテンツは誤りを含む可能性があります。">
            <a:extLst>
              <a:ext uri="{FF2B5EF4-FFF2-40B4-BE49-F238E27FC236}">
                <a16:creationId xmlns:a16="http://schemas.microsoft.com/office/drawing/2014/main" id="{BA8A0FCE-32B7-A899-A123-F6414FE446AA}"/>
              </a:ext>
            </a:extLst>
          </p:cNvPr>
          <p:cNvPicPr preferRelativeResize="0"/>
          <p:nvPr/>
        </p:nvPicPr>
        <p:blipFill>
          <a:blip r:embed="rId3"/>
          <a:stretch>
            <a:fillRect/>
          </a:stretch>
        </p:blipFill>
        <p:spPr>
          <a:xfrm>
            <a:off x="2511201" y="709301"/>
            <a:ext cx="2492817" cy="2113201"/>
          </a:xfrm>
          <a:prstGeom prst="rect">
            <a:avLst/>
          </a:prstGeom>
          <a:noFill/>
        </p:spPr>
      </p:pic>
      <p:sp>
        <p:nvSpPr>
          <p:cNvPr id="641" name="Oval 294">
            <a:extLst>
              <a:ext uri="{FF2B5EF4-FFF2-40B4-BE49-F238E27FC236}">
                <a16:creationId xmlns:a16="http://schemas.microsoft.com/office/drawing/2014/main" id="{DFC6BF45-8B6C-A2F3-3FA5-C4AC3C500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093" y="3195231"/>
            <a:ext cx="3281677" cy="328167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4" name="Google Shape;264;p45" descr="QR コード&#10;&#10;AI 生成コンテンツは誤りを含む可能性があります。">
            <a:extLst>
              <a:ext uri="{FF2B5EF4-FFF2-40B4-BE49-F238E27FC236}">
                <a16:creationId xmlns:a16="http://schemas.microsoft.com/office/drawing/2014/main" id="{7477D0EE-FE3A-ED5E-D023-0AD8C120D3BF}"/>
              </a:ext>
            </a:extLst>
          </p:cNvPr>
          <p:cNvPicPr preferRelativeResize="0"/>
          <p:nvPr/>
        </p:nvPicPr>
        <p:blipFill>
          <a:blip r:embed="rId4"/>
          <a:stretch>
            <a:fillRect/>
          </a:stretch>
        </p:blipFill>
        <p:spPr>
          <a:xfrm>
            <a:off x="1152048" y="3904608"/>
            <a:ext cx="1895767" cy="1895767"/>
          </a:xfrm>
          <a:prstGeom prst="rect">
            <a:avLst/>
          </a:prstGeom>
          <a:noFill/>
        </p:spPr>
      </p:pic>
      <p:grpSp>
        <p:nvGrpSpPr>
          <p:cNvPr id="642" name="Graphic 4">
            <a:extLst>
              <a:ext uri="{FF2B5EF4-FFF2-40B4-BE49-F238E27FC236}">
                <a16:creationId xmlns:a16="http://schemas.microsoft.com/office/drawing/2014/main" id="{5E4FB1BA-E99A-C67B-B029-EEF5895877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97585" y="3139252"/>
            <a:ext cx="1330536" cy="1330521"/>
            <a:chOff x="5734037" y="3067039"/>
            <a:chExt cx="724483" cy="724489"/>
          </a:xfrm>
          <a:solidFill>
            <a:schemeClr val="bg1"/>
          </a:solidFill>
        </p:grpSpPr>
        <p:sp>
          <p:nvSpPr>
            <p:cNvPr id="298" name="Freeform: Shape 297">
              <a:extLst>
                <a:ext uri="{FF2B5EF4-FFF2-40B4-BE49-F238E27FC236}">
                  <a16:creationId xmlns:a16="http://schemas.microsoft.com/office/drawing/2014/main" id="{71242C85-8187-3637-3808-451DEFCF8B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FC55C7EE-6A7D-9A97-0209-0EA7EC606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CF0474D7-0821-72F8-B058-E847840E6F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4F59EB49-4EFF-0267-535B-6083B9621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09FFE3A-9064-35E9-90F4-3A4091DDE7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432A1890-10F5-0A05-B63C-43490B355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1A0EADC6-CEBB-1EEC-4C8E-3C24DC812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85F4F566-1AEA-2CBD-3DC9-0DD837361F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073EFFF4-AE10-2167-9396-775A3E16A8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7EDFF588-9F86-525D-F589-5D7D51FF1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45B7BD94-EC6B-459D-152E-B87F2C5AB0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500A7F92-F44C-1F8F-68CB-CB35492139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FBF9DB15-48F4-FC9D-ED39-D90676781B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D28E9067-CD34-8DB2-5D3A-37D5F72F80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968F8AFA-11A2-24D7-ED78-85275D6C1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BB19EDE2-381E-CCF6-258C-1E9635E5B5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45AA73C3-59C7-1D98-4375-0095D13C9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3D839230-F397-A412-A2F7-5ED061587C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21DA815F-9643-7CAC-F218-A20325592C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5C74DF82-F24A-E9B5-B48D-E7E74C99E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CEE5B26A-DA03-9B66-477C-535FC0EF0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46B26441-2047-DB2D-0EDD-FA68C98EB0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488B4B89-7784-5374-C6DB-2E72A36F95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DE51D8E8-D013-FDE8-DFF0-87718F6AA3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D535445D-B822-31F4-64F8-4B7C202683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D4894EA8-4908-A2D6-287B-1D40998BE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7D78C613-723F-8969-FFA6-2782CC3961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BC765348-4F74-2588-855D-BCEB8E67F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A7A0AE3C-F510-52B4-2FB1-7421D33502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363DC0F8-6E2A-80E1-5966-4C32E4A33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BF7571C5-598A-F05F-CCF4-434C436BB8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E46AA6C9-2790-0463-D803-150992119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C858744A-18FE-2EE2-EFBE-5688B41D7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29BFBC1B-7B1C-45C7-024B-82E6DBE39C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7D18E0A2-8A64-4A52-A06F-F27D08D9F0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05C92867-0486-1C8C-C8B2-F8A90500A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8E3A8261-4918-B94C-92AE-C61817ED11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AA8402E5-B903-E2F3-BBC1-69D55F2420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E45A497E-3F81-2AF1-1000-29E6BB7C9B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5FF03A88-B1F5-BEA1-2347-51566D866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BB2AF286-E847-55A2-7A35-6DDCC465D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50BFA3DF-E3A9-5796-06AA-5D278B301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22044E63-1147-84B3-F4BB-5604F393E2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C4076492-7F7D-9DE3-C465-7DAD92608D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4ABF116B-F19D-BB7F-D75D-E1D1865051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5EDA95B4-21A6-8E68-B252-FC59EC4ADB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F706C22E-6FDA-112F-9711-D1AD99A7FA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EECB21AB-0305-6451-8A47-4330656E7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1E43EA25-55D4-FE3D-BB0C-2DB1110E81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2AF7909C-966F-885F-2BD3-3742E48FF9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61F8638-EA2A-0633-A16D-6266E8237B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754839F9-3F5C-9F68-4590-F3F8588972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43755606-E762-85C7-0AF4-E63252559C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FB424D95-38B1-4D69-89A2-49BD94CA4E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AA97589-A68B-DA2A-0BC0-50EF212204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101F37FE-FAEE-0CCB-061E-097162F8C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FEA2629-0D32-CCD4-231B-B0B8E66DF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CF266536-7ABF-C20D-B654-C48BDA498F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8DACB24A-A12A-F6D5-CCC2-AD65FC6C6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338FDCEC-4CF9-BD2E-72B0-94E3D65B73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6F539CFD-B604-3910-0EDA-C9CD8515AD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3B6118BD-7686-8DC9-C11E-BFCFB09F01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5017B79F-DC18-FD00-FBD5-A5063B34B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CC39EB6B-82C1-335D-B944-52AF70905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0CD1B599-FBC6-279D-E6B9-C814A4D41E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4BA87F8A-6DD7-A1A1-BD73-6E6A54C89D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1E48710F-6D0A-38A9-CEBA-91CF51264F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A2DBC67B-1B13-D167-88B8-2ABDAC4624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32835A91-8FCB-173C-C99A-451F3A3450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403727DF-7AA5-13D3-26D0-9F5AA4B1BE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C1F86412-4A18-E12B-2FC0-5C634D8C9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29250C55-226D-CBB9-FFA4-646BD46BF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115940E8-4256-DFCE-518E-F86A3A9BBE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DCE54513-E386-1178-1F5D-1AD8652BC4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D918D776-F412-806A-AF3A-F9A8026B43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A12017BA-37CC-64F1-A3E5-25A18FD32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4AD53AED-9083-80F8-C53D-597BBF883B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3E0A46A4-2FBD-B36A-F7C1-2E5FB1707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DE1CCF26-32E7-5F72-06B4-16D8975D07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3C72F909-7934-D455-A650-33E09EC93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B1D85BFE-B92C-7B3D-1AEC-166C3ACAF4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B619FC1A-9073-6CCF-D871-31B7E63F0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9B458EB4-BAEE-30FE-BA1C-8DD488D3C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BD402421-6B13-2FCB-8266-534769B6D1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A5EF3DBF-DED2-0654-F2A4-8BF163CC9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9D7DBE22-FC1B-AF4A-6E7F-844CE5779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0FE647E4-78A6-8B70-9BB4-0B6EFA8E58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D15D47C3-5BBA-E5D9-E09A-C5FDE81C0E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D1E51E7B-D9C9-7B7F-1096-A32CD73078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8275217E-8F6E-20EA-5B57-99F6B84048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F5A4C833-5A95-9F32-B43D-D25806E98F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BC8EBD14-5BDB-E516-00C8-DA13BE23AC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28AD22C3-50FC-0C79-0869-036F4E9C8E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D61ECB1A-CE1F-54A6-B443-C077484D1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2E7503E4-DCB8-A713-3B5C-D28BC86BB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51F118BA-FC00-6DFE-D2C4-A85ACDE645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26BF9FF6-3E5F-4DD3-E328-3787D5428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F3DED18C-05AF-3B3D-E4C8-9EFBDD865E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F1C38928-5F1D-6E28-B90D-8097D7E281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F28C3B68-83DA-0795-C98B-5AD51F78E6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E611012C-7B48-767F-04B2-8DBCA6FC55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F18763E3-26DD-F8B5-76C9-CDFE274F63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DAF7DEEC-B3C0-1C0E-1617-9B888CA474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D82DC9C2-7039-2975-44E5-9D74B1B195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F2C8722D-3D69-A592-9483-23E8E4CFE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90C5C038-8E1D-1B13-E566-02D67E1510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D5C74D3E-AC47-89D3-9FAA-C07C9277C3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91488F79-F698-5DE8-CB31-2E83CCCD91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63E43E6D-2312-5854-13AC-33DC0DE20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B597615C-EF55-5AFD-AB3B-C26202997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8F3E8EA3-BA53-279D-8510-B21ED4008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58C7DB50-1634-0FE0-B196-10B36E58A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2AE722C5-859F-C57D-5B57-CC59D765A0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6B05DB80-94CD-01B8-DCCC-98BC0138E1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A213D425-0A36-1E16-626D-907A12F81F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421F310F-DD15-EB54-6440-C8D0BEA61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F9D77D0A-50E6-640F-85DA-E1C2FED168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A2650B4B-EBA9-9E84-CA58-E59338463D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C68794F0-0BC9-FF0C-F1F3-DA20DBBB4F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D1FC323A-FCF3-D60E-805F-19768B1040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63A68E8C-EFB8-8BC4-FB22-E1CCB616B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9DADA2E0-1FF8-F296-AFA7-22CF53CAB7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955EF7BC-2CAC-F599-5437-F932F770C8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683C0A62-61A5-BF79-30E7-CB847C39A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3F8AE6FC-F453-E7B5-D69F-955F960276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6D40437C-FC38-56D7-585F-BACE83E395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C3704D24-0710-F916-92F4-6E99D54BD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D0754E88-5FA2-580E-BC5B-A6B8B2AEB9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B6C4D649-9CED-86E1-2F8A-1DD0CD6117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BE153533-87C1-99FB-D0BA-32097EED14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007F2022-0EDF-91FE-ED64-225FCB2BEE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0A8D844C-F2CD-3825-8564-3075BE53BE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65BBF9CB-3521-9678-9C2D-D0905E273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B95E6E8D-D1DF-2911-AD91-6C06458B7E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994A0439-C701-A298-12E8-FCC39DB0EA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C32AE2D9-6A51-F7E6-41E2-8A574F2BB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3D4C47CF-EEA2-DC39-71D5-19B63315FF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9CF80FFE-8B40-F5F1-B3BD-C06B0CA02B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2413BC73-2150-7644-FDD8-57EF903C0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5192B011-CFBC-C129-8C52-65251B4DB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76A6746A-C901-5DD6-FD78-7369924B76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E7300704-5253-B609-7E03-F886A8F2F8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CD638E17-AA81-E3E3-3AC9-D1F50017B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0844BABC-9E84-72E3-4B1A-AF522DEC9D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40679A2B-48F2-EB84-DB2F-F3B5076EFD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46618FC1-7361-1011-CB8C-B413F08E55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EB57CBCA-84CB-026F-01B1-22EF781FD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DB390AD0-9C48-813E-3561-F5E493FCFA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0C11412B-B1DF-CC2B-FDF2-83D946AF2A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415E528C-9D02-638C-863F-7B2A16E41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1309287F-745C-D07C-94C6-580D4A7787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BF7FACF6-6048-CFE6-324F-530BF7F6A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B030CB82-00F9-6E3E-3CB2-73816C77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E935513A-5094-B903-7474-506726D4B0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AF9FC97C-A563-F0EE-BDC2-703DAE314A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00B54499-D335-42D9-D138-F33191620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421F4512-CF86-1BAE-57F4-2390A429A9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D27C574A-E805-AC30-31F8-625AAC22D0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9D86A6DF-3978-C055-AC23-B215D6EA6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2AB3804C-15DA-895F-B5E0-F5FFBF0F5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391EF013-9C72-687B-27E6-7B48BE47A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3EA44FE2-379B-3D54-7FE3-F69ADCCFDD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D33558A8-0D4E-7FE4-A2B6-DDC3D222B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9310F7F7-2BB6-85AB-123D-C298C9667E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A4079647-75B9-8E78-75C4-2627B56C24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F64FD26D-4C45-0869-14D8-EA0825D72E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9F034601-41AE-F569-3651-13CE2D60C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3ACEC5D2-17A6-59D1-F343-4D0C651CCD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1EBCFC8B-7AA7-2946-809C-8F2F7F1F18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262" name="Google Shape;262;p45">
            <a:extLst>
              <a:ext uri="{FF2B5EF4-FFF2-40B4-BE49-F238E27FC236}">
                <a16:creationId xmlns:a16="http://schemas.microsoft.com/office/drawing/2014/main" id="{788C5A74-1947-A817-977C-3CB109B61B85}"/>
              </a:ext>
            </a:extLst>
          </p:cNvPr>
          <p:cNvSpPr txBox="1">
            <a:spLocks noGrp="1"/>
          </p:cNvSpPr>
          <p:nvPr>
            <p:ph idx="1"/>
          </p:nvPr>
        </p:nvSpPr>
        <p:spPr>
          <a:xfrm>
            <a:off x="6477270" y="2315879"/>
            <a:ext cx="5714730" cy="3810301"/>
          </a:xfrm>
          <a:prstGeom prst="rect">
            <a:avLst/>
          </a:prstGeom>
        </p:spPr>
        <p:txBody>
          <a:bodyPr spcFirstLastPara="1" vert="horz" lIns="121900" tIns="121900" rIns="121900" bIns="121900" rtlCol="0" anchor="t" anchorCtr="0">
            <a:normAutofit/>
          </a:bodyPr>
          <a:lstStyle/>
          <a:p>
            <a:pPr marL="609585" indent="-474121">
              <a:spcBef>
                <a:spcPts val="0"/>
              </a:spcBef>
              <a:spcAft>
                <a:spcPts val="600"/>
              </a:spcAft>
              <a:buSzPts val="2000"/>
              <a:buChar char="●"/>
            </a:pPr>
            <a:r>
              <a:rPr lang="ja-JP" altLang="en-US" sz="1600" dirty="0">
                <a:solidFill>
                  <a:schemeClr val="bg1"/>
                </a:solidFill>
              </a:rPr>
              <a:t>メンバー数</a:t>
            </a:r>
          </a:p>
          <a:p>
            <a:pPr marL="1371554" lvl="1" indent="-440256">
              <a:spcBef>
                <a:spcPts val="0"/>
              </a:spcBef>
              <a:spcAft>
                <a:spcPts val="600"/>
              </a:spcAft>
              <a:buSzPts val="1600"/>
              <a:buChar char="■"/>
            </a:pPr>
            <a:r>
              <a:rPr lang="en-US" altLang="ja-JP" sz="1600" dirty="0">
                <a:solidFill>
                  <a:schemeClr val="bg1"/>
                </a:solidFill>
              </a:rPr>
              <a:t>550</a:t>
            </a:r>
            <a:r>
              <a:rPr lang="ja-JP" altLang="en-US" sz="1600" dirty="0">
                <a:solidFill>
                  <a:schemeClr val="bg1"/>
                </a:solidFill>
              </a:rPr>
              <a:t>名</a:t>
            </a:r>
            <a:r>
              <a:rPr lang="en-US" altLang="ja-JP" sz="1600" dirty="0">
                <a:solidFill>
                  <a:schemeClr val="bg1"/>
                </a:solidFill>
              </a:rPr>
              <a:t>Over</a:t>
            </a:r>
            <a:r>
              <a:rPr lang="ja-JP" altLang="en-US" sz="1600" dirty="0">
                <a:solidFill>
                  <a:schemeClr val="bg1"/>
                </a:solidFill>
              </a:rPr>
              <a:t>（</a:t>
            </a:r>
            <a:r>
              <a:rPr lang="en-US" altLang="ja-JP" sz="1600" dirty="0">
                <a:solidFill>
                  <a:schemeClr val="bg1"/>
                </a:solidFill>
              </a:rPr>
              <a:t>20-30</a:t>
            </a:r>
            <a:r>
              <a:rPr lang="ja-JP" altLang="en-US" sz="1600" dirty="0">
                <a:solidFill>
                  <a:schemeClr val="bg1"/>
                </a:solidFill>
              </a:rPr>
              <a:t>名ほど常にアクティブ）</a:t>
            </a:r>
          </a:p>
          <a:p>
            <a:pPr marL="609585" indent="-474121">
              <a:spcBef>
                <a:spcPts val="0"/>
              </a:spcBef>
              <a:spcAft>
                <a:spcPts val="600"/>
              </a:spcAft>
              <a:buSzPts val="2000"/>
              <a:buChar char="●"/>
            </a:pPr>
            <a:r>
              <a:rPr lang="ja-JP" altLang="en-US" sz="1600" dirty="0">
                <a:solidFill>
                  <a:schemeClr val="bg1"/>
                </a:solidFill>
              </a:rPr>
              <a:t>ホームページ</a:t>
            </a:r>
          </a:p>
          <a:p>
            <a:pPr marL="1371554" lvl="1" indent="-440256">
              <a:spcBef>
                <a:spcPts val="0"/>
              </a:spcBef>
              <a:spcAft>
                <a:spcPts val="600"/>
              </a:spcAft>
              <a:buSzPts val="1600"/>
              <a:buChar char="■"/>
            </a:pPr>
            <a:r>
              <a:rPr lang="en-US" altLang="ja-JP" sz="1600" u="sng" dirty="0">
                <a:solidFill>
                  <a:schemeClr val="bg1"/>
                </a:solidFill>
                <a:hlinkClick r:id="rId5"/>
              </a:rPr>
              <a:t>https://ishi-kai.org/</a:t>
            </a:r>
            <a:endParaRPr lang="ja-JP" altLang="en-US" sz="1600" dirty="0">
              <a:solidFill>
                <a:schemeClr val="bg1"/>
              </a:solidFill>
            </a:endParaRPr>
          </a:p>
          <a:p>
            <a:pPr marL="1066785" lvl="1" indent="-474121">
              <a:spcBef>
                <a:spcPts val="0"/>
              </a:spcBef>
              <a:spcAft>
                <a:spcPts val="600"/>
              </a:spcAft>
              <a:buSzPts val="2000"/>
              <a:buChar char="●"/>
            </a:pPr>
            <a:r>
              <a:rPr lang="en-US" altLang="ja-JP" sz="1600" dirty="0">
                <a:solidFill>
                  <a:schemeClr val="bg1"/>
                </a:solidFill>
              </a:rPr>
              <a:t>Discord</a:t>
            </a:r>
            <a:r>
              <a:rPr lang="ja-JP" altLang="en-US" sz="1600" dirty="0">
                <a:solidFill>
                  <a:schemeClr val="bg1"/>
                </a:solidFill>
              </a:rPr>
              <a:t>上で活動中</a:t>
            </a:r>
          </a:p>
          <a:p>
            <a:pPr marL="1676370" lvl="2" indent="-457189">
              <a:spcBef>
                <a:spcPts val="0"/>
              </a:spcBef>
              <a:spcAft>
                <a:spcPts val="600"/>
              </a:spcAft>
              <a:buSzPts val="1800"/>
              <a:buChar char="○"/>
            </a:pPr>
            <a:r>
              <a:rPr lang="en-US" altLang="ja-JP" sz="1600" u="sng" dirty="0">
                <a:solidFill>
                  <a:schemeClr val="bg1"/>
                </a:solidFill>
                <a:hlinkClick r:id="rId6"/>
              </a:rPr>
              <a:t>https://discord.gg/RwAWF5mZSR</a:t>
            </a:r>
            <a:endParaRPr lang="ja-JP" altLang="en-US" sz="1600" dirty="0">
              <a:solidFill>
                <a:schemeClr val="bg1"/>
              </a:solidFill>
            </a:endParaRPr>
          </a:p>
          <a:p>
            <a:pPr marL="609585" indent="-474121">
              <a:spcBef>
                <a:spcPts val="0"/>
              </a:spcBef>
              <a:spcAft>
                <a:spcPts val="600"/>
              </a:spcAft>
              <a:buSzPts val="2000"/>
              <a:buChar char="●"/>
            </a:pPr>
            <a:endParaRPr lang="ja-JP" altLang="en-US" sz="1600" dirty="0">
              <a:solidFill>
                <a:schemeClr val="bg1"/>
              </a:solidFill>
            </a:endParaRPr>
          </a:p>
          <a:p>
            <a:pPr marL="609585" indent="-474121">
              <a:spcBef>
                <a:spcPts val="0"/>
              </a:spcBef>
              <a:spcAft>
                <a:spcPts val="600"/>
              </a:spcAft>
              <a:buSzPts val="2000"/>
              <a:buChar char="●"/>
            </a:pPr>
            <a:r>
              <a:rPr lang="ja-JP" altLang="en-US" sz="1600" dirty="0">
                <a:solidFill>
                  <a:schemeClr val="bg1"/>
                </a:solidFill>
              </a:rPr>
              <a:t>イベント告知（勉強会など）</a:t>
            </a:r>
          </a:p>
          <a:p>
            <a:pPr marL="1371554" lvl="1" indent="-440256">
              <a:spcBef>
                <a:spcPts val="0"/>
              </a:spcBef>
              <a:spcAft>
                <a:spcPts val="600"/>
              </a:spcAft>
              <a:buSzPts val="1600"/>
              <a:buChar char="■"/>
            </a:pPr>
            <a:r>
              <a:rPr lang="en-US" altLang="ja-JP" sz="1600" u="sng" dirty="0">
                <a:solidFill>
                  <a:schemeClr val="bg1"/>
                </a:solidFill>
                <a:hlinkClick r:id="rId7"/>
              </a:rPr>
              <a:t>https://ishikai.connpass.com/</a:t>
            </a:r>
            <a:endParaRPr lang="en-US" altLang="ja-JP" sz="1600" u="sng" dirty="0">
              <a:solidFill>
                <a:schemeClr val="bg1"/>
              </a:solidFill>
            </a:endParaRPr>
          </a:p>
          <a:p>
            <a:pPr marL="1828754" lvl="2" indent="-440256">
              <a:spcBef>
                <a:spcPts val="0"/>
              </a:spcBef>
              <a:spcAft>
                <a:spcPts val="600"/>
              </a:spcAft>
              <a:buSzPts val="1600"/>
              <a:buChar char="■"/>
            </a:pPr>
            <a:r>
              <a:rPr lang="en-US" altLang="ja-JP" sz="1600" u="sng" dirty="0">
                <a:solidFill>
                  <a:schemeClr val="bg1"/>
                </a:solidFill>
              </a:rPr>
              <a:t>20</a:t>
            </a:r>
            <a:r>
              <a:rPr lang="ja-JP" altLang="en-US" sz="1600" u="sng" dirty="0">
                <a:solidFill>
                  <a:schemeClr val="bg1"/>
                </a:solidFill>
              </a:rPr>
              <a:t>～</a:t>
            </a:r>
            <a:r>
              <a:rPr lang="en-US" altLang="ja-JP" sz="1600" u="sng" dirty="0">
                <a:solidFill>
                  <a:schemeClr val="bg1"/>
                </a:solidFill>
              </a:rPr>
              <a:t>50</a:t>
            </a:r>
            <a:r>
              <a:rPr lang="ja-JP" altLang="en-US" sz="1600" u="sng" dirty="0">
                <a:solidFill>
                  <a:schemeClr val="bg1"/>
                </a:solidFill>
              </a:rPr>
              <a:t>名ほどが常時参加</a:t>
            </a:r>
            <a:endParaRPr lang="ja-JP" altLang="en-US" sz="1600" dirty="0">
              <a:solidFill>
                <a:schemeClr val="bg1"/>
              </a:solidFill>
            </a:endParaRPr>
          </a:p>
        </p:txBody>
      </p:sp>
    </p:spTree>
    <p:extLst>
      <p:ext uri="{BB962C8B-B14F-4D97-AF65-F5344CB8AC3E}">
        <p14:creationId xmlns:p14="http://schemas.microsoft.com/office/powerpoint/2010/main" val="23582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281FF4B-1188-58E4-1968-4BC184A88AB5}"/>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E16D323-6846-0337-0D93-BA798A2217A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論理合成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68154470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301BC8-8797-BD3D-70B9-BF8708D5BB29}"/>
            </a:ext>
          </a:extLst>
        </p:cNvPr>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60830A95-C5E6-4E78-18DE-1042A4BBD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FA714ACD-7BFF-D748-11A5-BBCE5EB7E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5F5FB83B-7915-8C17-60C5-115E5EF9A0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854F036-6BAB-2C0D-ED1B-14D422CB71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4D8388A-26F5-4A65-D045-F9E712CF0158}"/>
              </a:ext>
            </a:extLst>
          </p:cNvPr>
          <p:cNvSpPr>
            <a:spLocks noGrp="1"/>
          </p:cNvSpPr>
          <p:nvPr>
            <p:ph type="title"/>
          </p:nvPr>
        </p:nvSpPr>
        <p:spPr>
          <a:xfrm>
            <a:off x="699714" y="5490971"/>
            <a:ext cx="6962072" cy="1159200"/>
          </a:xfrm>
        </p:spPr>
        <p:txBody>
          <a:bodyPr vert="horz" lIns="91440" tIns="45720" rIns="91440" bIns="45720" rtlCol="0" anchor="ctr">
            <a:normAutofit/>
          </a:bodyPr>
          <a:lstStyle/>
          <a:p>
            <a:r>
              <a:rPr kumimoji="1" lang="ja-JP" altLang="en-US" sz="4000" kern="1200">
                <a:solidFill>
                  <a:srgbClr val="FFFFFF"/>
                </a:solidFill>
                <a:latin typeface="+mj-lt"/>
                <a:ea typeface="+mj-ea"/>
                <a:cs typeface="+mj-cs"/>
              </a:rPr>
              <a:t>論理合成</a:t>
            </a:r>
          </a:p>
        </p:txBody>
      </p:sp>
      <p:sp>
        <p:nvSpPr>
          <p:cNvPr id="3" name="コンテンツ プレースホルダー 2">
            <a:extLst>
              <a:ext uri="{FF2B5EF4-FFF2-40B4-BE49-F238E27FC236}">
                <a16:creationId xmlns:a16="http://schemas.microsoft.com/office/drawing/2014/main" id="{EB947220-D12B-43A3-5EA8-85AF48EE95FE}"/>
              </a:ext>
            </a:extLst>
          </p:cNvPr>
          <p:cNvSpPr>
            <a:spLocks noGrp="1"/>
          </p:cNvSpPr>
          <p:nvPr>
            <p:ph idx="1"/>
          </p:nvPr>
        </p:nvSpPr>
        <p:spPr>
          <a:xfrm>
            <a:off x="8361501" y="5633765"/>
            <a:ext cx="3661165" cy="873612"/>
          </a:xfrm>
        </p:spPr>
        <p:txBody>
          <a:bodyPr vert="horz" lIns="91440" tIns="45720" rIns="91440" bIns="45720" rtlCol="0" anchor="ctr">
            <a:normAutofit/>
          </a:bodyPr>
          <a:lstStyle/>
          <a:p>
            <a:pPr marL="0" indent="0">
              <a:buNone/>
            </a:pPr>
            <a:r>
              <a:rPr kumimoji="1" lang="en-US" altLang="ja-JP" sz="1700" kern="1200" dirty="0">
                <a:solidFill>
                  <a:srgbClr val="FFFFFF"/>
                </a:solidFill>
                <a:latin typeface="+mn-lt"/>
                <a:ea typeface="+mn-ea"/>
                <a:cs typeface="+mn-cs"/>
              </a:rPr>
              <a:t>HDL</a:t>
            </a:r>
            <a:r>
              <a:rPr kumimoji="1" lang="ja-JP" altLang="en-US" sz="1700" kern="1200">
                <a:solidFill>
                  <a:srgbClr val="FFFFFF"/>
                </a:solidFill>
                <a:latin typeface="+mn-lt"/>
                <a:ea typeface="+mn-ea"/>
                <a:cs typeface="+mn-cs"/>
              </a:rPr>
              <a:t>（</a:t>
            </a:r>
            <a:r>
              <a:rPr lang="ja-JP" altLang="en-US" sz="1700" kern="1200">
                <a:solidFill>
                  <a:srgbClr val="FFFFFF"/>
                </a:solidFill>
                <a:latin typeface="+mn-lt"/>
                <a:ea typeface="+mn-ea"/>
                <a:cs typeface="+mn-cs"/>
              </a:rPr>
              <a:t>ハードウェア記述言語</a:t>
            </a:r>
            <a:r>
              <a:rPr kumimoji="1" lang="ja-JP" altLang="en-US" sz="1700" kern="1200">
                <a:solidFill>
                  <a:srgbClr val="FFFFFF"/>
                </a:solidFill>
                <a:latin typeface="+mn-lt"/>
                <a:ea typeface="+mn-ea"/>
                <a:cs typeface="+mn-cs"/>
              </a:rPr>
              <a:t>）で</a:t>
            </a:r>
            <a:endParaRPr kumimoji="1" lang="en-US" altLang="ja-JP" sz="1700" kern="1200" dirty="0">
              <a:solidFill>
                <a:srgbClr val="FFFFFF"/>
              </a:solidFill>
              <a:latin typeface="+mn-lt"/>
              <a:ea typeface="+mn-ea"/>
              <a:cs typeface="+mn-cs"/>
            </a:endParaRPr>
          </a:p>
          <a:p>
            <a:pPr marL="0" indent="0">
              <a:buNone/>
            </a:pPr>
            <a:r>
              <a:rPr kumimoji="1" lang="ja-JP" altLang="en-US" sz="1700" kern="1200">
                <a:solidFill>
                  <a:srgbClr val="FFFFFF"/>
                </a:solidFill>
                <a:latin typeface="+mn-lt"/>
                <a:ea typeface="+mn-ea"/>
                <a:cs typeface="+mn-cs"/>
              </a:rPr>
              <a:t>記述して、論理回路（</a:t>
            </a:r>
            <a:r>
              <a:rPr kumimoji="1" lang="en-US" altLang="ja-JP" sz="1700" kern="1200" dirty="0">
                <a:solidFill>
                  <a:srgbClr val="FFFFFF"/>
                </a:solidFill>
                <a:latin typeface="+mn-lt"/>
                <a:ea typeface="+mn-ea"/>
                <a:cs typeface="+mn-cs"/>
              </a:rPr>
              <a:t>RTL</a:t>
            </a:r>
            <a:r>
              <a:rPr kumimoji="1" lang="ja-JP" altLang="en-US" sz="1700" kern="1200">
                <a:solidFill>
                  <a:srgbClr val="FFFFFF"/>
                </a:solidFill>
                <a:latin typeface="+mn-lt"/>
                <a:ea typeface="+mn-ea"/>
                <a:cs typeface="+mn-cs"/>
              </a:rPr>
              <a:t>）にする</a:t>
            </a:r>
          </a:p>
        </p:txBody>
      </p:sp>
      <p:pic>
        <p:nvPicPr>
          <p:cNvPr id="1026" name="Picture 2">
            <a:extLst>
              <a:ext uri="{FF2B5EF4-FFF2-40B4-BE49-F238E27FC236}">
                <a16:creationId xmlns:a16="http://schemas.microsoft.com/office/drawing/2014/main" id="{3AE6EEEB-F374-9D07-C70C-ECB4131700B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8535" y="399039"/>
            <a:ext cx="11327549" cy="450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975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871B6FF-04BE-6447-7051-7FF79C7AA6E6}"/>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6132403A-4EB7-08B8-2386-D1D2A366DA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F9061B7-ACEA-CA10-A32C-C9A4C86649C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B6F8D16F-5AE0-DDAA-505D-5055FD60473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4D772834-286D-2947-41E4-829B0D957FD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CC7C588D-429D-A06D-B313-7C6C7E340F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794691E4-3384-EB63-F71C-9E6A3732383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論理</a:t>
            </a:r>
            <a:r>
              <a:rPr kumimoji="1" lang="ja-JP" altLang="en-US" sz="4000" kern="1200">
                <a:solidFill>
                  <a:schemeClr val="bg2"/>
                </a:solidFill>
                <a:latin typeface="+mj-lt"/>
                <a:ea typeface="+mj-ea"/>
                <a:cs typeface="+mj-cs"/>
              </a:rPr>
              <a:t>回路（ゲート回路）</a:t>
            </a:r>
          </a:p>
        </p:txBody>
      </p:sp>
    </p:spTree>
    <p:extLst>
      <p:ext uri="{BB962C8B-B14F-4D97-AF65-F5344CB8AC3E}">
        <p14:creationId xmlns:p14="http://schemas.microsoft.com/office/powerpoint/2010/main" val="945169253"/>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0">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Right Triangle 1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コンテンツ プレースホルダー 3">
            <a:extLst>
              <a:ext uri="{FF2B5EF4-FFF2-40B4-BE49-F238E27FC236}">
                <a16:creationId xmlns:a16="http://schemas.microsoft.com/office/drawing/2014/main" id="{C9E672CC-6ABE-8AFB-0B73-5563A0AA79D1}"/>
              </a:ext>
            </a:extLst>
          </p:cNvPr>
          <p:cNvPicPr>
            <a:picLocks noGrp="1" noChangeAspect="1"/>
          </p:cNvPicPr>
          <p:nvPr>
            <p:ph idx="1"/>
          </p:nvPr>
        </p:nvPicPr>
        <p:blipFill>
          <a:blip r:embed="rId2"/>
          <a:stretch>
            <a:fillRect/>
          </a:stretch>
        </p:blipFill>
        <p:spPr>
          <a:xfrm>
            <a:off x="2248850" y="918546"/>
            <a:ext cx="5173334" cy="4979334"/>
          </a:xfrm>
          <a:prstGeom prst="rect">
            <a:avLst/>
          </a:prstGeom>
        </p:spPr>
      </p:pic>
      <p:pic>
        <p:nvPicPr>
          <p:cNvPr id="5" name="図 4">
            <a:extLst>
              <a:ext uri="{FF2B5EF4-FFF2-40B4-BE49-F238E27FC236}">
                <a16:creationId xmlns:a16="http://schemas.microsoft.com/office/drawing/2014/main" id="{99272CF5-393D-5524-7357-B9586F5A3680}"/>
              </a:ext>
            </a:extLst>
          </p:cNvPr>
          <p:cNvPicPr>
            <a:picLocks noChangeAspect="1"/>
          </p:cNvPicPr>
          <p:nvPr/>
        </p:nvPicPr>
        <p:blipFill>
          <a:blip r:embed="rId3"/>
          <a:stretch>
            <a:fillRect/>
          </a:stretch>
        </p:blipFill>
        <p:spPr>
          <a:xfrm>
            <a:off x="7545410" y="747270"/>
            <a:ext cx="1388686" cy="5321886"/>
          </a:xfrm>
          <a:prstGeom prst="rect">
            <a:avLst/>
          </a:prstGeom>
        </p:spPr>
      </p:pic>
    </p:spTree>
    <p:extLst>
      <p:ext uri="{BB962C8B-B14F-4D97-AF65-F5344CB8AC3E}">
        <p14:creationId xmlns:p14="http://schemas.microsoft.com/office/powerpoint/2010/main" val="289327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22F15A2D-2324-487D-A02A-BF46C5C58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0">
            <a:extLst>
              <a:ext uri="{FF2B5EF4-FFF2-40B4-BE49-F238E27FC236}">
                <a16:creationId xmlns:a16="http://schemas.microsoft.com/office/drawing/2014/main" id="{17A7F34E-D418-47E2-9F86-2C45BBC312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732" y="321733"/>
            <a:ext cx="11546828" cy="6214534"/>
          </a:xfrm>
          <a:custGeom>
            <a:avLst/>
            <a:gdLst>
              <a:gd name="connsiteX0" fmla="*/ 0 w 11546828"/>
              <a:gd name="connsiteY0" fmla="*/ 0 h 6214534"/>
              <a:gd name="connsiteX1" fmla="*/ 7965430 w 11546828"/>
              <a:gd name="connsiteY1" fmla="*/ 0 h 6214534"/>
              <a:gd name="connsiteX2" fmla="*/ 7965430 w 11546828"/>
              <a:gd name="connsiteY2" fmla="*/ 1786 h 6214534"/>
              <a:gd name="connsiteX3" fmla="*/ 11546828 w 11546828"/>
              <a:gd name="connsiteY3" fmla="*/ 1786 h 6214534"/>
              <a:gd name="connsiteX4" fmla="*/ 11546828 w 11546828"/>
              <a:gd name="connsiteY4" fmla="*/ 2866740 h 6214534"/>
              <a:gd name="connsiteX5" fmla="*/ 11225095 w 11546828"/>
              <a:gd name="connsiteY5" fmla="*/ 3179536 h 6214534"/>
              <a:gd name="connsiteX6" fmla="*/ 11225095 w 11546828"/>
              <a:gd name="connsiteY6" fmla="*/ 301542 h 6214534"/>
              <a:gd name="connsiteX7" fmla="*/ 320042 w 11546828"/>
              <a:gd name="connsiteY7" fmla="*/ 301542 h 6214534"/>
              <a:gd name="connsiteX8" fmla="*/ 320042 w 11546828"/>
              <a:gd name="connsiteY8" fmla="*/ 5909424 h 6214534"/>
              <a:gd name="connsiteX9" fmla="*/ 8417210 w 11546828"/>
              <a:gd name="connsiteY9" fmla="*/ 5909424 h 6214534"/>
              <a:gd name="connsiteX10" fmla="*/ 8103383 w 11546828"/>
              <a:gd name="connsiteY10" fmla="*/ 6214534 h 6214534"/>
              <a:gd name="connsiteX11" fmla="*/ 7222929 w 11546828"/>
              <a:gd name="connsiteY11" fmla="*/ 6214534 h 6214534"/>
              <a:gd name="connsiteX12" fmla="*/ 7222929 w 11546828"/>
              <a:gd name="connsiteY12" fmla="*/ 6212748 h 6214534"/>
              <a:gd name="connsiteX13" fmla="*/ 0 w 11546828"/>
              <a:gd name="connsiteY13" fmla="*/ 6212748 h 6214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546828" h="6214534">
                <a:moveTo>
                  <a:pt x="0" y="0"/>
                </a:moveTo>
                <a:lnTo>
                  <a:pt x="7965430" y="0"/>
                </a:lnTo>
                <a:lnTo>
                  <a:pt x="7965430" y="1786"/>
                </a:lnTo>
                <a:lnTo>
                  <a:pt x="11546828" y="1786"/>
                </a:lnTo>
                <a:lnTo>
                  <a:pt x="11546828" y="2866740"/>
                </a:lnTo>
                <a:lnTo>
                  <a:pt x="11225095" y="3179536"/>
                </a:lnTo>
                <a:lnTo>
                  <a:pt x="11225095" y="301542"/>
                </a:lnTo>
                <a:lnTo>
                  <a:pt x="320042" y="301542"/>
                </a:lnTo>
                <a:lnTo>
                  <a:pt x="320042" y="5909424"/>
                </a:lnTo>
                <a:lnTo>
                  <a:pt x="8417210" y="5909424"/>
                </a:lnTo>
                <a:lnTo>
                  <a:pt x="8103383" y="6214534"/>
                </a:lnTo>
                <a:lnTo>
                  <a:pt x="7222929" y="6214534"/>
                </a:lnTo>
                <a:lnTo>
                  <a:pt x="7222929"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ight Triangle 12">
            <a:extLst>
              <a:ext uri="{FF2B5EF4-FFF2-40B4-BE49-F238E27FC236}">
                <a16:creationId xmlns:a16="http://schemas.microsoft.com/office/drawing/2014/main" id="{2AEAFA59-923A-4F54-8B49-44C970BCC3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図 3">
            <a:extLst>
              <a:ext uri="{FF2B5EF4-FFF2-40B4-BE49-F238E27FC236}">
                <a16:creationId xmlns:a16="http://schemas.microsoft.com/office/drawing/2014/main" id="{919DDF75-2E4C-B2D6-15DF-AD39DE2A5E36}"/>
              </a:ext>
            </a:extLst>
          </p:cNvPr>
          <p:cNvPicPr>
            <a:picLocks noChangeAspect="1"/>
          </p:cNvPicPr>
          <p:nvPr/>
        </p:nvPicPr>
        <p:blipFill>
          <a:blip r:embed="rId2"/>
          <a:stretch>
            <a:fillRect/>
          </a:stretch>
        </p:blipFill>
        <p:spPr>
          <a:xfrm>
            <a:off x="1826856" y="918546"/>
            <a:ext cx="6017323" cy="4979334"/>
          </a:xfrm>
          <a:prstGeom prst="rect">
            <a:avLst/>
          </a:prstGeom>
        </p:spPr>
      </p:pic>
    </p:spTree>
    <p:extLst>
      <p:ext uri="{BB962C8B-B14F-4D97-AF65-F5344CB8AC3E}">
        <p14:creationId xmlns:p14="http://schemas.microsoft.com/office/powerpoint/2010/main" val="32257335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359B383-2820-F16F-A7CF-5DB838D54D29}"/>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07C959BD-C72D-4D58-F66C-2EAB3A794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F2AA69E-7749-8EFD-9DA8-25679AE09A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F70EBE23-4B66-15A9-BFCF-DE1BA4D7DF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F274D34F-47A2-AAF6-E166-27D6F8C87C6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185E0D6D-08FE-3433-D674-3A96025519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4DE3F4EC-9430-A68D-36AC-F419B469AE9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論理回路（中身）</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6911920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2" name="Rectangle 1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C87AC-C919-4FE5-BAC3-39509E001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35" y="-1500"/>
            <a:ext cx="8119933" cy="6858001"/>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D0659F6-0853-468D-B1B2-44FDBE98B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272" y="-3000"/>
            <a:ext cx="12201265" cy="6859501"/>
          </a:xfrm>
          <a:prstGeom prst="rect">
            <a:avLst/>
          </a:prstGeom>
          <a:gradFill>
            <a:gsLst>
              <a:gs pos="0">
                <a:srgbClr val="000000">
                  <a:alpha val="71765"/>
                </a:srgbClr>
              </a:gs>
              <a:gs pos="100000">
                <a:schemeClr val="accent1">
                  <a:alpha val="24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0"/>
            <a:ext cx="11718098" cy="6858000"/>
          </a:xfrm>
          <a:prstGeom prst="rect">
            <a:avLst/>
          </a:prstGeom>
          <a:gradFill>
            <a:gsLst>
              <a:gs pos="19000">
                <a:srgbClr val="000000">
                  <a:alpha val="62000"/>
                </a:srgbClr>
              </a:gs>
              <a:gs pos="100000">
                <a:schemeClr val="accent1">
                  <a:lumMod val="75000"/>
                  <a:alpha val="44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FE2A0A38-C38D-1CEC-BD29-19267013A68D}"/>
              </a:ext>
            </a:extLst>
          </p:cNvPr>
          <p:cNvSpPr>
            <a:spLocks noGrp="1"/>
          </p:cNvSpPr>
          <p:nvPr>
            <p:ph type="title"/>
          </p:nvPr>
        </p:nvSpPr>
        <p:spPr>
          <a:xfrm>
            <a:off x="1142639" y="561203"/>
            <a:ext cx="9932691" cy="1165996"/>
          </a:xfrm>
        </p:spPr>
        <p:txBody>
          <a:bodyPr vert="horz" lIns="91440" tIns="45720" rIns="91440" bIns="45720" rtlCol="0" anchor="b">
            <a:normAutofit/>
          </a:bodyPr>
          <a:lstStyle/>
          <a:p>
            <a:pPr algn="ctr"/>
            <a:r>
              <a:rPr kumimoji="1" lang="ja-JP" altLang="en-US" sz="4800">
                <a:solidFill>
                  <a:srgbClr val="FFFFFF"/>
                </a:solidFill>
              </a:rPr>
              <a:t>論理回路の正体</a:t>
            </a:r>
          </a:p>
        </p:txBody>
      </p:sp>
      <p:sp>
        <p:nvSpPr>
          <p:cNvPr id="20" name="Rectangle 19">
            <a:extLst>
              <a:ext uri="{FF2B5EF4-FFF2-40B4-BE49-F238E27FC236}">
                <a16:creationId xmlns:a16="http://schemas.microsoft.com/office/drawing/2014/main" id="{977ACDD7-882D-4B81-A213-84C82B96B0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 y="2888341"/>
            <a:ext cx="12203819" cy="3968158"/>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48B5E49-DD54-33C6-E327-176439E6F59C}"/>
              </a:ext>
            </a:extLst>
          </p:cNvPr>
          <p:cNvSpPr>
            <a:spLocks noGrp="1"/>
          </p:cNvSpPr>
          <p:nvPr>
            <p:ph idx="1"/>
          </p:nvPr>
        </p:nvSpPr>
        <p:spPr>
          <a:xfrm>
            <a:off x="1127570" y="5791201"/>
            <a:ext cx="9932690" cy="508000"/>
          </a:xfrm>
        </p:spPr>
        <p:txBody>
          <a:bodyPr vert="horz" lIns="91440" tIns="45720" rIns="91440" bIns="45720" rtlCol="0" anchor="t">
            <a:normAutofit/>
          </a:bodyPr>
          <a:lstStyle/>
          <a:p>
            <a:pPr marL="0" indent="0" algn="ctr">
              <a:buNone/>
            </a:pPr>
            <a:r>
              <a:rPr kumimoji="1" lang="ja-JP" altLang="en-US" sz="2400">
                <a:solidFill>
                  <a:srgbClr val="FFFFFF"/>
                </a:solidFill>
              </a:rPr>
              <a:t>中身は</a:t>
            </a:r>
            <a:r>
              <a:rPr kumimoji="1" lang="en-US" altLang="ja-JP" sz="2400">
                <a:solidFill>
                  <a:srgbClr val="FFFFFF"/>
                </a:solidFill>
              </a:rPr>
              <a:t>P-FET</a:t>
            </a:r>
            <a:r>
              <a:rPr kumimoji="1" lang="ja-JP" altLang="en-US" sz="2400">
                <a:solidFill>
                  <a:srgbClr val="FFFFFF"/>
                </a:solidFill>
              </a:rPr>
              <a:t>と</a:t>
            </a:r>
            <a:r>
              <a:rPr kumimoji="1" lang="en-US" altLang="ja-JP" sz="2400">
                <a:solidFill>
                  <a:srgbClr val="FFFFFF"/>
                </a:solidFill>
              </a:rPr>
              <a:t>N-FET</a:t>
            </a:r>
          </a:p>
        </p:txBody>
      </p:sp>
      <p:pic>
        <p:nvPicPr>
          <p:cNvPr id="4" name="図 3">
            <a:extLst>
              <a:ext uri="{FF2B5EF4-FFF2-40B4-BE49-F238E27FC236}">
                <a16:creationId xmlns:a16="http://schemas.microsoft.com/office/drawing/2014/main" id="{2F000BF8-B979-5889-88FA-61CABD0EFEEB}"/>
              </a:ext>
            </a:extLst>
          </p:cNvPr>
          <p:cNvPicPr>
            <a:picLocks noChangeAspect="1"/>
          </p:cNvPicPr>
          <p:nvPr/>
        </p:nvPicPr>
        <p:blipFill>
          <a:blip r:embed="rId2"/>
          <a:srcRect b="58946"/>
          <a:stretch>
            <a:fillRect/>
          </a:stretch>
        </p:blipFill>
        <p:spPr>
          <a:xfrm>
            <a:off x="1603221" y="2133758"/>
            <a:ext cx="4039294" cy="3235692"/>
          </a:xfrm>
          <a:prstGeom prst="rect">
            <a:avLst/>
          </a:prstGeom>
        </p:spPr>
      </p:pic>
      <p:pic>
        <p:nvPicPr>
          <p:cNvPr id="5" name="図 4">
            <a:extLst>
              <a:ext uri="{FF2B5EF4-FFF2-40B4-BE49-F238E27FC236}">
                <a16:creationId xmlns:a16="http://schemas.microsoft.com/office/drawing/2014/main" id="{73233099-7B57-48D5-FA60-51180A3FB056}"/>
              </a:ext>
            </a:extLst>
          </p:cNvPr>
          <p:cNvPicPr>
            <a:picLocks noChangeAspect="1"/>
          </p:cNvPicPr>
          <p:nvPr/>
        </p:nvPicPr>
        <p:blipFill>
          <a:blip r:embed="rId3"/>
          <a:stretch>
            <a:fillRect/>
          </a:stretch>
        </p:blipFill>
        <p:spPr>
          <a:xfrm>
            <a:off x="6996132" y="2133600"/>
            <a:ext cx="3195399" cy="3235849"/>
          </a:xfrm>
          <a:prstGeom prst="rect">
            <a:avLst/>
          </a:prstGeom>
        </p:spPr>
      </p:pic>
    </p:spTree>
    <p:extLst>
      <p:ext uri="{BB962C8B-B14F-4D97-AF65-F5344CB8AC3E}">
        <p14:creationId xmlns:p14="http://schemas.microsoft.com/office/powerpoint/2010/main" val="41796852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198258-FE0B-6074-D2B1-802F19ED81F1}"/>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50319D51-B8C6-14B8-6214-CB09173CB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DAC1AB0-884B-D213-CF13-40EEABAA90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A06A1CF-05EE-2FBF-E0E9-0823BA530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9A8FAE6-0123-5E87-9243-8AFD2A471E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1B14587-5184-8F0B-87A3-021E5BB2DA93}"/>
              </a:ext>
            </a:extLst>
          </p:cNvPr>
          <p:cNvSpPr>
            <a:spLocks noGrp="1"/>
          </p:cNvSpPr>
          <p:nvPr>
            <p:ph type="title"/>
          </p:nvPr>
        </p:nvSpPr>
        <p:spPr>
          <a:xfrm>
            <a:off x="35638" y="51706"/>
            <a:ext cx="9867331" cy="1167495"/>
          </a:xfrm>
        </p:spPr>
        <p:txBody>
          <a:bodyPr vert="horz" lIns="91440" tIns="45720" rIns="91440" bIns="45720" rtlCol="0" anchor="b">
            <a:normAutofit/>
          </a:bodyPr>
          <a:lstStyle/>
          <a:p>
            <a:pPr algn="ctr"/>
            <a:r>
              <a:rPr kumimoji="1" lang="ja-JP" altLang="en-US" sz="4800">
                <a:solidFill>
                  <a:srgbClr val="FFFFFF"/>
                </a:solidFill>
              </a:rPr>
              <a:t>スタンダードセル</a:t>
            </a:r>
          </a:p>
        </p:txBody>
      </p:sp>
      <p:sp>
        <p:nvSpPr>
          <p:cNvPr id="32" name="Rectangle 31">
            <a:extLst>
              <a:ext uri="{FF2B5EF4-FFF2-40B4-BE49-F238E27FC236}">
                <a16:creationId xmlns:a16="http://schemas.microsoft.com/office/drawing/2014/main" id="{AF29A198-5174-5566-50FD-C170EDE58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8BD7ABD9-D2AF-43AE-3E16-24E632920E31}"/>
              </a:ext>
            </a:extLst>
          </p:cNvPr>
          <p:cNvPicPr>
            <a:picLocks noChangeAspect="1"/>
          </p:cNvPicPr>
          <p:nvPr/>
        </p:nvPicPr>
        <p:blipFill>
          <a:blip r:embed="rId2"/>
          <a:stretch>
            <a:fillRect/>
          </a:stretch>
        </p:blipFill>
        <p:spPr>
          <a:xfrm>
            <a:off x="3658463" y="1741135"/>
            <a:ext cx="4880644" cy="4942427"/>
          </a:xfrm>
          <a:prstGeom prst="rect">
            <a:avLst/>
          </a:prstGeom>
        </p:spPr>
      </p:pic>
      <p:pic>
        <p:nvPicPr>
          <p:cNvPr id="6" name="図 5">
            <a:extLst>
              <a:ext uri="{FF2B5EF4-FFF2-40B4-BE49-F238E27FC236}">
                <a16:creationId xmlns:a16="http://schemas.microsoft.com/office/drawing/2014/main" id="{C1922EF5-D1C8-9D9C-297B-E466FDD68C13}"/>
              </a:ext>
            </a:extLst>
          </p:cNvPr>
          <p:cNvPicPr>
            <a:picLocks noChangeAspect="1"/>
          </p:cNvPicPr>
          <p:nvPr/>
        </p:nvPicPr>
        <p:blipFill>
          <a:blip r:embed="rId3"/>
          <a:srcRect r="54579"/>
          <a:stretch>
            <a:fillRect/>
          </a:stretch>
        </p:blipFill>
        <p:spPr>
          <a:xfrm>
            <a:off x="8812306" y="-5113"/>
            <a:ext cx="3359506" cy="6858005"/>
          </a:xfrm>
          <a:prstGeom prst="rect">
            <a:avLst/>
          </a:prstGeom>
        </p:spPr>
      </p:pic>
      <p:pic>
        <p:nvPicPr>
          <p:cNvPr id="4" name="図 3">
            <a:extLst>
              <a:ext uri="{FF2B5EF4-FFF2-40B4-BE49-F238E27FC236}">
                <a16:creationId xmlns:a16="http://schemas.microsoft.com/office/drawing/2014/main" id="{3D928900-F4BF-6F6F-B7B0-DBF541A87C1E}"/>
              </a:ext>
            </a:extLst>
          </p:cNvPr>
          <p:cNvPicPr>
            <a:picLocks noChangeAspect="1"/>
          </p:cNvPicPr>
          <p:nvPr/>
        </p:nvPicPr>
        <p:blipFill>
          <a:blip r:embed="rId4"/>
          <a:srcRect b="58946"/>
          <a:stretch>
            <a:fillRect/>
          </a:stretch>
        </p:blipFill>
        <p:spPr>
          <a:xfrm>
            <a:off x="129365" y="2435294"/>
            <a:ext cx="3422329" cy="2741469"/>
          </a:xfrm>
          <a:prstGeom prst="rect">
            <a:avLst/>
          </a:prstGeom>
        </p:spPr>
      </p:pic>
    </p:spTree>
    <p:extLst>
      <p:ext uri="{BB962C8B-B14F-4D97-AF65-F5344CB8AC3E}">
        <p14:creationId xmlns:p14="http://schemas.microsoft.com/office/powerpoint/2010/main" val="1007572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616E6E-2686-4459-13E2-79794CFF8FC7}"/>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5F94AF90-3A44-6261-DBED-37FF9BB75AB1}"/>
              </a:ext>
            </a:extLst>
          </p:cNvPr>
          <p:cNvPicPr>
            <a:picLocks noChangeAspect="1"/>
          </p:cNvPicPr>
          <p:nvPr/>
        </p:nvPicPr>
        <p:blipFill>
          <a:blip r:embed="rId2"/>
          <a:srcRect t="1903" r="1" b="7757"/>
          <a:stretch>
            <a:fillRect/>
          </a:stretch>
        </p:blipFill>
        <p:spPr>
          <a:xfrm>
            <a:off x="20" y="10"/>
            <a:ext cx="12191979" cy="6857989"/>
          </a:xfrm>
          <a:prstGeom prst="rect">
            <a:avLst/>
          </a:prstGeom>
        </p:spPr>
      </p:pic>
      <p:sp useBgFill="1">
        <p:nvSpPr>
          <p:cNvPr id="12" name="Freeform: Shape 11">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A901BF83-A4AE-FA63-BDEA-0CE42EDA2A67}"/>
              </a:ext>
            </a:extLst>
          </p:cNvPr>
          <p:cNvSpPr>
            <a:spLocks noGrp="1"/>
          </p:cNvSpPr>
          <p:nvPr>
            <p:ph type="title"/>
          </p:nvPr>
        </p:nvSpPr>
        <p:spPr>
          <a:xfrm>
            <a:off x="1287462" y="2037441"/>
            <a:ext cx="4391024" cy="707886"/>
          </a:xfrm>
        </p:spPr>
        <p:txBody>
          <a:bodyPr anchor="t">
            <a:normAutofit/>
          </a:bodyPr>
          <a:lstStyle/>
          <a:p>
            <a:r>
              <a:rPr kumimoji="1" lang="ja-JP" altLang="en-US" sz="2800">
                <a:solidFill>
                  <a:schemeClr val="bg1"/>
                </a:solidFill>
              </a:rPr>
              <a:t>スタンダードセルの特徴</a:t>
            </a:r>
          </a:p>
        </p:txBody>
      </p:sp>
      <p:sp>
        <p:nvSpPr>
          <p:cNvPr id="3" name="コンテンツ プレースホルダー 2">
            <a:extLst>
              <a:ext uri="{FF2B5EF4-FFF2-40B4-BE49-F238E27FC236}">
                <a16:creationId xmlns:a16="http://schemas.microsoft.com/office/drawing/2014/main" id="{12127A80-93F5-D9C1-771D-B5F9DA692EC7}"/>
              </a:ext>
            </a:extLst>
          </p:cNvPr>
          <p:cNvSpPr>
            <a:spLocks noGrp="1"/>
          </p:cNvSpPr>
          <p:nvPr>
            <p:ph idx="1"/>
          </p:nvPr>
        </p:nvSpPr>
        <p:spPr>
          <a:xfrm>
            <a:off x="1287463" y="2926800"/>
            <a:ext cx="4391024" cy="2291086"/>
          </a:xfrm>
        </p:spPr>
        <p:txBody>
          <a:bodyPr>
            <a:normAutofit/>
          </a:bodyPr>
          <a:lstStyle/>
          <a:p>
            <a:r>
              <a:rPr kumimoji="1" lang="ja-JP" altLang="en-US" sz="2400">
                <a:solidFill>
                  <a:schemeClr val="bg1">
                    <a:alpha val="80000"/>
                  </a:schemeClr>
                </a:solidFill>
              </a:rPr>
              <a:t>縦の長さは均一</a:t>
            </a:r>
            <a:endParaRPr kumimoji="1" lang="en-US" altLang="ja-JP" sz="2400" dirty="0">
              <a:solidFill>
                <a:schemeClr val="bg1">
                  <a:alpha val="80000"/>
                </a:schemeClr>
              </a:solidFill>
            </a:endParaRPr>
          </a:p>
          <a:p>
            <a:r>
              <a:rPr lang="ja-JP" altLang="en-US" sz="2400">
                <a:solidFill>
                  <a:schemeClr val="bg1">
                    <a:alpha val="80000"/>
                  </a:schemeClr>
                </a:solidFill>
              </a:rPr>
              <a:t>横の長さが何種類かある</a:t>
            </a:r>
            <a:endParaRPr kumimoji="1" lang="ja-JP" altLang="en-US" sz="2400">
              <a:solidFill>
                <a:schemeClr val="bg1">
                  <a:alpha val="80000"/>
                </a:schemeClr>
              </a:solidFill>
            </a:endParaRPr>
          </a:p>
        </p:txBody>
      </p:sp>
      <p:sp>
        <p:nvSpPr>
          <p:cNvPr id="14" name="Freeform: Shape 13">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図 7">
            <a:extLst>
              <a:ext uri="{FF2B5EF4-FFF2-40B4-BE49-F238E27FC236}">
                <a16:creationId xmlns:a16="http://schemas.microsoft.com/office/drawing/2014/main" id="{7B7CB30A-22F3-3534-19D0-3CF1852C40F3}"/>
              </a:ext>
            </a:extLst>
          </p:cNvPr>
          <p:cNvPicPr>
            <a:picLocks noChangeAspect="1"/>
          </p:cNvPicPr>
          <p:nvPr/>
        </p:nvPicPr>
        <p:blipFill>
          <a:blip r:embed="rId4"/>
          <a:stretch>
            <a:fillRect/>
          </a:stretch>
        </p:blipFill>
        <p:spPr>
          <a:xfrm>
            <a:off x="51923" y="5554646"/>
            <a:ext cx="10355942" cy="1246549"/>
          </a:xfrm>
          <a:prstGeom prst="rect">
            <a:avLst/>
          </a:prstGeom>
        </p:spPr>
      </p:pic>
    </p:spTree>
    <p:extLst>
      <p:ext uri="{BB962C8B-B14F-4D97-AF65-F5344CB8AC3E}">
        <p14:creationId xmlns:p14="http://schemas.microsoft.com/office/powerpoint/2010/main" val="3304763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47001E8E-1582-8521-56D2-F73779497A12}"/>
              </a:ext>
            </a:extLst>
          </p:cNvPr>
          <p:cNvPicPr>
            <a:picLocks noChangeAspect="1"/>
          </p:cNvPicPr>
          <p:nvPr/>
        </p:nvPicPr>
        <p:blipFill>
          <a:blip r:embed="rId2"/>
          <a:srcRect t="2303" r="5" b="6010"/>
          <a:stretch>
            <a:fillRect/>
          </a:stretch>
        </p:blipFill>
        <p:spPr>
          <a:xfrm>
            <a:off x="20" y="10"/>
            <a:ext cx="12191979" cy="6857989"/>
          </a:xfrm>
          <a:prstGeom prst="rect">
            <a:avLst/>
          </a:prstGeom>
        </p:spPr>
      </p:pic>
      <p:sp useBgFill="1">
        <p:nvSpPr>
          <p:cNvPr id="9" name="Freeform: Shape 8">
            <a:extLst>
              <a:ext uri="{FF2B5EF4-FFF2-40B4-BE49-F238E27FC236}">
                <a16:creationId xmlns:a16="http://schemas.microsoft.com/office/drawing/2014/main" id="{1BF4DD63-CE83-4A2A-994E-8598C22E6F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9" y="1498601"/>
            <a:ext cx="5260975" cy="4707593"/>
          </a:xfrm>
          <a:custGeom>
            <a:avLst/>
            <a:gdLst>
              <a:gd name="connsiteX0" fmla="*/ 0 w 5260975"/>
              <a:gd name="connsiteY0" fmla="*/ 0 h 4707593"/>
              <a:gd name="connsiteX1" fmla="*/ 5260975 w 5260975"/>
              <a:gd name="connsiteY1" fmla="*/ 0 h 4707593"/>
              <a:gd name="connsiteX2" fmla="*/ 5260975 w 5260975"/>
              <a:gd name="connsiteY2" fmla="*/ 3296937 h 4707593"/>
              <a:gd name="connsiteX3" fmla="*/ 5260975 w 5260975"/>
              <a:gd name="connsiteY3" fmla="*/ 3518571 h 4707593"/>
              <a:gd name="connsiteX4" fmla="*/ 5226504 w 5260975"/>
              <a:gd name="connsiteY4" fmla="*/ 3534000 h 4707593"/>
              <a:gd name="connsiteX5" fmla="*/ 5206341 w 5260975"/>
              <a:gd name="connsiteY5" fmla="*/ 3542065 h 4707593"/>
              <a:gd name="connsiteX6" fmla="*/ 5123287 w 5260975"/>
              <a:gd name="connsiteY6" fmla="*/ 3594010 h 4707593"/>
              <a:gd name="connsiteX7" fmla="*/ 5048107 w 5260975"/>
              <a:gd name="connsiteY7" fmla="*/ 3658244 h 4707593"/>
              <a:gd name="connsiteX8" fmla="*/ 4992899 w 5260975"/>
              <a:gd name="connsiteY8" fmla="*/ 3734479 h 4707593"/>
              <a:gd name="connsiteX9" fmla="*/ 4977440 w 5260975"/>
              <a:gd name="connsiteY9" fmla="*/ 3752627 h 4707593"/>
              <a:gd name="connsiteX10" fmla="*/ 4935194 w 5260975"/>
              <a:gd name="connsiteY10" fmla="*/ 3775382 h 4707593"/>
              <a:gd name="connsiteX11" fmla="*/ 4897844 w 5260975"/>
              <a:gd name="connsiteY11" fmla="*/ 3792472 h 4707593"/>
              <a:gd name="connsiteX12" fmla="*/ 4870767 w 5260975"/>
              <a:gd name="connsiteY12" fmla="*/ 3811388 h 4707593"/>
              <a:gd name="connsiteX13" fmla="*/ 4847917 w 5260975"/>
              <a:gd name="connsiteY13" fmla="*/ 3828767 h 4707593"/>
              <a:gd name="connsiteX14" fmla="*/ 4796163 w 5260975"/>
              <a:gd name="connsiteY14" fmla="*/ 3873702 h 4707593"/>
              <a:gd name="connsiteX15" fmla="*/ 4738843 w 5260975"/>
              <a:gd name="connsiteY15" fmla="*/ 3911628 h 4707593"/>
              <a:gd name="connsiteX16" fmla="*/ 4692755 w 5260975"/>
              <a:gd name="connsiteY16" fmla="*/ 3958099 h 4707593"/>
              <a:gd name="connsiteX17" fmla="*/ 4673744 w 5260975"/>
              <a:gd name="connsiteY17" fmla="*/ 3983255 h 4707593"/>
              <a:gd name="connsiteX18" fmla="*/ 4633801 w 5260975"/>
              <a:gd name="connsiteY18" fmla="*/ 4000442 h 4707593"/>
              <a:gd name="connsiteX19" fmla="*/ 4590499 w 5260975"/>
              <a:gd name="connsiteY19" fmla="*/ 4027326 h 4707593"/>
              <a:gd name="connsiteX20" fmla="*/ 4559773 w 5260975"/>
              <a:gd name="connsiteY20" fmla="*/ 4054018 h 4707593"/>
              <a:gd name="connsiteX21" fmla="*/ 4536059 w 5260975"/>
              <a:gd name="connsiteY21" fmla="*/ 4071877 h 4707593"/>
              <a:gd name="connsiteX22" fmla="*/ 4502550 w 5260975"/>
              <a:gd name="connsiteY22" fmla="*/ 4089832 h 4707593"/>
              <a:gd name="connsiteX23" fmla="*/ 4468944 w 5260975"/>
              <a:gd name="connsiteY23" fmla="*/ 4113356 h 4707593"/>
              <a:gd name="connsiteX24" fmla="*/ 4452623 w 5260975"/>
              <a:gd name="connsiteY24" fmla="*/ 4127854 h 4707593"/>
              <a:gd name="connsiteX25" fmla="*/ 4421032 w 5260975"/>
              <a:gd name="connsiteY25" fmla="*/ 4151953 h 4707593"/>
              <a:gd name="connsiteX26" fmla="*/ 4388483 w 5260975"/>
              <a:gd name="connsiteY26" fmla="*/ 4174421 h 4707593"/>
              <a:gd name="connsiteX27" fmla="*/ 4327321 w 5260975"/>
              <a:gd name="connsiteY27" fmla="*/ 4200153 h 4707593"/>
              <a:gd name="connsiteX28" fmla="*/ 4271633 w 5260975"/>
              <a:gd name="connsiteY28" fmla="*/ 4237983 h 4707593"/>
              <a:gd name="connsiteX29" fmla="*/ 4227465 w 5260975"/>
              <a:gd name="connsiteY29" fmla="*/ 4265635 h 4707593"/>
              <a:gd name="connsiteX30" fmla="*/ 4201733 w 5260975"/>
              <a:gd name="connsiteY30" fmla="*/ 4283783 h 4707593"/>
              <a:gd name="connsiteX31" fmla="*/ 4154494 w 5260975"/>
              <a:gd name="connsiteY31" fmla="*/ 4324301 h 4707593"/>
              <a:gd name="connsiteX32" fmla="*/ 4081234 w 5260975"/>
              <a:gd name="connsiteY32" fmla="*/ 4366931 h 4707593"/>
              <a:gd name="connsiteX33" fmla="*/ 4036971 w 5260975"/>
              <a:gd name="connsiteY33" fmla="*/ 4389975 h 4707593"/>
              <a:gd name="connsiteX34" fmla="*/ 3941725 w 5260975"/>
              <a:gd name="connsiteY34" fmla="*/ 4424733 h 4707593"/>
              <a:gd name="connsiteX35" fmla="*/ 3910999 w 5260975"/>
              <a:gd name="connsiteY35" fmla="*/ 4437119 h 4707593"/>
              <a:gd name="connsiteX36" fmla="*/ 3875859 w 5260975"/>
              <a:gd name="connsiteY36" fmla="*/ 4445280 h 4707593"/>
              <a:gd name="connsiteX37" fmla="*/ 3819401 w 5260975"/>
              <a:gd name="connsiteY37" fmla="*/ 4464579 h 4707593"/>
              <a:gd name="connsiteX38" fmla="*/ 3709176 w 5260975"/>
              <a:gd name="connsiteY38" fmla="*/ 4497800 h 4707593"/>
              <a:gd name="connsiteX39" fmla="*/ 3684981 w 5260975"/>
              <a:gd name="connsiteY39" fmla="*/ 4502889 h 4707593"/>
              <a:gd name="connsiteX40" fmla="*/ 3623338 w 5260975"/>
              <a:gd name="connsiteY40" fmla="*/ 4524300 h 4707593"/>
              <a:gd name="connsiteX41" fmla="*/ 3586373 w 5260975"/>
              <a:gd name="connsiteY41" fmla="*/ 4538702 h 4707593"/>
              <a:gd name="connsiteX42" fmla="*/ 3555743 w 5260975"/>
              <a:gd name="connsiteY42" fmla="*/ 4546960 h 4707593"/>
              <a:gd name="connsiteX43" fmla="*/ 3528667 w 5260975"/>
              <a:gd name="connsiteY43" fmla="*/ 4550801 h 4707593"/>
              <a:gd name="connsiteX44" fmla="*/ 3457424 w 5260975"/>
              <a:gd name="connsiteY44" fmla="*/ 4569811 h 4707593"/>
              <a:gd name="connsiteX45" fmla="*/ 3429003 w 5260975"/>
              <a:gd name="connsiteY45" fmla="*/ 4577301 h 4707593"/>
              <a:gd name="connsiteX46" fmla="*/ 3355264 w 5260975"/>
              <a:gd name="connsiteY46" fmla="*/ 4603033 h 4707593"/>
              <a:gd name="connsiteX47" fmla="*/ 3292757 w 5260975"/>
              <a:gd name="connsiteY47" fmla="*/ 4620027 h 4707593"/>
              <a:gd name="connsiteX48" fmla="*/ 3266643 w 5260975"/>
              <a:gd name="connsiteY48" fmla="*/ 4628188 h 4707593"/>
              <a:gd name="connsiteX49" fmla="*/ 3206921 w 5260975"/>
              <a:gd name="connsiteY49" fmla="*/ 4641823 h 4707593"/>
              <a:gd name="connsiteX50" fmla="*/ 3173123 w 5260975"/>
              <a:gd name="connsiteY50" fmla="*/ 4651425 h 4707593"/>
              <a:gd name="connsiteX51" fmla="*/ 3090646 w 5260975"/>
              <a:gd name="connsiteY51" fmla="*/ 4662274 h 4707593"/>
              <a:gd name="connsiteX52" fmla="*/ 3005480 w 5260975"/>
              <a:gd name="connsiteY52" fmla="*/ 4672739 h 4707593"/>
              <a:gd name="connsiteX53" fmla="*/ 2958721 w 5260975"/>
              <a:gd name="connsiteY53" fmla="*/ 4676196 h 4707593"/>
              <a:gd name="connsiteX54" fmla="*/ 2917915 w 5260975"/>
              <a:gd name="connsiteY54" fmla="*/ 4681670 h 4707593"/>
              <a:gd name="connsiteX55" fmla="*/ 2882389 w 5260975"/>
              <a:gd name="connsiteY55" fmla="*/ 4685126 h 4707593"/>
              <a:gd name="connsiteX56" fmla="*/ 2825837 w 5260975"/>
              <a:gd name="connsiteY56" fmla="*/ 4692135 h 4707593"/>
              <a:gd name="connsiteX57" fmla="*/ 2802313 w 5260975"/>
              <a:gd name="connsiteY57" fmla="*/ 4693960 h 4707593"/>
              <a:gd name="connsiteX58" fmla="*/ 2746816 w 5260975"/>
              <a:gd name="connsiteY58" fmla="*/ 4693863 h 4707593"/>
              <a:gd name="connsiteX59" fmla="*/ 2727517 w 5260975"/>
              <a:gd name="connsiteY59" fmla="*/ 4692903 h 4707593"/>
              <a:gd name="connsiteX60" fmla="*/ 2690359 w 5260975"/>
              <a:gd name="connsiteY60" fmla="*/ 4680997 h 4707593"/>
              <a:gd name="connsiteX61" fmla="*/ 2685943 w 5260975"/>
              <a:gd name="connsiteY61" fmla="*/ 4680133 h 4707593"/>
              <a:gd name="connsiteX62" fmla="*/ 2661554 w 5260975"/>
              <a:gd name="connsiteY62" fmla="*/ 4675428 h 4707593"/>
              <a:gd name="connsiteX63" fmla="*/ 2648208 w 5260975"/>
              <a:gd name="connsiteY63" fmla="*/ 4673892 h 4707593"/>
              <a:gd name="connsiteX64" fmla="*/ 2597512 w 5260975"/>
              <a:gd name="connsiteY64" fmla="*/ 4664099 h 4707593"/>
              <a:gd name="connsiteX65" fmla="*/ 2568324 w 5260975"/>
              <a:gd name="connsiteY65" fmla="*/ 4659490 h 4707593"/>
              <a:gd name="connsiteX66" fmla="*/ 2544704 w 5260975"/>
              <a:gd name="connsiteY66" fmla="*/ 4660162 h 4707593"/>
              <a:gd name="connsiteX67" fmla="*/ 2503225 w 5260975"/>
              <a:gd name="connsiteY67" fmla="*/ 4661026 h 4707593"/>
              <a:gd name="connsiteX68" fmla="*/ 2489975 w 5260975"/>
              <a:gd name="connsiteY68" fmla="*/ 4663235 h 4707593"/>
              <a:gd name="connsiteX69" fmla="*/ 2430061 w 5260975"/>
              <a:gd name="connsiteY69" fmla="*/ 4656897 h 4707593"/>
              <a:gd name="connsiteX70" fmla="*/ 2395880 w 5260975"/>
              <a:gd name="connsiteY70" fmla="*/ 4656417 h 4707593"/>
              <a:gd name="connsiteX71" fmla="*/ 2357378 w 5260975"/>
              <a:gd name="connsiteY71" fmla="*/ 4648544 h 4707593"/>
              <a:gd name="connsiteX72" fmla="*/ 2346145 w 5260975"/>
              <a:gd name="connsiteY72" fmla="*/ 4648928 h 4707593"/>
              <a:gd name="connsiteX73" fmla="*/ 2333567 w 5260975"/>
              <a:gd name="connsiteY73" fmla="*/ 4649600 h 4707593"/>
              <a:gd name="connsiteX74" fmla="*/ 2294968 w 5260975"/>
              <a:gd name="connsiteY74" fmla="*/ 4650177 h 4707593"/>
              <a:gd name="connsiteX75" fmla="*/ 2271540 w 5260975"/>
              <a:gd name="connsiteY75" fmla="*/ 4653057 h 4707593"/>
              <a:gd name="connsiteX76" fmla="*/ 2226895 w 5260975"/>
              <a:gd name="connsiteY76" fmla="*/ 4651329 h 4707593"/>
              <a:gd name="connsiteX77" fmla="*/ 2210379 w 5260975"/>
              <a:gd name="connsiteY77" fmla="*/ 4653825 h 4707593"/>
              <a:gd name="connsiteX78" fmla="*/ 2168613 w 5260975"/>
              <a:gd name="connsiteY78" fmla="*/ 4654113 h 4707593"/>
              <a:gd name="connsiteX79" fmla="*/ 2131167 w 5260975"/>
              <a:gd name="connsiteY79" fmla="*/ 4652673 h 4707593"/>
              <a:gd name="connsiteX80" fmla="*/ 2095065 w 5260975"/>
              <a:gd name="connsiteY80" fmla="*/ 4653441 h 4707593"/>
              <a:gd name="connsiteX81" fmla="*/ 2069237 w 5260975"/>
              <a:gd name="connsiteY81" fmla="*/ 4656609 h 4707593"/>
              <a:gd name="connsiteX82" fmla="*/ 2041201 w 5260975"/>
              <a:gd name="connsiteY82" fmla="*/ 4658529 h 4707593"/>
              <a:gd name="connsiteX83" fmla="*/ 1963909 w 5260975"/>
              <a:gd name="connsiteY83" fmla="*/ 4669955 h 4707593"/>
              <a:gd name="connsiteX84" fmla="*/ 1949603 w 5260975"/>
              <a:gd name="connsiteY84" fmla="*/ 4667171 h 4707593"/>
              <a:gd name="connsiteX85" fmla="*/ 1868373 w 5260975"/>
              <a:gd name="connsiteY85" fmla="*/ 4664578 h 4707593"/>
              <a:gd name="connsiteX86" fmla="*/ 1850707 w 5260975"/>
              <a:gd name="connsiteY86" fmla="*/ 4664771 h 4707593"/>
              <a:gd name="connsiteX87" fmla="*/ 1803275 w 5260975"/>
              <a:gd name="connsiteY87" fmla="*/ 4653441 h 4707593"/>
              <a:gd name="connsiteX88" fmla="*/ 1730112 w 5260975"/>
              <a:gd name="connsiteY88" fmla="*/ 4671396 h 4707593"/>
              <a:gd name="connsiteX89" fmla="*/ 1661652 w 5260975"/>
              <a:gd name="connsiteY89" fmla="*/ 4693863 h 4707593"/>
              <a:gd name="connsiteX90" fmla="*/ 1653011 w 5260975"/>
              <a:gd name="connsiteY90" fmla="*/ 4696744 h 4707593"/>
              <a:gd name="connsiteX91" fmla="*/ 1628431 w 5260975"/>
              <a:gd name="connsiteY91" fmla="*/ 4701641 h 4707593"/>
              <a:gd name="connsiteX92" fmla="*/ 1597995 w 5260975"/>
              <a:gd name="connsiteY92" fmla="*/ 4703369 h 4707593"/>
              <a:gd name="connsiteX93" fmla="*/ 1559396 w 5260975"/>
              <a:gd name="connsiteY93" fmla="*/ 4707593 h 4707593"/>
              <a:gd name="connsiteX94" fmla="*/ 1528480 w 5260975"/>
              <a:gd name="connsiteY94" fmla="*/ 4702312 h 4707593"/>
              <a:gd name="connsiteX95" fmla="*/ 1485272 w 5260975"/>
              <a:gd name="connsiteY95" fmla="*/ 4694439 h 4707593"/>
              <a:gd name="connsiteX96" fmla="*/ 1444562 w 5260975"/>
              <a:gd name="connsiteY96" fmla="*/ 4686950 h 4707593"/>
              <a:gd name="connsiteX97" fmla="*/ 1431696 w 5260975"/>
              <a:gd name="connsiteY97" fmla="*/ 4695783 h 4707593"/>
              <a:gd name="connsiteX98" fmla="*/ 1411821 w 5260975"/>
              <a:gd name="connsiteY98" fmla="*/ 4703464 h 4707593"/>
              <a:gd name="connsiteX99" fmla="*/ 1389738 w 5260975"/>
              <a:gd name="connsiteY99" fmla="*/ 4694247 h 4707593"/>
              <a:gd name="connsiteX100" fmla="*/ 1338081 w 5260975"/>
              <a:gd name="connsiteY100" fmla="*/ 4675141 h 4707593"/>
              <a:gd name="connsiteX101" fmla="*/ 1305436 w 5260975"/>
              <a:gd name="connsiteY101" fmla="*/ 4674276 h 4707593"/>
              <a:gd name="connsiteX102" fmla="*/ 1234481 w 5260975"/>
              <a:gd name="connsiteY102" fmla="*/ 4666115 h 4707593"/>
              <a:gd name="connsiteX103" fmla="*/ 1188106 w 5260975"/>
              <a:gd name="connsiteY103" fmla="*/ 4654497 h 4707593"/>
              <a:gd name="connsiteX104" fmla="*/ 1154790 w 5260975"/>
              <a:gd name="connsiteY104" fmla="*/ 4641343 h 4707593"/>
              <a:gd name="connsiteX105" fmla="*/ 1107069 w 5260975"/>
              <a:gd name="connsiteY105" fmla="*/ 4624156 h 4707593"/>
              <a:gd name="connsiteX106" fmla="*/ 1059158 w 5260975"/>
              <a:gd name="connsiteY106" fmla="*/ 4615227 h 4707593"/>
              <a:gd name="connsiteX107" fmla="*/ 1024496 w 5260975"/>
              <a:gd name="connsiteY107" fmla="*/ 4603993 h 4707593"/>
              <a:gd name="connsiteX108" fmla="*/ 982153 w 5260975"/>
              <a:gd name="connsiteY108" fmla="*/ 4596311 h 4707593"/>
              <a:gd name="connsiteX109" fmla="*/ 946628 w 5260975"/>
              <a:gd name="connsiteY109" fmla="*/ 4596024 h 4707593"/>
              <a:gd name="connsiteX110" fmla="*/ 890939 w 5260975"/>
              <a:gd name="connsiteY110" fmla="*/ 4597368 h 4707593"/>
              <a:gd name="connsiteX111" fmla="*/ 822769 w 5260975"/>
              <a:gd name="connsiteY111" fmla="*/ 4574133 h 4707593"/>
              <a:gd name="connsiteX112" fmla="*/ 795212 w 5260975"/>
              <a:gd name="connsiteY112" fmla="*/ 4568947 h 4707593"/>
              <a:gd name="connsiteX113" fmla="*/ 769288 w 5260975"/>
              <a:gd name="connsiteY113" fmla="*/ 4566547 h 4707593"/>
              <a:gd name="connsiteX114" fmla="*/ 714271 w 5260975"/>
              <a:gd name="connsiteY114" fmla="*/ 4551089 h 4707593"/>
              <a:gd name="connsiteX115" fmla="*/ 691900 w 5260975"/>
              <a:gd name="connsiteY115" fmla="*/ 4545999 h 4707593"/>
              <a:gd name="connsiteX116" fmla="*/ 660598 w 5260975"/>
              <a:gd name="connsiteY116" fmla="*/ 4546096 h 4707593"/>
              <a:gd name="connsiteX117" fmla="*/ 603662 w 5260975"/>
              <a:gd name="connsiteY117" fmla="*/ 4538991 h 4707593"/>
              <a:gd name="connsiteX118" fmla="*/ 546821 w 5260975"/>
              <a:gd name="connsiteY118" fmla="*/ 4518251 h 4707593"/>
              <a:gd name="connsiteX119" fmla="*/ 522721 w 5260975"/>
              <a:gd name="connsiteY119" fmla="*/ 4520267 h 4707593"/>
              <a:gd name="connsiteX120" fmla="*/ 514080 w 5260975"/>
              <a:gd name="connsiteY120" fmla="*/ 4519788 h 4707593"/>
              <a:gd name="connsiteX121" fmla="*/ 436404 w 5260975"/>
              <a:gd name="connsiteY121" fmla="*/ 4508361 h 4707593"/>
              <a:gd name="connsiteX122" fmla="*/ 428626 w 5260975"/>
              <a:gd name="connsiteY122" fmla="*/ 4507114 h 4707593"/>
              <a:gd name="connsiteX123" fmla="*/ 392141 w 5260975"/>
              <a:gd name="connsiteY123" fmla="*/ 4496936 h 4707593"/>
              <a:gd name="connsiteX124" fmla="*/ 300157 w 5260975"/>
              <a:gd name="connsiteY124" fmla="*/ 4490599 h 4707593"/>
              <a:gd name="connsiteX125" fmla="*/ 294493 w 5260975"/>
              <a:gd name="connsiteY125" fmla="*/ 4489831 h 4707593"/>
              <a:gd name="connsiteX126" fmla="*/ 263671 w 5260975"/>
              <a:gd name="connsiteY126" fmla="*/ 4494919 h 4707593"/>
              <a:gd name="connsiteX127" fmla="*/ 248406 w 5260975"/>
              <a:gd name="connsiteY127" fmla="*/ 4502121 h 4707593"/>
              <a:gd name="connsiteX128" fmla="*/ 224594 w 5260975"/>
              <a:gd name="connsiteY128" fmla="*/ 4509610 h 4707593"/>
              <a:gd name="connsiteX129" fmla="*/ 200398 w 5260975"/>
              <a:gd name="connsiteY129" fmla="*/ 4512395 h 4707593"/>
              <a:gd name="connsiteX130" fmla="*/ 159783 w 5260975"/>
              <a:gd name="connsiteY130" fmla="*/ 4501064 h 4707593"/>
              <a:gd name="connsiteX131" fmla="*/ 144997 w 5260975"/>
              <a:gd name="connsiteY131" fmla="*/ 4499912 h 4707593"/>
              <a:gd name="connsiteX132" fmla="*/ 112064 w 5260975"/>
              <a:gd name="connsiteY132" fmla="*/ 4494440 h 4707593"/>
              <a:gd name="connsiteX133" fmla="*/ 83259 w 5260975"/>
              <a:gd name="connsiteY133" fmla="*/ 4494824 h 4707593"/>
              <a:gd name="connsiteX134" fmla="*/ 60120 w 5260975"/>
              <a:gd name="connsiteY134" fmla="*/ 4503561 h 4707593"/>
              <a:gd name="connsiteX135" fmla="*/ 26514 w 5260975"/>
              <a:gd name="connsiteY135" fmla="*/ 4505289 h 4707593"/>
              <a:gd name="connsiteX136" fmla="*/ 4814 w 5260975"/>
              <a:gd name="connsiteY136" fmla="*/ 4498952 h 4707593"/>
              <a:gd name="connsiteX137" fmla="*/ 398 w 5260975"/>
              <a:gd name="connsiteY137" fmla="*/ 4498089 h 4707593"/>
              <a:gd name="connsiteX138" fmla="*/ 0 w 5260975"/>
              <a:gd name="connsiteY138" fmla="*/ 4498087 h 4707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5260975" h="4707593">
                <a:moveTo>
                  <a:pt x="0" y="0"/>
                </a:moveTo>
                <a:lnTo>
                  <a:pt x="5260975" y="0"/>
                </a:lnTo>
                <a:lnTo>
                  <a:pt x="5260975" y="3296937"/>
                </a:lnTo>
                <a:lnTo>
                  <a:pt x="5260975" y="3518571"/>
                </a:lnTo>
                <a:lnTo>
                  <a:pt x="5226504" y="3534000"/>
                </a:lnTo>
                <a:cubicBezTo>
                  <a:pt x="5219783" y="3536785"/>
                  <a:pt x="5212389" y="3538321"/>
                  <a:pt x="5206341" y="3542065"/>
                </a:cubicBezTo>
                <a:cubicBezTo>
                  <a:pt x="5178495" y="3559156"/>
                  <a:pt x="5151515" y="3577591"/>
                  <a:pt x="5123287" y="3594010"/>
                </a:cubicBezTo>
                <a:cubicBezTo>
                  <a:pt x="5094195" y="3611004"/>
                  <a:pt x="5068175" y="3631071"/>
                  <a:pt x="5048107" y="3658244"/>
                </a:cubicBezTo>
                <a:cubicBezTo>
                  <a:pt x="5029480" y="3683496"/>
                  <a:pt x="5011429" y="3709131"/>
                  <a:pt x="4992899" y="3734479"/>
                </a:cubicBezTo>
                <a:cubicBezTo>
                  <a:pt x="4988194" y="3740912"/>
                  <a:pt x="4983874" y="3748498"/>
                  <a:pt x="4977440" y="3752627"/>
                </a:cubicBezTo>
                <a:cubicBezTo>
                  <a:pt x="4964094" y="3761268"/>
                  <a:pt x="4949500" y="3768277"/>
                  <a:pt x="4935194" y="3775382"/>
                </a:cubicBezTo>
                <a:cubicBezTo>
                  <a:pt x="4922903" y="3781431"/>
                  <a:pt x="4909846" y="3785943"/>
                  <a:pt x="4897844" y="3792472"/>
                </a:cubicBezTo>
                <a:cubicBezTo>
                  <a:pt x="4888243" y="3797658"/>
                  <a:pt x="4879697" y="3804859"/>
                  <a:pt x="4870767" y="3811388"/>
                </a:cubicBezTo>
                <a:cubicBezTo>
                  <a:pt x="4862990" y="3817052"/>
                  <a:pt x="4854445" y="3821949"/>
                  <a:pt x="4847917" y="3828767"/>
                </a:cubicBezTo>
                <a:cubicBezTo>
                  <a:pt x="4831977" y="3845281"/>
                  <a:pt x="4815942" y="3861508"/>
                  <a:pt x="4796163" y="3873702"/>
                </a:cubicBezTo>
                <a:cubicBezTo>
                  <a:pt x="4776672" y="3885799"/>
                  <a:pt x="4758237" y="3899338"/>
                  <a:pt x="4738843" y="3911628"/>
                </a:cubicBezTo>
                <a:cubicBezTo>
                  <a:pt x="4719831" y="3923630"/>
                  <a:pt x="4702645" y="3936783"/>
                  <a:pt x="4692755" y="3958099"/>
                </a:cubicBezTo>
                <a:cubicBezTo>
                  <a:pt x="4688339" y="3967508"/>
                  <a:pt x="4682097" y="3977782"/>
                  <a:pt x="4673744" y="3983255"/>
                </a:cubicBezTo>
                <a:cubicBezTo>
                  <a:pt x="4661838" y="3991032"/>
                  <a:pt x="4646764" y="3993817"/>
                  <a:pt x="4633801" y="4000442"/>
                </a:cubicBezTo>
                <a:cubicBezTo>
                  <a:pt x="4618535" y="4008219"/>
                  <a:pt x="4600869" y="4014940"/>
                  <a:pt x="4590499" y="4027326"/>
                </a:cubicBezTo>
                <a:cubicBezTo>
                  <a:pt x="4581281" y="4038368"/>
                  <a:pt x="4571968" y="4047009"/>
                  <a:pt x="4559773" y="4054018"/>
                </a:cubicBezTo>
                <a:cubicBezTo>
                  <a:pt x="4551229" y="4058915"/>
                  <a:pt x="4544892" y="4067844"/>
                  <a:pt x="4536059" y="4071877"/>
                </a:cubicBezTo>
                <a:cubicBezTo>
                  <a:pt x="4524442" y="4077254"/>
                  <a:pt x="4512727" y="4081479"/>
                  <a:pt x="4502550" y="4089832"/>
                </a:cubicBezTo>
                <a:cubicBezTo>
                  <a:pt x="4491987" y="4098473"/>
                  <a:pt x="4479986" y="4105290"/>
                  <a:pt x="4468944" y="4113356"/>
                </a:cubicBezTo>
                <a:cubicBezTo>
                  <a:pt x="4463087" y="4117676"/>
                  <a:pt x="4458286" y="4123341"/>
                  <a:pt x="4452623" y="4127854"/>
                </a:cubicBezTo>
                <a:cubicBezTo>
                  <a:pt x="4442252" y="4136111"/>
                  <a:pt x="4431690" y="4144176"/>
                  <a:pt x="4421032" y="4151953"/>
                </a:cubicBezTo>
                <a:cubicBezTo>
                  <a:pt x="4410375" y="4159731"/>
                  <a:pt x="4400197" y="4168756"/>
                  <a:pt x="4388483" y="4174421"/>
                </a:cubicBezTo>
                <a:cubicBezTo>
                  <a:pt x="4368513" y="4184023"/>
                  <a:pt x="4346717" y="4189784"/>
                  <a:pt x="4327321" y="4200153"/>
                </a:cubicBezTo>
                <a:cubicBezTo>
                  <a:pt x="4307639" y="4210714"/>
                  <a:pt x="4289107" y="4223965"/>
                  <a:pt x="4271633" y="4237983"/>
                </a:cubicBezTo>
                <a:cubicBezTo>
                  <a:pt x="4257807" y="4249025"/>
                  <a:pt x="4244845" y="4259971"/>
                  <a:pt x="4227465" y="4265635"/>
                </a:cubicBezTo>
                <a:cubicBezTo>
                  <a:pt x="4217768" y="4268804"/>
                  <a:pt x="4207591" y="4275717"/>
                  <a:pt x="4201733" y="4283783"/>
                </a:cubicBezTo>
                <a:cubicBezTo>
                  <a:pt x="4189059" y="4301353"/>
                  <a:pt x="4172833" y="4313739"/>
                  <a:pt x="4154494" y="4324301"/>
                </a:cubicBezTo>
                <a:cubicBezTo>
                  <a:pt x="4130010" y="4338511"/>
                  <a:pt x="4105814" y="4353009"/>
                  <a:pt x="4081234" y="4366931"/>
                </a:cubicBezTo>
                <a:cubicBezTo>
                  <a:pt x="4066737" y="4375189"/>
                  <a:pt x="4052335" y="4383926"/>
                  <a:pt x="4036971" y="4389975"/>
                </a:cubicBezTo>
                <a:cubicBezTo>
                  <a:pt x="4005575" y="4402457"/>
                  <a:pt x="3973410" y="4413114"/>
                  <a:pt x="3941725" y="4424733"/>
                </a:cubicBezTo>
                <a:cubicBezTo>
                  <a:pt x="3931355" y="4428477"/>
                  <a:pt x="3921561" y="4433854"/>
                  <a:pt x="3910999" y="4437119"/>
                </a:cubicBezTo>
                <a:cubicBezTo>
                  <a:pt x="3899573" y="4440671"/>
                  <a:pt x="3887285" y="4441727"/>
                  <a:pt x="3875859" y="4445280"/>
                </a:cubicBezTo>
                <a:cubicBezTo>
                  <a:pt x="3856847" y="4451136"/>
                  <a:pt x="3838412" y="4458626"/>
                  <a:pt x="3819401" y="4464579"/>
                </a:cubicBezTo>
                <a:cubicBezTo>
                  <a:pt x="3782723" y="4476005"/>
                  <a:pt x="3745949" y="4486951"/>
                  <a:pt x="3709176" y="4497800"/>
                </a:cubicBezTo>
                <a:cubicBezTo>
                  <a:pt x="3701303" y="4500105"/>
                  <a:pt x="3692757" y="4500393"/>
                  <a:pt x="3684981" y="4502889"/>
                </a:cubicBezTo>
                <a:cubicBezTo>
                  <a:pt x="3664337" y="4509610"/>
                  <a:pt x="3643789" y="4516907"/>
                  <a:pt x="3623338" y="4524300"/>
                </a:cubicBezTo>
                <a:cubicBezTo>
                  <a:pt x="3610953" y="4528813"/>
                  <a:pt x="3598854" y="4534382"/>
                  <a:pt x="3586373" y="4538702"/>
                </a:cubicBezTo>
                <a:cubicBezTo>
                  <a:pt x="3576387" y="4542159"/>
                  <a:pt x="3566113" y="4544847"/>
                  <a:pt x="3555743" y="4546960"/>
                </a:cubicBezTo>
                <a:cubicBezTo>
                  <a:pt x="3546814" y="4548785"/>
                  <a:pt x="3537501" y="4548592"/>
                  <a:pt x="3528667" y="4550801"/>
                </a:cubicBezTo>
                <a:cubicBezTo>
                  <a:pt x="3504759" y="4556753"/>
                  <a:pt x="3481140" y="4563475"/>
                  <a:pt x="3457424" y="4569811"/>
                </a:cubicBezTo>
                <a:cubicBezTo>
                  <a:pt x="3447919" y="4572308"/>
                  <a:pt x="3438221" y="4574133"/>
                  <a:pt x="3429003" y="4577301"/>
                </a:cubicBezTo>
                <a:cubicBezTo>
                  <a:pt x="3404327" y="4585654"/>
                  <a:pt x="3380036" y="4595159"/>
                  <a:pt x="3355264" y="4603033"/>
                </a:cubicBezTo>
                <a:cubicBezTo>
                  <a:pt x="3334717" y="4609562"/>
                  <a:pt x="3313593" y="4614266"/>
                  <a:pt x="3292757" y="4620027"/>
                </a:cubicBezTo>
                <a:cubicBezTo>
                  <a:pt x="3283924" y="4622524"/>
                  <a:pt x="3275475" y="4626077"/>
                  <a:pt x="3266643" y="4628188"/>
                </a:cubicBezTo>
                <a:cubicBezTo>
                  <a:pt x="3246863" y="4632990"/>
                  <a:pt x="3226796" y="4637022"/>
                  <a:pt x="3206921" y="4641823"/>
                </a:cubicBezTo>
                <a:cubicBezTo>
                  <a:pt x="3195590" y="4644607"/>
                  <a:pt x="3184645" y="4649600"/>
                  <a:pt x="3173123" y="4651425"/>
                </a:cubicBezTo>
                <a:cubicBezTo>
                  <a:pt x="3145759" y="4655745"/>
                  <a:pt x="3118203" y="4658817"/>
                  <a:pt x="3090646" y="4662274"/>
                </a:cubicBezTo>
                <a:cubicBezTo>
                  <a:pt x="3062227" y="4665826"/>
                  <a:pt x="3033902" y="4669571"/>
                  <a:pt x="3005480" y="4672739"/>
                </a:cubicBezTo>
                <a:cubicBezTo>
                  <a:pt x="2989926" y="4674372"/>
                  <a:pt x="2974275" y="4674660"/>
                  <a:pt x="2958721" y="4676196"/>
                </a:cubicBezTo>
                <a:cubicBezTo>
                  <a:pt x="2945087" y="4677541"/>
                  <a:pt x="2931549" y="4680037"/>
                  <a:pt x="2917915" y="4681670"/>
                </a:cubicBezTo>
                <a:cubicBezTo>
                  <a:pt x="2906105" y="4683013"/>
                  <a:pt x="2894199" y="4683781"/>
                  <a:pt x="2882389" y="4685126"/>
                </a:cubicBezTo>
                <a:cubicBezTo>
                  <a:pt x="2863475" y="4687334"/>
                  <a:pt x="2844655" y="4689831"/>
                  <a:pt x="2825837" y="4692135"/>
                </a:cubicBezTo>
                <a:cubicBezTo>
                  <a:pt x="2817964" y="4692999"/>
                  <a:pt x="2809706" y="4695399"/>
                  <a:pt x="2802313" y="4693960"/>
                </a:cubicBezTo>
                <a:cubicBezTo>
                  <a:pt x="2783686" y="4690310"/>
                  <a:pt x="2765347" y="4691367"/>
                  <a:pt x="2746816" y="4693863"/>
                </a:cubicBezTo>
                <a:cubicBezTo>
                  <a:pt x="2740479" y="4694728"/>
                  <a:pt x="2733662" y="4694535"/>
                  <a:pt x="2727517" y="4692903"/>
                </a:cubicBezTo>
                <a:cubicBezTo>
                  <a:pt x="2714939" y="4689638"/>
                  <a:pt x="2702745" y="4685029"/>
                  <a:pt x="2690359" y="4680997"/>
                </a:cubicBezTo>
                <a:cubicBezTo>
                  <a:pt x="2689014" y="4680517"/>
                  <a:pt x="2687382" y="4680421"/>
                  <a:pt x="2685943" y="4680133"/>
                </a:cubicBezTo>
                <a:cubicBezTo>
                  <a:pt x="2677781" y="4678500"/>
                  <a:pt x="2669717" y="4676868"/>
                  <a:pt x="2661554" y="4675428"/>
                </a:cubicBezTo>
                <a:cubicBezTo>
                  <a:pt x="2657138" y="4674660"/>
                  <a:pt x="2652625" y="4674564"/>
                  <a:pt x="2648208" y="4673892"/>
                </a:cubicBezTo>
                <a:cubicBezTo>
                  <a:pt x="2631118" y="4671203"/>
                  <a:pt x="2612299" y="4675716"/>
                  <a:pt x="2597512" y="4664099"/>
                </a:cubicBezTo>
                <a:cubicBezTo>
                  <a:pt x="2587911" y="4656609"/>
                  <a:pt x="2578597" y="4658338"/>
                  <a:pt x="2568324" y="4659490"/>
                </a:cubicBezTo>
                <a:cubicBezTo>
                  <a:pt x="2560547" y="4660354"/>
                  <a:pt x="2552577" y="4660065"/>
                  <a:pt x="2544704" y="4660162"/>
                </a:cubicBezTo>
                <a:cubicBezTo>
                  <a:pt x="2530878" y="4660449"/>
                  <a:pt x="2517052" y="4660546"/>
                  <a:pt x="2503225" y="4661026"/>
                </a:cubicBezTo>
                <a:cubicBezTo>
                  <a:pt x="2498808" y="4661218"/>
                  <a:pt x="2494297" y="4663619"/>
                  <a:pt x="2489975" y="4663235"/>
                </a:cubicBezTo>
                <a:cubicBezTo>
                  <a:pt x="2470004" y="4661410"/>
                  <a:pt x="2450033" y="4658529"/>
                  <a:pt x="2430061" y="4656897"/>
                </a:cubicBezTo>
                <a:cubicBezTo>
                  <a:pt x="2418732" y="4655938"/>
                  <a:pt x="2407114" y="4657761"/>
                  <a:pt x="2395880" y="4656417"/>
                </a:cubicBezTo>
                <a:cubicBezTo>
                  <a:pt x="2382919" y="4654881"/>
                  <a:pt x="2370245" y="4650945"/>
                  <a:pt x="2357378" y="4648544"/>
                </a:cubicBezTo>
                <a:cubicBezTo>
                  <a:pt x="2353826" y="4647872"/>
                  <a:pt x="2349889" y="4648736"/>
                  <a:pt x="2346145" y="4648928"/>
                </a:cubicBezTo>
                <a:cubicBezTo>
                  <a:pt x="2341920" y="4649120"/>
                  <a:pt x="2337791" y="4649504"/>
                  <a:pt x="2333567" y="4649600"/>
                </a:cubicBezTo>
                <a:cubicBezTo>
                  <a:pt x="2320700" y="4649793"/>
                  <a:pt x="2307835" y="4649504"/>
                  <a:pt x="2294968" y="4650177"/>
                </a:cubicBezTo>
                <a:cubicBezTo>
                  <a:pt x="2287095" y="4650561"/>
                  <a:pt x="2278839" y="4654497"/>
                  <a:pt x="2271540" y="4653057"/>
                </a:cubicBezTo>
                <a:cubicBezTo>
                  <a:pt x="2256659" y="4650272"/>
                  <a:pt x="2241776" y="4656513"/>
                  <a:pt x="2226895" y="4651329"/>
                </a:cubicBezTo>
                <a:cubicBezTo>
                  <a:pt x="2222285" y="4649793"/>
                  <a:pt x="2215948" y="4653633"/>
                  <a:pt x="2210379" y="4653825"/>
                </a:cubicBezTo>
                <a:cubicBezTo>
                  <a:pt x="2196457" y="4654305"/>
                  <a:pt x="2182535" y="4654209"/>
                  <a:pt x="2168613" y="4654113"/>
                </a:cubicBezTo>
                <a:cubicBezTo>
                  <a:pt x="2156131" y="4654017"/>
                  <a:pt x="2143168" y="4655361"/>
                  <a:pt x="2131167" y="4652673"/>
                </a:cubicBezTo>
                <a:cubicBezTo>
                  <a:pt x="2118588" y="4649793"/>
                  <a:pt x="2107259" y="4650177"/>
                  <a:pt x="2095065" y="4653441"/>
                </a:cubicBezTo>
                <a:cubicBezTo>
                  <a:pt x="2086711" y="4655649"/>
                  <a:pt x="2077878" y="4655938"/>
                  <a:pt x="2069237" y="4656609"/>
                </a:cubicBezTo>
                <a:cubicBezTo>
                  <a:pt x="2059924" y="4657377"/>
                  <a:pt x="2049650" y="4655361"/>
                  <a:pt x="2041201" y="4658529"/>
                </a:cubicBezTo>
                <a:cubicBezTo>
                  <a:pt x="2016044" y="4667939"/>
                  <a:pt x="1990216" y="4669955"/>
                  <a:pt x="1963909" y="4669955"/>
                </a:cubicBezTo>
                <a:cubicBezTo>
                  <a:pt x="1959107" y="4669955"/>
                  <a:pt x="1954210" y="4668612"/>
                  <a:pt x="1949603" y="4667171"/>
                </a:cubicBezTo>
                <a:cubicBezTo>
                  <a:pt x="1922717" y="4658529"/>
                  <a:pt x="1895737" y="4659297"/>
                  <a:pt x="1868373" y="4664578"/>
                </a:cubicBezTo>
                <a:cubicBezTo>
                  <a:pt x="1862708" y="4665731"/>
                  <a:pt x="1856372" y="4665923"/>
                  <a:pt x="1850707" y="4664771"/>
                </a:cubicBezTo>
                <a:cubicBezTo>
                  <a:pt x="1834768" y="4661410"/>
                  <a:pt x="1819309" y="4655841"/>
                  <a:pt x="1803275" y="4653441"/>
                </a:cubicBezTo>
                <a:cubicBezTo>
                  <a:pt x="1776775" y="4649504"/>
                  <a:pt x="1753828" y="4662754"/>
                  <a:pt x="1730112" y="4671396"/>
                </a:cubicBezTo>
                <a:cubicBezTo>
                  <a:pt x="1707548" y="4679557"/>
                  <a:pt x="1688345" y="4697992"/>
                  <a:pt x="1661652" y="4693863"/>
                </a:cubicBezTo>
                <a:cubicBezTo>
                  <a:pt x="1658965" y="4693479"/>
                  <a:pt x="1655988" y="4696071"/>
                  <a:pt x="1653011" y="4696744"/>
                </a:cubicBezTo>
                <a:cubicBezTo>
                  <a:pt x="1644850" y="4698568"/>
                  <a:pt x="1636689" y="4700776"/>
                  <a:pt x="1628431" y="4701641"/>
                </a:cubicBezTo>
                <a:cubicBezTo>
                  <a:pt x="1618350" y="4702793"/>
                  <a:pt x="1608076" y="4702409"/>
                  <a:pt x="1597995" y="4703369"/>
                </a:cubicBezTo>
                <a:cubicBezTo>
                  <a:pt x="1585032" y="4704521"/>
                  <a:pt x="1572263" y="4707593"/>
                  <a:pt x="1559396" y="4707593"/>
                </a:cubicBezTo>
                <a:cubicBezTo>
                  <a:pt x="1549026" y="4707593"/>
                  <a:pt x="1538753" y="4704041"/>
                  <a:pt x="1528480" y="4702312"/>
                </a:cubicBezTo>
                <a:cubicBezTo>
                  <a:pt x="1513981" y="4699912"/>
                  <a:pt x="1498042" y="4700584"/>
                  <a:pt x="1485272" y="4694439"/>
                </a:cubicBezTo>
                <a:cubicBezTo>
                  <a:pt x="1471639" y="4687910"/>
                  <a:pt x="1458676" y="4684934"/>
                  <a:pt x="1444562" y="4686950"/>
                </a:cubicBezTo>
                <a:cubicBezTo>
                  <a:pt x="1439857" y="4687622"/>
                  <a:pt x="1433808" y="4691655"/>
                  <a:pt x="1431696" y="4695783"/>
                </a:cubicBezTo>
                <a:cubicBezTo>
                  <a:pt x="1426991" y="4705001"/>
                  <a:pt x="1420559" y="4706634"/>
                  <a:pt x="1411821" y="4703464"/>
                </a:cubicBezTo>
                <a:cubicBezTo>
                  <a:pt x="1404236" y="4700776"/>
                  <a:pt x="1394922" y="4699432"/>
                  <a:pt x="1389738" y="4694247"/>
                </a:cubicBezTo>
                <a:cubicBezTo>
                  <a:pt x="1375047" y="4679557"/>
                  <a:pt x="1356324" y="4679077"/>
                  <a:pt x="1338081" y="4675141"/>
                </a:cubicBezTo>
                <a:cubicBezTo>
                  <a:pt x="1326945" y="4672739"/>
                  <a:pt x="1316574" y="4672644"/>
                  <a:pt x="1305436" y="4674276"/>
                </a:cubicBezTo>
                <a:cubicBezTo>
                  <a:pt x="1281241" y="4677925"/>
                  <a:pt x="1257717" y="4672739"/>
                  <a:pt x="1234481" y="4666115"/>
                </a:cubicBezTo>
                <a:cubicBezTo>
                  <a:pt x="1219118" y="4661698"/>
                  <a:pt x="1203372" y="4659010"/>
                  <a:pt x="1188106" y="4654497"/>
                </a:cubicBezTo>
                <a:cubicBezTo>
                  <a:pt x="1176680" y="4651041"/>
                  <a:pt x="1165255" y="4646912"/>
                  <a:pt x="1154790" y="4641343"/>
                </a:cubicBezTo>
                <a:cubicBezTo>
                  <a:pt x="1139618" y="4633181"/>
                  <a:pt x="1126369" y="4620891"/>
                  <a:pt x="1107069" y="4624156"/>
                </a:cubicBezTo>
                <a:cubicBezTo>
                  <a:pt x="1090074" y="4627036"/>
                  <a:pt x="1074713" y="4620988"/>
                  <a:pt x="1059158" y="4615227"/>
                </a:cubicBezTo>
                <a:cubicBezTo>
                  <a:pt x="1047732" y="4611002"/>
                  <a:pt x="1036308" y="4606681"/>
                  <a:pt x="1024496" y="4603993"/>
                </a:cubicBezTo>
                <a:cubicBezTo>
                  <a:pt x="1010478" y="4600824"/>
                  <a:pt x="994635" y="4602169"/>
                  <a:pt x="982153" y="4596311"/>
                </a:cubicBezTo>
                <a:cubicBezTo>
                  <a:pt x="969095" y="4590166"/>
                  <a:pt x="958246" y="4594295"/>
                  <a:pt x="946628" y="4596024"/>
                </a:cubicBezTo>
                <a:cubicBezTo>
                  <a:pt x="928097" y="4598712"/>
                  <a:pt x="909661" y="4603705"/>
                  <a:pt x="890939" y="4597368"/>
                </a:cubicBezTo>
                <a:cubicBezTo>
                  <a:pt x="868184" y="4589687"/>
                  <a:pt x="845620" y="4581430"/>
                  <a:pt x="822769" y="4574133"/>
                </a:cubicBezTo>
                <a:cubicBezTo>
                  <a:pt x="813934" y="4571347"/>
                  <a:pt x="804431" y="4570195"/>
                  <a:pt x="795212" y="4568947"/>
                </a:cubicBezTo>
                <a:cubicBezTo>
                  <a:pt x="786476" y="4567891"/>
                  <a:pt x="776010" y="4570579"/>
                  <a:pt x="769288" y="4566547"/>
                </a:cubicBezTo>
                <a:cubicBezTo>
                  <a:pt x="752005" y="4556178"/>
                  <a:pt x="734243" y="4551089"/>
                  <a:pt x="714271" y="4551089"/>
                </a:cubicBezTo>
                <a:cubicBezTo>
                  <a:pt x="706781" y="4551089"/>
                  <a:pt x="699484" y="4546768"/>
                  <a:pt x="691900" y="4545999"/>
                </a:cubicBezTo>
                <a:cubicBezTo>
                  <a:pt x="681529" y="4545040"/>
                  <a:pt x="669623" y="4542447"/>
                  <a:pt x="660598" y="4546096"/>
                </a:cubicBezTo>
                <a:cubicBezTo>
                  <a:pt x="639379" y="4554737"/>
                  <a:pt x="622193" y="4547536"/>
                  <a:pt x="603662" y="4538991"/>
                </a:cubicBezTo>
                <a:cubicBezTo>
                  <a:pt x="585418" y="4530541"/>
                  <a:pt x="566215" y="4523821"/>
                  <a:pt x="546821" y="4518251"/>
                </a:cubicBezTo>
                <a:cubicBezTo>
                  <a:pt x="539524" y="4516235"/>
                  <a:pt x="530787" y="4519596"/>
                  <a:pt x="522721" y="4520267"/>
                </a:cubicBezTo>
                <a:cubicBezTo>
                  <a:pt x="519840" y="4520460"/>
                  <a:pt x="516671" y="4520748"/>
                  <a:pt x="514080" y="4519788"/>
                </a:cubicBezTo>
                <a:cubicBezTo>
                  <a:pt x="489020" y="4510570"/>
                  <a:pt x="463575" y="4503561"/>
                  <a:pt x="436404" y="4508361"/>
                </a:cubicBezTo>
                <a:cubicBezTo>
                  <a:pt x="433908" y="4508842"/>
                  <a:pt x="431123" y="4507786"/>
                  <a:pt x="428626" y="4507114"/>
                </a:cubicBezTo>
                <a:cubicBezTo>
                  <a:pt x="416432" y="4503657"/>
                  <a:pt x="404526" y="4498184"/>
                  <a:pt x="392141" y="4496936"/>
                </a:cubicBezTo>
                <a:cubicBezTo>
                  <a:pt x="361608" y="4493864"/>
                  <a:pt x="330884" y="4492615"/>
                  <a:pt x="300157" y="4490599"/>
                </a:cubicBezTo>
                <a:cubicBezTo>
                  <a:pt x="298237" y="4490503"/>
                  <a:pt x="296221" y="4490503"/>
                  <a:pt x="294493" y="4489831"/>
                </a:cubicBezTo>
                <a:cubicBezTo>
                  <a:pt x="283163" y="4485702"/>
                  <a:pt x="273274" y="4487047"/>
                  <a:pt x="263671" y="4494919"/>
                </a:cubicBezTo>
                <a:cubicBezTo>
                  <a:pt x="259447" y="4498376"/>
                  <a:pt x="253686" y="4500200"/>
                  <a:pt x="248406" y="4502121"/>
                </a:cubicBezTo>
                <a:cubicBezTo>
                  <a:pt x="240628" y="4505002"/>
                  <a:pt x="232659" y="4507786"/>
                  <a:pt x="224594" y="4509610"/>
                </a:cubicBezTo>
                <a:cubicBezTo>
                  <a:pt x="216624" y="4511338"/>
                  <a:pt x="208079" y="4513738"/>
                  <a:pt x="200398" y="4512395"/>
                </a:cubicBezTo>
                <a:cubicBezTo>
                  <a:pt x="186572" y="4509994"/>
                  <a:pt x="173417" y="4504618"/>
                  <a:pt x="159783" y="4501064"/>
                </a:cubicBezTo>
                <a:cubicBezTo>
                  <a:pt x="155079" y="4499816"/>
                  <a:pt x="149893" y="4500009"/>
                  <a:pt x="144997" y="4499912"/>
                </a:cubicBezTo>
                <a:cubicBezTo>
                  <a:pt x="133763" y="4499625"/>
                  <a:pt x="122241" y="4502409"/>
                  <a:pt x="112064" y="4494440"/>
                </a:cubicBezTo>
                <a:cubicBezTo>
                  <a:pt x="102655" y="4486951"/>
                  <a:pt x="93148" y="4489158"/>
                  <a:pt x="83259" y="4494824"/>
                </a:cubicBezTo>
                <a:cubicBezTo>
                  <a:pt x="76154" y="4498857"/>
                  <a:pt x="68090" y="4502025"/>
                  <a:pt x="60120" y="4503561"/>
                </a:cubicBezTo>
                <a:cubicBezTo>
                  <a:pt x="49174" y="4505673"/>
                  <a:pt x="38324" y="4506538"/>
                  <a:pt x="26514" y="4505289"/>
                </a:cubicBezTo>
                <a:cubicBezTo>
                  <a:pt x="18161" y="4504425"/>
                  <a:pt x="11343" y="4504041"/>
                  <a:pt x="4814" y="4498952"/>
                </a:cubicBezTo>
                <a:cubicBezTo>
                  <a:pt x="3759" y="4498184"/>
                  <a:pt x="1839" y="4497992"/>
                  <a:pt x="398" y="4498089"/>
                </a:cubicBezTo>
                <a:lnTo>
                  <a:pt x="0" y="4498087"/>
                </a:lnTo>
                <a:close/>
              </a:path>
            </a:pathLst>
          </a:custGeom>
          <a:solidFill>
            <a:schemeClr val="tx1"/>
          </a:solidFill>
          <a:ln w="12700" cap="flat" cmpd="sng" algn="ctr">
            <a:noFill/>
            <a:prstDash val="solid"/>
            <a:miter lim="800000"/>
          </a:ln>
          <a:effectLst>
            <a:outerShdw blurRad="381000" dist="1524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0453D6FB-F9E1-F64A-1079-F2304DD4979E}"/>
              </a:ext>
            </a:extLst>
          </p:cNvPr>
          <p:cNvSpPr>
            <a:spLocks noGrp="1"/>
          </p:cNvSpPr>
          <p:nvPr>
            <p:ph type="title"/>
          </p:nvPr>
        </p:nvSpPr>
        <p:spPr>
          <a:xfrm>
            <a:off x="1287462" y="2037441"/>
            <a:ext cx="4391024" cy="707886"/>
          </a:xfrm>
        </p:spPr>
        <p:txBody>
          <a:bodyPr anchor="t">
            <a:normAutofit/>
          </a:bodyPr>
          <a:lstStyle/>
          <a:p>
            <a:r>
              <a:rPr lang="ja-JP" altLang="en-US" sz="2800">
                <a:solidFill>
                  <a:schemeClr val="bg1"/>
                </a:solidFill>
              </a:rPr>
              <a:t>スタンダードセルの特徴</a:t>
            </a:r>
            <a:endParaRPr kumimoji="1" lang="ja-JP" altLang="en-US" sz="2800">
              <a:solidFill>
                <a:schemeClr val="bg1"/>
              </a:solidFill>
            </a:endParaRPr>
          </a:p>
        </p:txBody>
      </p:sp>
      <p:sp>
        <p:nvSpPr>
          <p:cNvPr id="3" name="コンテンツ プレースホルダー 2">
            <a:extLst>
              <a:ext uri="{FF2B5EF4-FFF2-40B4-BE49-F238E27FC236}">
                <a16:creationId xmlns:a16="http://schemas.microsoft.com/office/drawing/2014/main" id="{B52C9D2E-FF23-8A88-47E9-985E0776ECCE}"/>
              </a:ext>
            </a:extLst>
          </p:cNvPr>
          <p:cNvSpPr>
            <a:spLocks noGrp="1"/>
          </p:cNvSpPr>
          <p:nvPr>
            <p:ph idx="1"/>
          </p:nvPr>
        </p:nvSpPr>
        <p:spPr>
          <a:xfrm>
            <a:off x="1287463" y="2926800"/>
            <a:ext cx="4391024" cy="2291086"/>
          </a:xfrm>
        </p:spPr>
        <p:txBody>
          <a:bodyPr>
            <a:normAutofit/>
          </a:bodyPr>
          <a:lstStyle/>
          <a:p>
            <a:r>
              <a:rPr kumimoji="1" lang="ja-JP" altLang="en-US" sz="2400">
                <a:solidFill>
                  <a:schemeClr val="bg1">
                    <a:alpha val="80000"/>
                  </a:schemeClr>
                </a:solidFill>
              </a:rPr>
              <a:t>上が</a:t>
            </a:r>
            <a:r>
              <a:rPr kumimoji="1" lang="en-US" altLang="ja-JP" sz="2400">
                <a:solidFill>
                  <a:schemeClr val="bg1">
                    <a:alpha val="80000"/>
                  </a:schemeClr>
                </a:solidFill>
              </a:rPr>
              <a:t>P</a:t>
            </a:r>
            <a:r>
              <a:rPr lang="en-US" altLang="ja-JP" sz="2400">
                <a:solidFill>
                  <a:schemeClr val="bg1">
                    <a:alpha val="80000"/>
                  </a:schemeClr>
                </a:solidFill>
              </a:rPr>
              <a:t>-FET,</a:t>
            </a:r>
            <a:r>
              <a:rPr lang="ja-JP" altLang="en-US" sz="2400">
                <a:solidFill>
                  <a:schemeClr val="bg1">
                    <a:alpha val="80000"/>
                  </a:schemeClr>
                </a:solidFill>
              </a:rPr>
              <a:t>下が</a:t>
            </a:r>
            <a:r>
              <a:rPr lang="en-US" altLang="ja-JP" sz="2400">
                <a:solidFill>
                  <a:schemeClr val="bg1">
                    <a:alpha val="80000"/>
                  </a:schemeClr>
                </a:solidFill>
              </a:rPr>
              <a:t>N-FET</a:t>
            </a:r>
          </a:p>
          <a:p>
            <a:r>
              <a:rPr kumimoji="1" lang="en-US" altLang="ja-JP" sz="2400">
                <a:solidFill>
                  <a:schemeClr val="bg1">
                    <a:alpha val="80000"/>
                  </a:schemeClr>
                </a:solidFill>
              </a:rPr>
              <a:t>VDD</a:t>
            </a:r>
            <a:r>
              <a:rPr kumimoji="1" lang="ja-JP" altLang="en-US" sz="2400">
                <a:solidFill>
                  <a:schemeClr val="bg1">
                    <a:alpha val="80000"/>
                  </a:schemeClr>
                </a:solidFill>
              </a:rPr>
              <a:t>と</a:t>
            </a:r>
            <a:r>
              <a:rPr kumimoji="1" lang="en-US" altLang="ja-JP" sz="2400">
                <a:solidFill>
                  <a:schemeClr val="bg1">
                    <a:alpha val="80000"/>
                  </a:schemeClr>
                </a:solidFill>
              </a:rPr>
              <a:t>VSS</a:t>
            </a:r>
            <a:r>
              <a:rPr kumimoji="1" lang="ja-JP" altLang="en-US" sz="2400">
                <a:solidFill>
                  <a:schemeClr val="bg1">
                    <a:alpha val="80000"/>
                  </a:schemeClr>
                </a:solidFill>
              </a:rPr>
              <a:t>ラインがある</a:t>
            </a:r>
            <a:endParaRPr kumimoji="1" lang="en-US" altLang="ja-JP" sz="2400">
              <a:solidFill>
                <a:schemeClr val="bg1">
                  <a:alpha val="80000"/>
                </a:schemeClr>
              </a:solidFill>
            </a:endParaRPr>
          </a:p>
          <a:p>
            <a:r>
              <a:rPr lang="ja-JP" altLang="en-US" sz="2400">
                <a:solidFill>
                  <a:schemeClr val="bg1">
                    <a:alpha val="80000"/>
                  </a:schemeClr>
                </a:solidFill>
              </a:rPr>
              <a:t>ポートは何種類かある</a:t>
            </a:r>
            <a:endParaRPr kumimoji="1" lang="ja-JP" altLang="en-US" sz="2400">
              <a:solidFill>
                <a:schemeClr val="bg1">
                  <a:alpha val="80000"/>
                </a:schemeClr>
              </a:solidFill>
            </a:endParaRPr>
          </a:p>
        </p:txBody>
      </p:sp>
      <p:sp>
        <p:nvSpPr>
          <p:cNvPr id="11" name="Freeform: Shape 10">
            <a:extLst>
              <a:ext uri="{FF2B5EF4-FFF2-40B4-BE49-F238E27FC236}">
                <a16:creationId xmlns:a16="http://schemas.microsoft.com/office/drawing/2014/main" id="{127393A7-D6DA-410B-8699-AA56B57B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EC44C88-69E3-42EE-86E8-9B45F712B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088" y="4795537"/>
            <a:ext cx="5260975" cy="1410656"/>
          </a:xfrm>
          <a:custGeom>
            <a:avLst/>
            <a:gdLst>
              <a:gd name="connsiteX0" fmla="*/ 5260975 w 5260975"/>
              <a:gd name="connsiteY0" fmla="*/ 0 h 1410656"/>
              <a:gd name="connsiteX1" fmla="*/ 5260975 w 5260975"/>
              <a:gd name="connsiteY1" fmla="*/ 221634 h 1410656"/>
              <a:gd name="connsiteX2" fmla="*/ 5226503 w 5260975"/>
              <a:gd name="connsiteY2" fmla="*/ 237063 h 1410656"/>
              <a:gd name="connsiteX3" fmla="*/ 5206341 w 5260975"/>
              <a:gd name="connsiteY3" fmla="*/ 245128 h 1410656"/>
              <a:gd name="connsiteX4" fmla="*/ 5123287 w 5260975"/>
              <a:gd name="connsiteY4" fmla="*/ 297073 h 1410656"/>
              <a:gd name="connsiteX5" fmla="*/ 5048107 w 5260975"/>
              <a:gd name="connsiteY5" fmla="*/ 361307 h 1410656"/>
              <a:gd name="connsiteX6" fmla="*/ 4992899 w 5260975"/>
              <a:gd name="connsiteY6" fmla="*/ 437542 h 1410656"/>
              <a:gd name="connsiteX7" fmla="*/ 4977440 w 5260975"/>
              <a:gd name="connsiteY7" fmla="*/ 455690 h 1410656"/>
              <a:gd name="connsiteX8" fmla="*/ 4935193 w 5260975"/>
              <a:gd name="connsiteY8" fmla="*/ 478445 h 1410656"/>
              <a:gd name="connsiteX9" fmla="*/ 4897844 w 5260975"/>
              <a:gd name="connsiteY9" fmla="*/ 495535 h 1410656"/>
              <a:gd name="connsiteX10" fmla="*/ 4870767 w 5260975"/>
              <a:gd name="connsiteY10" fmla="*/ 514451 h 1410656"/>
              <a:gd name="connsiteX11" fmla="*/ 4847916 w 5260975"/>
              <a:gd name="connsiteY11" fmla="*/ 531830 h 1410656"/>
              <a:gd name="connsiteX12" fmla="*/ 4796163 w 5260975"/>
              <a:gd name="connsiteY12" fmla="*/ 576765 h 1410656"/>
              <a:gd name="connsiteX13" fmla="*/ 4738843 w 5260975"/>
              <a:gd name="connsiteY13" fmla="*/ 614691 h 1410656"/>
              <a:gd name="connsiteX14" fmla="*/ 4692755 w 5260975"/>
              <a:gd name="connsiteY14" fmla="*/ 661162 h 1410656"/>
              <a:gd name="connsiteX15" fmla="*/ 4673744 w 5260975"/>
              <a:gd name="connsiteY15" fmla="*/ 686318 h 1410656"/>
              <a:gd name="connsiteX16" fmla="*/ 4633801 w 5260975"/>
              <a:gd name="connsiteY16" fmla="*/ 703505 h 1410656"/>
              <a:gd name="connsiteX17" fmla="*/ 4590499 w 5260975"/>
              <a:gd name="connsiteY17" fmla="*/ 730389 h 1410656"/>
              <a:gd name="connsiteX18" fmla="*/ 4559773 w 5260975"/>
              <a:gd name="connsiteY18" fmla="*/ 757081 h 1410656"/>
              <a:gd name="connsiteX19" fmla="*/ 4536059 w 5260975"/>
              <a:gd name="connsiteY19" fmla="*/ 774940 h 1410656"/>
              <a:gd name="connsiteX20" fmla="*/ 4502549 w 5260975"/>
              <a:gd name="connsiteY20" fmla="*/ 792895 h 1410656"/>
              <a:gd name="connsiteX21" fmla="*/ 4468944 w 5260975"/>
              <a:gd name="connsiteY21" fmla="*/ 816419 h 1410656"/>
              <a:gd name="connsiteX22" fmla="*/ 4452622 w 5260975"/>
              <a:gd name="connsiteY22" fmla="*/ 830917 h 1410656"/>
              <a:gd name="connsiteX23" fmla="*/ 4421032 w 5260975"/>
              <a:gd name="connsiteY23" fmla="*/ 855016 h 1410656"/>
              <a:gd name="connsiteX24" fmla="*/ 4388483 w 5260975"/>
              <a:gd name="connsiteY24" fmla="*/ 877484 h 1410656"/>
              <a:gd name="connsiteX25" fmla="*/ 4327321 w 5260975"/>
              <a:gd name="connsiteY25" fmla="*/ 903216 h 1410656"/>
              <a:gd name="connsiteX26" fmla="*/ 4271633 w 5260975"/>
              <a:gd name="connsiteY26" fmla="*/ 941046 h 1410656"/>
              <a:gd name="connsiteX27" fmla="*/ 4227465 w 5260975"/>
              <a:gd name="connsiteY27" fmla="*/ 968698 h 1410656"/>
              <a:gd name="connsiteX28" fmla="*/ 4201733 w 5260975"/>
              <a:gd name="connsiteY28" fmla="*/ 986846 h 1410656"/>
              <a:gd name="connsiteX29" fmla="*/ 4154494 w 5260975"/>
              <a:gd name="connsiteY29" fmla="*/ 1027364 h 1410656"/>
              <a:gd name="connsiteX30" fmla="*/ 4081234 w 5260975"/>
              <a:gd name="connsiteY30" fmla="*/ 1069994 h 1410656"/>
              <a:gd name="connsiteX31" fmla="*/ 4036971 w 5260975"/>
              <a:gd name="connsiteY31" fmla="*/ 1093038 h 1410656"/>
              <a:gd name="connsiteX32" fmla="*/ 3941725 w 5260975"/>
              <a:gd name="connsiteY32" fmla="*/ 1127796 h 1410656"/>
              <a:gd name="connsiteX33" fmla="*/ 3910999 w 5260975"/>
              <a:gd name="connsiteY33" fmla="*/ 1140182 h 1410656"/>
              <a:gd name="connsiteX34" fmla="*/ 3875859 w 5260975"/>
              <a:gd name="connsiteY34" fmla="*/ 1148343 h 1410656"/>
              <a:gd name="connsiteX35" fmla="*/ 3819401 w 5260975"/>
              <a:gd name="connsiteY35" fmla="*/ 1167642 h 1410656"/>
              <a:gd name="connsiteX36" fmla="*/ 3709176 w 5260975"/>
              <a:gd name="connsiteY36" fmla="*/ 1200863 h 1410656"/>
              <a:gd name="connsiteX37" fmla="*/ 3684981 w 5260975"/>
              <a:gd name="connsiteY37" fmla="*/ 1205952 h 1410656"/>
              <a:gd name="connsiteX38" fmla="*/ 3623338 w 5260975"/>
              <a:gd name="connsiteY38" fmla="*/ 1227363 h 1410656"/>
              <a:gd name="connsiteX39" fmla="*/ 3586373 w 5260975"/>
              <a:gd name="connsiteY39" fmla="*/ 1241765 h 1410656"/>
              <a:gd name="connsiteX40" fmla="*/ 3555743 w 5260975"/>
              <a:gd name="connsiteY40" fmla="*/ 1250023 h 1410656"/>
              <a:gd name="connsiteX41" fmla="*/ 3528667 w 5260975"/>
              <a:gd name="connsiteY41" fmla="*/ 1253864 h 1410656"/>
              <a:gd name="connsiteX42" fmla="*/ 3457424 w 5260975"/>
              <a:gd name="connsiteY42" fmla="*/ 1272874 h 1410656"/>
              <a:gd name="connsiteX43" fmla="*/ 3429003 w 5260975"/>
              <a:gd name="connsiteY43" fmla="*/ 1280364 h 1410656"/>
              <a:gd name="connsiteX44" fmla="*/ 3355264 w 5260975"/>
              <a:gd name="connsiteY44" fmla="*/ 1306096 h 1410656"/>
              <a:gd name="connsiteX45" fmla="*/ 3292757 w 5260975"/>
              <a:gd name="connsiteY45" fmla="*/ 1323090 h 1410656"/>
              <a:gd name="connsiteX46" fmla="*/ 3266643 w 5260975"/>
              <a:gd name="connsiteY46" fmla="*/ 1331251 h 1410656"/>
              <a:gd name="connsiteX47" fmla="*/ 3206921 w 5260975"/>
              <a:gd name="connsiteY47" fmla="*/ 1344886 h 1410656"/>
              <a:gd name="connsiteX48" fmla="*/ 3173123 w 5260975"/>
              <a:gd name="connsiteY48" fmla="*/ 1354488 h 1410656"/>
              <a:gd name="connsiteX49" fmla="*/ 3090646 w 5260975"/>
              <a:gd name="connsiteY49" fmla="*/ 1365337 h 1410656"/>
              <a:gd name="connsiteX50" fmla="*/ 3005480 w 5260975"/>
              <a:gd name="connsiteY50" fmla="*/ 1375802 h 1410656"/>
              <a:gd name="connsiteX51" fmla="*/ 2958721 w 5260975"/>
              <a:gd name="connsiteY51" fmla="*/ 1379259 h 1410656"/>
              <a:gd name="connsiteX52" fmla="*/ 2917915 w 5260975"/>
              <a:gd name="connsiteY52" fmla="*/ 1384733 h 1410656"/>
              <a:gd name="connsiteX53" fmla="*/ 2882389 w 5260975"/>
              <a:gd name="connsiteY53" fmla="*/ 1388189 h 1410656"/>
              <a:gd name="connsiteX54" fmla="*/ 2825837 w 5260975"/>
              <a:gd name="connsiteY54" fmla="*/ 1395198 h 1410656"/>
              <a:gd name="connsiteX55" fmla="*/ 2802313 w 5260975"/>
              <a:gd name="connsiteY55" fmla="*/ 1397023 h 1410656"/>
              <a:gd name="connsiteX56" fmla="*/ 2746816 w 5260975"/>
              <a:gd name="connsiteY56" fmla="*/ 1396926 h 1410656"/>
              <a:gd name="connsiteX57" fmla="*/ 2727517 w 5260975"/>
              <a:gd name="connsiteY57" fmla="*/ 1395966 h 1410656"/>
              <a:gd name="connsiteX58" fmla="*/ 2690359 w 5260975"/>
              <a:gd name="connsiteY58" fmla="*/ 1384060 h 1410656"/>
              <a:gd name="connsiteX59" fmla="*/ 2685943 w 5260975"/>
              <a:gd name="connsiteY59" fmla="*/ 1383196 h 1410656"/>
              <a:gd name="connsiteX60" fmla="*/ 2661554 w 5260975"/>
              <a:gd name="connsiteY60" fmla="*/ 1378491 h 1410656"/>
              <a:gd name="connsiteX61" fmla="*/ 2648208 w 5260975"/>
              <a:gd name="connsiteY61" fmla="*/ 1376955 h 1410656"/>
              <a:gd name="connsiteX62" fmla="*/ 2597512 w 5260975"/>
              <a:gd name="connsiteY62" fmla="*/ 1367162 h 1410656"/>
              <a:gd name="connsiteX63" fmla="*/ 2568324 w 5260975"/>
              <a:gd name="connsiteY63" fmla="*/ 1362553 h 1410656"/>
              <a:gd name="connsiteX64" fmla="*/ 2544704 w 5260975"/>
              <a:gd name="connsiteY64" fmla="*/ 1363225 h 1410656"/>
              <a:gd name="connsiteX65" fmla="*/ 2503225 w 5260975"/>
              <a:gd name="connsiteY65" fmla="*/ 1364089 h 1410656"/>
              <a:gd name="connsiteX66" fmla="*/ 2489975 w 5260975"/>
              <a:gd name="connsiteY66" fmla="*/ 1366298 h 1410656"/>
              <a:gd name="connsiteX67" fmla="*/ 2430061 w 5260975"/>
              <a:gd name="connsiteY67" fmla="*/ 1359960 h 1410656"/>
              <a:gd name="connsiteX68" fmla="*/ 2395880 w 5260975"/>
              <a:gd name="connsiteY68" fmla="*/ 1359480 h 1410656"/>
              <a:gd name="connsiteX69" fmla="*/ 2357378 w 5260975"/>
              <a:gd name="connsiteY69" fmla="*/ 1351607 h 1410656"/>
              <a:gd name="connsiteX70" fmla="*/ 2346145 w 5260975"/>
              <a:gd name="connsiteY70" fmla="*/ 1351991 h 1410656"/>
              <a:gd name="connsiteX71" fmla="*/ 2333567 w 5260975"/>
              <a:gd name="connsiteY71" fmla="*/ 1352663 h 1410656"/>
              <a:gd name="connsiteX72" fmla="*/ 2294968 w 5260975"/>
              <a:gd name="connsiteY72" fmla="*/ 1353240 h 1410656"/>
              <a:gd name="connsiteX73" fmla="*/ 2271540 w 5260975"/>
              <a:gd name="connsiteY73" fmla="*/ 1356120 h 1410656"/>
              <a:gd name="connsiteX74" fmla="*/ 2226895 w 5260975"/>
              <a:gd name="connsiteY74" fmla="*/ 1354392 h 1410656"/>
              <a:gd name="connsiteX75" fmla="*/ 2210379 w 5260975"/>
              <a:gd name="connsiteY75" fmla="*/ 1356888 h 1410656"/>
              <a:gd name="connsiteX76" fmla="*/ 2168613 w 5260975"/>
              <a:gd name="connsiteY76" fmla="*/ 1357176 h 1410656"/>
              <a:gd name="connsiteX77" fmla="*/ 2131167 w 5260975"/>
              <a:gd name="connsiteY77" fmla="*/ 1355736 h 1410656"/>
              <a:gd name="connsiteX78" fmla="*/ 2095065 w 5260975"/>
              <a:gd name="connsiteY78" fmla="*/ 1356504 h 1410656"/>
              <a:gd name="connsiteX79" fmla="*/ 2069237 w 5260975"/>
              <a:gd name="connsiteY79" fmla="*/ 1359672 h 1410656"/>
              <a:gd name="connsiteX80" fmla="*/ 2041201 w 5260975"/>
              <a:gd name="connsiteY80" fmla="*/ 1361592 h 1410656"/>
              <a:gd name="connsiteX81" fmla="*/ 1963909 w 5260975"/>
              <a:gd name="connsiteY81" fmla="*/ 1373018 h 1410656"/>
              <a:gd name="connsiteX82" fmla="*/ 1949603 w 5260975"/>
              <a:gd name="connsiteY82" fmla="*/ 1370234 h 1410656"/>
              <a:gd name="connsiteX83" fmla="*/ 1868373 w 5260975"/>
              <a:gd name="connsiteY83" fmla="*/ 1367641 h 1410656"/>
              <a:gd name="connsiteX84" fmla="*/ 1850707 w 5260975"/>
              <a:gd name="connsiteY84" fmla="*/ 1367834 h 1410656"/>
              <a:gd name="connsiteX85" fmla="*/ 1803275 w 5260975"/>
              <a:gd name="connsiteY85" fmla="*/ 1356504 h 1410656"/>
              <a:gd name="connsiteX86" fmla="*/ 1730112 w 5260975"/>
              <a:gd name="connsiteY86" fmla="*/ 1374459 h 1410656"/>
              <a:gd name="connsiteX87" fmla="*/ 1661652 w 5260975"/>
              <a:gd name="connsiteY87" fmla="*/ 1396926 h 1410656"/>
              <a:gd name="connsiteX88" fmla="*/ 1653011 w 5260975"/>
              <a:gd name="connsiteY88" fmla="*/ 1399807 h 1410656"/>
              <a:gd name="connsiteX89" fmla="*/ 1628431 w 5260975"/>
              <a:gd name="connsiteY89" fmla="*/ 1404704 h 1410656"/>
              <a:gd name="connsiteX90" fmla="*/ 1597995 w 5260975"/>
              <a:gd name="connsiteY90" fmla="*/ 1406432 h 1410656"/>
              <a:gd name="connsiteX91" fmla="*/ 1559396 w 5260975"/>
              <a:gd name="connsiteY91" fmla="*/ 1410656 h 1410656"/>
              <a:gd name="connsiteX92" fmla="*/ 1528480 w 5260975"/>
              <a:gd name="connsiteY92" fmla="*/ 1405375 h 1410656"/>
              <a:gd name="connsiteX93" fmla="*/ 1485272 w 5260975"/>
              <a:gd name="connsiteY93" fmla="*/ 1397502 h 1410656"/>
              <a:gd name="connsiteX94" fmla="*/ 1444562 w 5260975"/>
              <a:gd name="connsiteY94" fmla="*/ 1390013 h 1410656"/>
              <a:gd name="connsiteX95" fmla="*/ 1431696 w 5260975"/>
              <a:gd name="connsiteY95" fmla="*/ 1398846 h 1410656"/>
              <a:gd name="connsiteX96" fmla="*/ 1411821 w 5260975"/>
              <a:gd name="connsiteY96" fmla="*/ 1406527 h 1410656"/>
              <a:gd name="connsiteX97" fmla="*/ 1389738 w 5260975"/>
              <a:gd name="connsiteY97" fmla="*/ 1397310 h 1410656"/>
              <a:gd name="connsiteX98" fmla="*/ 1338081 w 5260975"/>
              <a:gd name="connsiteY98" fmla="*/ 1378204 h 1410656"/>
              <a:gd name="connsiteX99" fmla="*/ 1305436 w 5260975"/>
              <a:gd name="connsiteY99" fmla="*/ 1377339 h 1410656"/>
              <a:gd name="connsiteX100" fmla="*/ 1234481 w 5260975"/>
              <a:gd name="connsiteY100" fmla="*/ 1369178 h 1410656"/>
              <a:gd name="connsiteX101" fmla="*/ 1188106 w 5260975"/>
              <a:gd name="connsiteY101" fmla="*/ 1357560 h 1410656"/>
              <a:gd name="connsiteX102" fmla="*/ 1154790 w 5260975"/>
              <a:gd name="connsiteY102" fmla="*/ 1344406 h 1410656"/>
              <a:gd name="connsiteX103" fmla="*/ 1107069 w 5260975"/>
              <a:gd name="connsiteY103" fmla="*/ 1327219 h 1410656"/>
              <a:gd name="connsiteX104" fmla="*/ 1059158 w 5260975"/>
              <a:gd name="connsiteY104" fmla="*/ 1318290 h 1410656"/>
              <a:gd name="connsiteX105" fmla="*/ 1024496 w 5260975"/>
              <a:gd name="connsiteY105" fmla="*/ 1307056 h 1410656"/>
              <a:gd name="connsiteX106" fmla="*/ 982153 w 5260975"/>
              <a:gd name="connsiteY106" fmla="*/ 1299374 h 1410656"/>
              <a:gd name="connsiteX107" fmla="*/ 946628 w 5260975"/>
              <a:gd name="connsiteY107" fmla="*/ 1299087 h 1410656"/>
              <a:gd name="connsiteX108" fmla="*/ 890939 w 5260975"/>
              <a:gd name="connsiteY108" fmla="*/ 1300431 h 1410656"/>
              <a:gd name="connsiteX109" fmla="*/ 822769 w 5260975"/>
              <a:gd name="connsiteY109" fmla="*/ 1277196 h 1410656"/>
              <a:gd name="connsiteX110" fmla="*/ 795212 w 5260975"/>
              <a:gd name="connsiteY110" fmla="*/ 1272010 h 1410656"/>
              <a:gd name="connsiteX111" fmla="*/ 769288 w 5260975"/>
              <a:gd name="connsiteY111" fmla="*/ 1269610 h 1410656"/>
              <a:gd name="connsiteX112" fmla="*/ 714271 w 5260975"/>
              <a:gd name="connsiteY112" fmla="*/ 1254152 h 1410656"/>
              <a:gd name="connsiteX113" fmla="*/ 691900 w 5260975"/>
              <a:gd name="connsiteY113" fmla="*/ 1249062 h 1410656"/>
              <a:gd name="connsiteX114" fmla="*/ 660598 w 5260975"/>
              <a:gd name="connsiteY114" fmla="*/ 1249159 h 1410656"/>
              <a:gd name="connsiteX115" fmla="*/ 603662 w 5260975"/>
              <a:gd name="connsiteY115" fmla="*/ 1242054 h 1410656"/>
              <a:gd name="connsiteX116" fmla="*/ 546821 w 5260975"/>
              <a:gd name="connsiteY116" fmla="*/ 1221314 h 1410656"/>
              <a:gd name="connsiteX117" fmla="*/ 522721 w 5260975"/>
              <a:gd name="connsiteY117" fmla="*/ 1223330 h 1410656"/>
              <a:gd name="connsiteX118" fmla="*/ 514080 w 5260975"/>
              <a:gd name="connsiteY118" fmla="*/ 1222851 h 1410656"/>
              <a:gd name="connsiteX119" fmla="*/ 436404 w 5260975"/>
              <a:gd name="connsiteY119" fmla="*/ 1211424 h 1410656"/>
              <a:gd name="connsiteX120" fmla="*/ 428626 w 5260975"/>
              <a:gd name="connsiteY120" fmla="*/ 1210177 h 1410656"/>
              <a:gd name="connsiteX121" fmla="*/ 392141 w 5260975"/>
              <a:gd name="connsiteY121" fmla="*/ 1199999 h 1410656"/>
              <a:gd name="connsiteX122" fmla="*/ 300157 w 5260975"/>
              <a:gd name="connsiteY122" fmla="*/ 1193662 h 1410656"/>
              <a:gd name="connsiteX123" fmla="*/ 294493 w 5260975"/>
              <a:gd name="connsiteY123" fmla="*/ 1192894 h 1410656"/>
              <a:gd name="connsiteX124" fmla="*/ 263671 w 5260975"/>
              <a:gd name="connsiteY124" fmla="*/ 1197982 h 1410656"/>
              <a:gd name="connsiteX125" fmla="*/ 248406 w 5260975"/>
              <a:gd name="connsiteY125" fmla="*/ 1205184 h 1410656"/>
              <a:gd name="connsiteX126" fmla="*/ 224594 w 5260975"/>
              <a:gd name="connsiteY126" fmla="*/ 1212673 h 1410656"/>
              <a:gd name="connsiteX127" fmla="*/ 200398 w 5260975"/>
              <a:gd name="connsiteY127" fmla="*/ 1215458 h 1410656"/>
              <a:gd name="connsiteX128" fmla="*/ 159783 w 5260975"/>
              <a:gd name="connsiteY128" fmla="*/ 1204127 h 1410656"/>
              <a:gd name="connsiteX129" fmla="*/ 144997 w 5260975"/>
              <a:gd name="connsiteY129" fmla="*/ 1202975 h 1410656"/>
              <a:gd name="connsiteX130" fmla="*/ 112064 w 5260975"/>
              <a:gd name="connsiteY130" fmla="*/ 1197503 h 1410656"/>
              <a:gd name="connsiteX131" fmla="*/ 83259 w 5260975"/>
              <a:gd name="connsiteY131" fmla="*/ 1197887 h 1410656"/>
              <a:gd name="connsiteX132" fmla="*/ 60120 w 5260975"/>
              <a:gd name="connsiteY132" fmla="*/ 1206624 h 1410656"/>
              <a:gd name="connsiteX133" fmla="*/ 26514 w 5260975"/>
              <a:gd name="connsiteY133" fmla="*/ 1208352 h 1410656"/>
              <a:gd name="connsiteX134" fmla="*/ 4814 w 5260975"/>
              <a:gd name="connsiteY134" fmla="*/ 1202015 h 1410656"/>
              <a:gd name="connsiteX135" fmla="*/ 398 w 5260975"/>
              <a:gd name="connsiteY135" fmla="*/ 1201152 h 1410656"/>
              <a:gd name="connsiteX136" fmla="*/ 0 w 5260975"/>
              <a:gd name="connsiteY136" fmla="*/ 1201150 h 1410656"/>
              <a:gd name="connsiteX137" fmla="*/ 0 w 5260975"/>
              <a:gd name="connsiteY137" fmla="*/ 1004512 h 1410656"/>
              <a:gd name="connsiteX138" fmla="*/ 30355 w 5260975"/>
              <a:gd name="connsiteY138" fmla="*/ 1002784 h 1410656"/>
              <a:gd name="connsiteX139" fmla="*/ 52151 w 5260975"/>
              <a:gd name="connsiteY139" fmla="*/ 997695 h 1410656"/>
              <a:gd name="connsiteX140" fmla="*/ 64248 w 5260975"/>
              <a:gd name="connsiteY140" fmla="*/ 994430 h 1410656"/>
              <a:gd name="connsiteX141" fmla="*/ 126370 w 5260975"/>
              <a:gd name="connsiteY141" fmla="*/ 985405 h 1410656"/>
              <a:gd name="connsiteX142" fmla="*/ 154022 w 5260975"/>
              <a:gd name="connsiteY142" fmla="*/ 975708 h 1410656"/>
              <a:gd name="connsiteX143" fmla="*/ 161512 w 5260975"/>
              <a:gd name="connsiteY143" fmla="*/ 974268 h 1410656"/>
              <a:gd name="connsiteX144" fmla="*/ 202510 w 5260975"/>
              <a:gd name="connsiteY144" fmla="*/ 978300 h 1410656"/>
              <a:gd name="connsiteX145" fmla="*/ 233235 w 5260975"/>
              <a:gd name="connsiteY145" fmla="*/ 993950 h 1410656"/>
              <a:gd name="connsiteX146" fmla="*/ 239188 w 5260975"/>
              <a:gd name="connsiteY146" fmla="*/ 999231 h 1410656"/>
              <a:gd name="connsiteX147" fmla="*/ 324834 w 5260975"/>
              <a:gd name="connsiteY147" fmla="*/ 997407 h 1410656"/>
              <a:gd name="connsiteX148" fmla="*/ 337987 w 5260975"/>
              <a:gd name="connsiteY148" fmla="*/ 995198 h 1410656"/>
              <a:gd name="connsiteX149" fmla="*/ 401550 w 5260975"/>
              <a:gd name="connsiteY149" fmla="*/ 1004416 h 1410656"/>
              <a:gd name="connsiteX150" fmla="*/ 420081 w 5260975"/>
              <a:gd name="connsiteY150" fmla="*/ 1006240 h 1410656"/>
              <a:gd name="connsiteX151" fmla="*/ 486523 w 5260975"/>
              <a:gd name="connsiteY151" fmla="*/ 1014498 h 1410656"/>
              <a:gd name="connsiteX152" fmla="*/ 495932 w 5260975"/>
              <a:gd name="connsiteY152" fmla="*/ 1006817 h 1410656"/>
              <a:gd name="connsiteX153" fmla="*/ 523009 w 5260975"/>
              <a:gd name="connsiteY153" fmla="*/ 987517 h 1410656"/>
              <a:gd name="connsiteX154" fmla="*/ 576393 w 5260975"/>
              <a:gd name="connsiteY154" fmla="*/ 970427 h 1410656"/>
              <a:gd name="connsiteX155" fmla="*/ 590892 w 5260975"/>
              <a:gd name="connsiteY155" fmla="*/ 971387 h 1410656"/>
              <a:gd name="connsiteX156" fmla="*/ 627569 w 5260975"/>
              <a:gd name="connsiteY156" fmla="*/ 999904 h 1410656"/>
              <a:gd name="connsiteX157" fmla="*/ 645429 w 5260975"/>
              <a:gd name="connsiteY157" fmla="*/ 1011329 h 1410656"/>
              <a:gd name="connsiteX158" fmla="*/ 696125 w 5260975"/>
              <a:gd name="connsiteY158" fmla="*/ 1032356 h 1410656"/>
              <a:gd name="connsiteX159" fmla="*/ 700349 w 5260975"/>
              <a:gd name="connsiteY159" fmla="*/ 1036197 h 1410656"/>
              <a:gd name="connsiteX160" fmla="*/ 737795 w 5260975"/>
              <a:gd name="connsiteY160" fmla="*/ 1081804 h 1410656"/>
              <a:gd name="connsiteX161" fmla="*/ 746244 w 5260975"/>
              <a:gd name="connsiteY161" fmla="*/ 1089581 h 1410656"/>
              <a:gd name="connsiteX162" fmla="*/ 756422 w 5260975"/>
              <a:gd name="connsiteY162" fmla="*/ 1101680 h 1410656"/>
              <a:gd name="connsiteX163" fmla="*/ 788202 w 5260975"/>
              <a:gd name="connsiteY163" fmla="*/ 1125108 h 1410656"/>
              <a:gd name="connsiteX164" fmla="*/ 827569 w 5260975"/>
              <a:gd name="connsiteY164" fmla="*/ 1132596 h 1410656"/>
              <a:gd name="connsiteX165" fmla="*/ 875097 w 5260975"/>
              <a:gd name="connsiteY165" fmla="*/ 1144022 h 1410656"/>
              <a:gd name="connsiteX166" fmla="*/ 894972 w 5260975"/>
              <a:gd name="connsiteY166" fmla="*/ 1151704 h 1410656"/>
              <a:gd name="connsiteX167" fmla="*/ 948260 w 5260975"/>
              <a:gd name="connsiteY167" fmla="*/ 1166298 h 1410656"/>
              <a:gd name="connsiteX168" fmla="*/ 986282 w 5260975"/>
              <a:gd name="connsiteY168" fmla="*/ 1178588 h 1410656"/>
              <a:gd name="connsiteX169" fmla="*/ 1041107 w 5260975"/>
              <a:gd name="connsiteY169" fmla="*/ 1185789 h 1410656"/>
              <a:gd name="connsiteX170" fmla="*/ 1067703 w 5260975"/>
              <a:gd name="connsiteY170" fmla="*/ 1186076 h 1410656"/>
              <a:gd name="connsiteX171" fmla="*/ 1116574 w 5260975"/>
              <a:gd name="connsiteY171" fmla="*/ 1222946 h 1410656"/>
              <a:gd name="connsiteX172" fmla="*/ 1155557 w 5260975"/>
              <a:gd name="connsiteY172" fmla="*/ 1247335 h 1410656"/>
              <a:gd name="connsiteX173" fmla="*/ 1196556 w 5260975"/>
              <a:gd name="connsiteY173" fmla="*/ 1235525 h 1410656"/>
              <a:gd name="connsiteX174" fmla="*/ 1207693 w 5260975"/>
              <a:gd name="connsiteY174" fmla="*/ 1224387 h 1410656"/>
              <a:gd name="connsiteX175" fmla="*/ 1274904 w 5260975"/>
              <a:gd name="connsiteY175" fmla="*/ 1213826 h 1410656"/>
              <a:gd name="connsiteX176" fmla="*/ 1370919 w 5260975"/>
              <a:gd name="connsiteY176" fmla="*/ 1213442 h 1410656"/>
              <a:gd name="connsiteX177" fmla="*/ 1530593 w 5260975"/>
              <a:gd name="connsiteY177" fmla="*/ 1189437 h 1410656"/>
              <a:gd name="connsiteX178" fmla="*/ 1558436 w 5260975"/>
              <a:gd name="connsiteY178" fmla="*/ 1178299 h 1410656"/>
              <a:gd name="connsiteX179" fmla="*/ 1589737 w 5260975"/>
              <a:gd name="connsiteY179" fmla="*/ 1175515 h 1410656"/>
              <a:gd name="connsiteX180" fmla="*/ 1601740 w 5260975"/>
              <a:gd name="connsiteY180" fmla="*/ 1182333 h 1410656"/>
              <a:gd name="connsiteX181" fmla="*/ 1654259 w 5260975"/>
              <a:gd name="connsiteY181" fmla="*/ 1192510 h 1410656"/>
              <a:gd name="connsiteX182" fmla="*/ 1664246 w 5260975"/>
              <a:gd name="connsiteY182" fmla="*/ 1192702 h 1410656"/>
              <a:gd name="connsiteX183" fmla="*/ 1698427 w 5260975"/>
              <a:gd name="connsiteY183" fmla="*/ 1188381 h 1410656"/>
              <a:gd name="connsiteX184" fmla="*/ 1730112 w 5260975"/>
              <a:gd name="connsiteY184" fmla="*/ 1185885 h 1410656"/>
              <a:gd name="connsiteX185" fmla="*/ 1809996 w 5260975"/>
              <a:gd name="connsiteY185" fmla="*/ 1194046 h 1410656"/>
              <a:gd name="connsiteX186" fmla="*/ 1871254 w 5260975"/>
              <a:gd name="connsiteY186" fmla="*/ 1192126 h 1410656"/>
              <a:gd name="connsiteX187" fmla="*/ 1899482 w 5260975"/>
              <a:gd name="connsiteY187" fmla="*/ 1194046 h 1410656"/>
              <a:gd name="connsiteX188" fmla="*/ 1915420 w 5260975"/>
              <a:gd name="connsiteY188" fmla="*/ 1196927 h 1410656"/>
              <a:gd name="connsiteX189" fmla="*/ 1951522 w 5260975"/>
              <a:gd name="connsiteY189" fmla="*/ 1216994 h 1410656"/>
              <a:gd name="connsiteX190" fmla="*/ 1971302 w 5260975"/>
              <a:gd name="connsiteY190" fmla="*/ 1221507 h 1410656"/>
              <a:gd name="connsiteX191" fmla="*/ 2030831 w 5260975"/>
              <a:gd name="connsiteY191" fmla="*/ 1221123 h 1410656"/>
              <a:gd name="connsiteX192" fmla="*/ 2120125 w 5260975"/>
              <a:gd name="connsiteY192" fmla="*/ 1190878 h 1410656"/>
              <a:gd name="connsiteX193" fmla="*/ 2129439 w 5260975"/>
              <a:gd name="connsiteY193" fmla="*/ 1186845 h 1410656"/>
              <a:gd name="connsiteX194" fmla="*/ 2174854 w 5260975"/>
              <a:gd name="connsiteY194" fmla="*/ 1181852 h 1410656"/>
              <a:gd name="connsiteX195" fmla="*/ 2205674 w 5260975"/>
              <a:gd name="connsiteY195" fmla="*/ 1188669 h 1410656"/>
              <a:gd name="connsiteX196" fmla="*/ 2247634 w 5260975"/>
              <a:gd name="connsiteY196" fmla="*/ 1202784 h 1410656"/>
              <a:gd name="connsiteX197" fmla="*/ 2285367 w 5260975"/>
              <a:gd name="connsiteY197" fmla="*/ 1214594 h 1410656"/>
              <a:gd name="connsiteX198" fmla="*/ 2312827 w 5260975"/>
              <a:gd name="connsiteY198" fmla="*/ 1227939 h 1410656"/>
              <a:gd name="connsiteX199" fmla="*/ 2375622 w 5260975"/>
              <a:gd name="connsiteY199" fmla="*/ 1237733 h 1410656"/>
              <a:gd name="connsiteX200" fmla="*/ 2382151 w 5260975"/>
              <a:gd name="connsiteY200" fmla="*/ 1239365 h 1410656"/>
              <a:gd name="connsiteX201" fmla="*/ 2429390 w 5260975"/>
              <a:gd name="connsiteY201" fmla="*/ 1227459 h 1410656"/>
              <a:gd name="connsiteX202" fmla="*/ 2486134 w 5260975"/>
              <a:gd name="connsiteY202" fmla="*/ 1215362 h 1410656"/>
              <a:gd name="connsiteX203" fmla="*/ 2506394 w 5260975"/>
              <a:gd name="connsiteY203" fmla="*/ 1219490 h 1410656"/>
              <a:gd name="connsiteX204" fmla="*/ 2534142 w 5260975"/>
              <a:gd name="connsiteY204" fmla="*/ 1225347 h 1410656"/>
              <a:gd name="connsiteX205" fmla="*/ 2559874 w 5260975"/>
              <a:gd name="connsiteY205" fmla="*/ 1222275 h 1410656"/>
              <a:gd name="connsiteX206" fmla="*/ 2575525 w 5260975"/>
              <a:gd name="connsiteY206" fmla="*/ 1221987 h 1410656"/>
              <a:gd name="connsiteX207" fmla="*/ 2646960 w 5260975"/>
              <a:gd name="connsiteY207" fmla="*/ 1257896 h 1410656"/>
              <a:gd name="connsiteX208" fmla="*/ 2665107 w 5260975"/>
              <a:gd name="connsiteY208" fmla="*/ 1260873 h 1410656"/>
              <a:gd name="connsiteX209" fmla="*/ 2675381 w 5260975"/>
              <a:gd name="connsiteY209" fmla="*/ 1265290 h 1410656"/>
              <a:gd name="connsiteX210" fmla="*/ 2737311 w 5260975"/>
              <a:gd name="connsiteY210" fmla="*/ 1309841 h 1410656"/>
              <a:gd name="connsiteX211" fmla="*/ 2763619 w 5260975"/>
              <a:gd name="connsiteY211" fmla="*/ 1318866 h 1410656"/>
              <a:gd name="connsiteX212" fmla="*/ 2792519 w 5260975"/>
              <a:gd name="connsiteY212" fmla="*/ 1317041 h 1410656"/>
              <a:gd name="connsiteX213" fmla="*/ 2809226 w 5260975"/>
              <a:gd name="connsiteY213" fmla="*/ 1313777 h 1410656"/>
              <a:gd name="connsiteX214" fmla="*/ 2850705 w 5260975"/>
              <a:gd name="connsiteY214" fmla="*/ 1285452 h 1410656"/>
              <a:gd name="connsiteX215" fmla="*/ 2874324 w 5260975"/>
              <a:gd name="connsiteY215" fmla="*/ 1286413 h 1410656"/>
              <a:gd name="connsiteX216" fmla="*/ 2911194 w 5260975"/>
              <a:gd name="connsiteY216" fmla="*/ 1305903 h 1410656"/>
              <a:gd name="connsiteX217" fmla="*/ 2978116 w 5260975"/>
              <a:gd name="connsiteY217" fmla="*/ 1314641 h 1410656"/>
              <a:gd name="connsiteX218" fmla="*/ 3012106 w 5260975"/>
              <a:gd name="connsiteY218" fmla="*/ 1287373 h 1410656"/>
              <a:gd name="connsiteX219" fmla="*/ 3029676 w 5260975"/>
              <a:gd name="connsiteY219" fmla="*/ 1261161 h 1410656"/>
              <a:gd name="connsiteX220" fmla="*/ 3080469 w 5260975"/>
              <a:gd name="connsiteY220" fmla="*/ 1230724 h 1410656"/>
              <a:gd name="connsiteX221" fmla="*/ 3092567 w 5260975"/>
              <a:gd name="connsiteY221" fmla="*/ 1242054 h 1410656"/>
              <a:gd name="connsiteX222" fmla="*/ 3129821 w 5260975"/>
              <a:gd name="connsiteY222" fmla="*/ 1246855 h 1410656"/>
              <a:gd name="connsiteX223" fmla="*/ 3170147 w 5260975"/>
              <a:gd name="connsiteY223" fmla="*/ 1246471 h 1410656"/>
              <a:gd name="connsiteX224" fmla="*/ 3240429 w 5260975"/>
              <a:gd name="connsiteY224" fmla="*/ 1251559 h 1410656"/>
              <a:gd name="connsiteX225" fmla="*/ 3287189 w 5260975"/>
              <a:gd name="connsiteY225" fmla="*/ 1222466 h 1410656"/>
              <a:gd name="connsiteX226" fmla="*/ 3305049 w 5260975"/>
              <a:gd name="connsiteY226" fmla="*/ 1210465 h 1410656"/>
              <a:gd name="connsiteX227" fmla="*/ 3321755 w 5260975"/>
              <a:gd name="connsiteY227" fmla="*/ 1202784 h 1410656"/>
              <a:gd name="connsiteX228" fmla="*/ 3341055 w 5260975"/>
              <a:gd name="connsiteY228" fmla="*/ 1198463 h 1410656"/>
              <a:gd name="connsiteX229" fmla="*/ 3387621 w 5260975"/>
              <a:gd name="connsiteY229" fmla="*/ 1182140 h 1410656"/>
              <a:gd name="connsiteX230" fmla="*/ 3413161 w 5260975"/>
              <a:gd name="connsiteY230" fmla="*/ 1166105 h 1410656"/>
              <a:gd name="connsiteX231" fmla="*/ 3470579 w 5260975"/>
              <a:gd name="connsiteY231" fmla="*/ 1150647 h 1410656"/>
              <a:gd name="connsiteX232" fmla="*/ 3509657 w 5260975"/>
              <a:gd name="connsiteY232" fmla="*/ 1136821 h 1410656"/>
              <a:gd name="connsiteX233" fmla="*/ 3550847 w 5260975"/>
              <a:gd name="connsiteY233" fmla="*/ 1113009 h 1410656"/>
              <a:gd name="connsiteX234" fmla="*/ 3556608 w 5260975"/>
              <a:gd name="connsiteY234" fmla="*/ 1109361 h 1410656"/>
              <a:gd name="connsiteX235" fmla="*/ 3570435 w 5260975"/>
              <a:gd name="connsiteY235" fmla="*/ 1093710 h 1410656"/>
              <a:gd name="connsiteX236" fmla="*/ 3590501 w 5260975"/>
              <a:gd name="connsiteY236" fmla="*/ 1039846 h 1410656"/>
              <a:gd name="connsiteX237" fmla="*/ 3596263 w 5260975"/>
              <a:gd name="connsiteY237" fmla="*/ 1028900 h 1410656"/>
              <a:gd name="connsiteX238" fmla="*/ 3648591 w 5260975"/>
              <a:gd name="connsiteY238" fmla="*/ 992030 h 1410656"/>
              <a:gd name="connsiteX239" fmla="*/ 3667986 w 5260975"/>
              <a:gd name="connsiteY239" fmla="*/ 995487 h 1410656"/>
              <a:gd name="connsiteX240" fmla="*/ 3689397 w 5260975"/>
              <a:gd name="connsiteY240" fmla="*/ 1007585 h 1410656"/>
              <a:gd name="connsiteX241" fmla="*/ 3736349 w 5260975"/>
              <a:gd name="connsiteY241" fmla="*/ 1010753 h 1410656"/>
              <a:gd name="connsiteX242" fmla="*/ 3753919 w 5260975"/>
              <a:gd name="connsiteY242" fmla="*/ 1004513 h 1410656"/>
              <a:gd name="connsiteX243" fmla="*/ 3784643 w 5260975"/>
              <a:gd name="connsiteY243" fmla="*/ 987710 h 1410656"/>
              <a:gd name="connsiteX244" fmla="*/ 3808359 w 5260975"/>
              <a:gd name="connsiteY244" fmla="*/ 961689 h 1410656"/>
              <a:gd name="connsiteX245" fmla="*/ 3842829 w 5260975"/>
              <a:gd name="connsiteY245" fmla="*/ 918674 h 1410656"/>
              <a:gd name="connsiteX246" fmla="*/ 3908983 w 5260975"/>
              <a:gd name="connsiteY246" fmla="*/ 902256 h 1410656"/>
              <a:gd name="connsiteX247" fmla="*/ 3934428 w 5260975"/>
              <a:gd name="connsiteY247" fmla="*/ 896783 h 1410656"/>
              <a:gd name="connsiteX248" fmla="*/ 4026987 w 5260975"/>
              <a:gd name="connsiteY248" fmla="*/ 873835 h 1410656"/>
              <a:gd name="connsiteX249" fmla="*/ 4035051 w 5260975"/>
              <a:gd name="connsiteY249" fmla="*/ 873067 h 1410656"/>
              <a:gd name="connsiteX250" fmla="*/ 4099189 w 5260975"/>
              <a:gd name="connsiteY250" fmla="*/ 846664 h 1410656"/>
              <a:gd name="connsiteX251" fmla="*/ 4114647 w 5260975"/>
              <a:gd name="connsiteY251" fmla="*/ 840134 h 1410656"/>
              <a:gd name="connsiteX252" fmla="*/ 4133563 w 5260975"/>
              <a:gd name="connsiteY252" fmla="*/ 823427 h 1410656"/>
              <a:gd name="connsiteX253" fmla="*/ 4151039 w 5260975"/>
              <a:gd name="connsiteY253" fmla="*/ 776284 h 1410656"/>
              <a:gd name="connsiteX254" fmla="*/ 4171489 w 5260975"/>
              <a:gd name="connsiteY254" fmla="*/ 754776 h 1410656"/>
              <a:gd name="connsiteX255" fmla="*/ 4186372 w 5260975"/>
              <a:gd name="connsiteY255" fmla="*/ 741718 h 1410656"/>
              <a:gd name="connsiteX256" fmla="*/ 4199429 w 5260975"/>
              <a:gd name="connsiteY256" fmla="*/ 721940 h 1410656"/>
              <a:gd name="connsiteX257" fmla="*/ 4212487 w 5260975"/>
              <a:gd name="connsiteY257" fmla="*/ 674604 h 1410656"/>
              <a:gd name="connsiteX258" fmla="*/ 4232555 w 5260975"/>
              <a:gd name="connsiteY258" fmla="*/ 632645 h 1410656"/>
              <a:gd name="connsiteX259" fmla="*/ 4268657 w 5260975"/>
              <a:gd name="connsiteY259" fmla="*/ 609410 h 1410656"/>
              <a:gd name="connsiteX260" fmla="*/ 4291028 w 5260975"/>
              <a:gd name="connsiteY260" fmla="*/ 597216 h 1410656"/>
              <a:gd name="connsiteX261" fmla="*/ 4379651 w 5260975"/>
              <a:gd name="connsiteY261" fmla="*/ 609506 h 1410656"/>
              <a:gd name="connsiteX262" fmla="*/ 4440139 w 5260975"/>
              <a:gd name="connsiteY262" fmla="*/ 621507 h 1410656"/>
              <a:gd name="connsiteX263" fmla="*/ 4460015 w 5260975"/>
              <a:gd name="connsiteY263" fmla="*/ 616899 h 1410656"/>
              <a:gd name="connsiteX264" fmla="*/ 4516183 w 5260975"/>
              <a:gd name="connsiteY264" fmla="*/ 577724 h 1410656"/>
              <a:gd name="connsiteX265" fmla="*/ 4571681 w 5260975"/>
              <a:gd name="connsiteY265" fmla="*/ 560250 h 1410656"/>
              <a:gd name="connsiteX266" fmla="*/ 4613447 w 5260975"/>
              <a:gd name="connsiteY266" fmla="*/ 555257 h 1410656"/>
              <a:gd name="connsiteX267" fmla="*/ 4649355 w 5260975"/>
              <a:gd name="connsiteY267" fmla="*/ 551417 h 1410656"/>
              <a:gd name="connsiteX268" fmla="*/ 4692467 w 5260975"/>
              <a:gd name="connsiteY268" fmla="*/ 540663 h 1410656"/>
              <a:gd name="connsiteX269" fmla="*/ 4716855 w 5260975"/>
              <a:gd name="connsiteY269" fmla="*/ 528949 h 1410656"/>
              <a:gd name="connsiteX270" fmla="*/ 4755645 w 5260975"/>
              <a:gd name="connsiteY270" fmla="*/ 512147 h 1410656"/>
              <a:gd name="connsiteX271" fmla="*/ 4795395 w 5260975"/>
              <a:gd name="connsiteY271" fmla="*/ 490351 h 1410656"/>
              <a:gd name="connsiteX272" fmla="*/ 4825928 w 5260975"/>
              <a:gd name="connsiteY272" fmla="*/ 459818 h 1410656"/>
              <a:gd name="connsiteX273" fmla="*/ 4842347 w 5260975"/>
              <a:gd name="connsiteY273" fmla="*/ 434086 h 1410656"/>
              <a:gd name="connsiteX274" fmla="*/ 4890451 w 5260975"/>
              <a:gd name="connsiteY274" fmla="*/ 397216 h 1410656"/>
              <a:gd name="connsiteX275" fmla="*/ 4933945 w 5260975"/>
              <a:gd name="connsiteY275" fmla="*/ 327701 h 1410656"/>
              <a:gd name="connsiteX276" fmla="*/ 4961214 w 5260975"/>
              <a:gd name="connsiteY276" fmla="*/ 298801 h 1410656"/>
              <a:gd name="connsiteX277" fmla="*/ 4976672 w 5260975"/>
              <a:gd name="connsiteY277" fmla="*/ 290639 h 1410656"/>
              <a:gd name="connsiteX278" fmla="*/ 5002979 w 5260975"/>
              <a:gd name="connsiteY278" fmla="*/ 270573 h 1410656"/>
              <a:gd name="connsiteX279" fmla="*/ 5018535 w 5260975"/>
              <a:gd name="connsiteY279" fmla="*/ 255690 h 1410656"/>
              <a:gd name="connsiteX280" fmla="*/ 5061069 w 5260975"/>
              <a:gd name="connsiteY280" fmla="*/ 200961 h 1410656"/>
              <a:gd name="connsiteX281" fmla="*/ 5074127 w 5260975"/>
              <a:gd name="connsiteY281" fmla="*/ 184735 h 1410656"/>
              <a:gd name="connsiteX282" fmla="*/ 5101108 w 5260975"/>
              <a:gd name="connsiteY282" fmla="*/ 156891 h 1410656"/>
              <a:gd name="connsiteX283" fmla="*/ 5112918 w 5260975"/>
              <a:gd name="connsiteY283" fmla="*/ 148441 h 1410656"/>
              <a:gd name="connsiteX284" fmla="*/ 5133753 w 5260975"/>
              <a:gd name="connsiteY284" fmla="*/ 125782 h 1410656"/>
              <a:gd name="connsiteX285" fmla="*/ 5183393 w 5260975"/>
              <a:gd name="connsiteY285" fmla="*/ 66348 h 1410656"/>
              <a:gd name="connsiteX286" fmla="*/ 5204709 w 5260975"/>
              <a:gd name="connsiteY286" fmla="*/ 33030 h 1410656"/>
              <a:gd name="connsiteX287" fmla="*/ 5247243 w 5260975"/>
              <a:gd name="connsiteY287" fmla="*/ 8451 h 1410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Lst>
            <a:rect l="l" t="t" r="r" b="b"/>
            <a:pathLst>
              <a:path w="5260975" h="1410656">
                <a:moveTo>
                  <a:pt x="5260975" y="0"/>
                </a:moveTo>
                <a:lnTo>
                  <a:pt x="5260975" y="221634"/>
                </a:lnTo>
                <a:lnTo>
                  <a:pt x="5226503" y="237063"/>
                </a:lnTo>
                <a:cubicBezTo>
                  <a:pt x="5219783" y="239848"/>
                  <a:pt x="5212389" y="241384"/>
                  <a:pt x="5206341" y="245128"/>
                </a:cubicBezTo>
                <a:cubicBezTo>
                  <a:pt x="5178495" y="262219"/>
                  <a:pt x="5151515" y="280654"/>
                  <a:pt x="5123287" y="297073"/>
                </a:cubicBezTo>
                <a:cubicBezTo>
                  <a:pt x="5094195" y="314067"/>
                  <a:pt x="5068175" y="334134"/>
                  <a:pt x="5048107" y="361307"/>
                </a:cubicBezTo>
                <a:cubicBezTo>
                  <a:pt x="5029480" y="386559"/>
                  <a:pt x="5011429" y="412194"/>
                  <a:pt x="4992899" y="437542"/>
                </a:cubicBezTo>
                <a:cubicBezTo>
                  <a:pt x="4988194" y="443975"/>
                  <a:pt x="4983873" y="451561"/>
                  <a:pt x="4977440" y="455690"/>
                </a:cubicBezTo>
                <a:cubicBezTo>
                  <a:pt x="4964094" y="464331"/>
                  <a:pt x="4949499" y="471340"/>
                  <a:pt x="4935193" y="478445"/>
                </a:cubicBezTo>
                <a:cubicBezTo>
                  <a:pt x="4922903" y="484494"/>
                  <a:pt x="4909845" y="489006"/>
                  <a:pt x="4897844" y="495535"/>
                </a:cubicBezTo>
                <a:cubicBezTo>
                  <a:pt x="4888243" y="500721"/>
                  <a:pt x="4879697" y="507922"/>
                  <a:pt x="4870767" y="514451"/>
                </a:cubicBezTo>
                <a:cubicBezTo>
                  <a:pt x="4862990" y="520115"/>
                  <a:pt x="4854445" y="525012"/>
                  <a:pt x="4847916" y="531830"/>
                </a:cubicBezTo>
                <a:cubicBezTo>
                  <a:pt x="4831977" y="548344"/>
                  <a:pt x="4815942" y="564571"/>
                  <a:pt x="4796163" y="576765"/>
                </a:cubicBezTo>
                <a:cubicBezTo>
                  <a:pt x="4776672" y="588862"/>
                  <a:pt x="4758237" y="602401"/>
                  <a:pt x="4738843" y="614691"/>
                </a:cubicBezTo>
                <a:cubicBezTo>
                  <a:pt x="4719831" y="626693"/>
                  <a:pt x="4702645" y="639846"/>
                  <a:pt x="4692755" y="661162"/>
                </a:cubicBezTo>
                <a:cubicBezTo>
                  <a:pt x="4688339" y="670571"/>
                  <a:pt x="4682097" y="680845"/>
                  <a:pt x="4673744" y="686318"/>
                </a:cubicBezTo>
                <a:cubicBezTo>
                  <a:pt x="4661838" y="694095"/>
                  <a:pt x="4646764" y="696880"/>
                  <a:pt x="4633801" y="703505"/>
                </a:cubicBezTo>
                <a:cubicBezTo>
                  <a:pt x="4618535" y="711282"/>
                  <a:pt x="4600869" y="718003"/>
                  <a:pt x="4590499" y="730389"/>
                </a:cubicBezTo>
                <a:cubicBezTo>
                  <a:pt x="4581281" y="741431"/>
                  <a:pt x="4571968" y="750072"/>
                  <a:pt x="4559773" y="757081"/>
                </a:cubicBezTo>
                <a:cubicBezTo>
                  <a:pt x="4551229" y="761978"/>
                  <a:pt x="4544892" y="770907"/>
                  <a:pt x="4536059" y="774940"/>
                </a:cubicBezTo>
                <a:cubicBezTo>
                  <a:pt x="4524441" y="780317"/>
                  <a:pt x="4512727" y="784542"/>
                  <a:pt x="4502549" y="792895"/>
                </a:cubicBezTo>
                <a:cubicBezTo>
                  <a:pt x="4491987" y="801536"/>
                  <a:pt x="4479986" y="808353"/>
                  <a:pt x="4468944" y="816419"/>
                </a:cubicBezTo>
                <a:cubicBezTo>
                  <a:pt x="4463087" y="820739"/>
                  <a:pt x="4458286" y="826404"/>
                  <a:pt x="4452622" y="830917"/>
                </a:cubicBezTo>
                <a:cubicBezTo>
                  <a:pt x="4442252" y="839174"/>
                  <a:pt x="4431690" y="847239"/>
                  <a:pt x="4421032" y="855016"/>
                </a:cubicBezTo>
                <a:cubicBezTo>
                  <a:pt x="4410375" y="862794"/>
                  <a:pt x="4400197" y="871819"/>
                  <a:pt x="4388483" y="877484"/>
                </a:cubicBezTo>
                <a:cubicBezTo>
                  <a:pt x="4368513" y="887086"/>
                  <a:pt x="4346717" y="892847"/>
                  <a:pt x="4327321" y="903216"/>
                </a:cubicBezTo>
                <a:cubicBezTo>
                  <a:pt x="4307639" y="913777"/>
                  <a:pt x="4289107" y="927028"/>
                  <a:pt x="4271633" y="941046"/>
                </a:cubicBezTo>
                <a:cubicBezTo>
                  <a:pt x="4257807" y="952088"/>
                  <a:pt x="4244845" y="963034"/>
                  <a:pt x="4227465" y="968698"/>
                </a:cubicBezTo>
                <a:cubicBezTo>
                  <a:pt x="4217768" y="971867"/>
                  <a:pt x="4207591" y="978780"/>
                  <a:pt x="4201733" y="986846"/>
                </a:cubicBezTo>
                <a:cubicBezTo>
                  <a:pt x="4189059" y="1004416"/>
                  <a:pt x="4172833" y="1016802"/>
                  <a:pt x="4154494" y="1027364"/>
                </a:cubicBezTo>
                <a:cubicBezTo>
                  <a:pt x="4130010" y="1041574"/>
                  <a:pt x="4105814" y="1056072"/>
                  <a:pt x="4081234" y="1069994"/>
                </a:cubicBezTo>
                <a:cubicBezTo>
                  <a:pt x="4066737" y="1078252"/>
                  <a:pt x="4052335" y="1086989"/>
                  <a:pt x="4036971" y="1093038"/>
                </a:cubicBezTo>
                <a:cubicBezTo>
                  <a:pt x="4005575" y="1105520"/>
                  <a:pt x="3973410" y="1116177"/>
                  <a:pt x="3941725" y="1127796"/>
                </a:cubicBezTo>
                <a:cubicBezTo>
                  <a:pt x="3931355" y="1131540"/>
                  <a:pt x="3921561" y="1136917"/>
                  <a:pt x="3910999" y="1140182"/>
                </a:cubicBezTo>
                <a:cubicBezTo>
                  <a:pt x="3899573" y="1143734"/>
                  <a:pt x="3887285" y="1144790"/>
                  <a:pt x="3875859" y="1148343"/>
                </a:cubicBezTo>
                <a:cubicBezTo>
                  <a:pt x="3856847" y="1154199"/>
                  <a:pt x="3838412" y="1161689"/>
                  <a:pt x="3819401" y="1167642"/>
                </a:cubicBezTo>
                <a:cubicBezTo>
                  <a:pt x="3782723" y="1179068"/>
                  <a:pt x="3745949" y="1190014"/>
                  <a:pt x="3709176" y="1200863"/>
                </a:cubicBezTo>
                <a:cubicBezTo>
                  <a:pt x="3701303" y="1203168"/>
                  <a:pt x="3692757" y="1203456"/>
                  <a:pt x="3684981" y="1205952"/>
                </a:cubicBezTo>
                <a:cubicBezTo>
                  <a:pt x="3664337" y="1212673"/>
                  <a:pt x="3643789" y="1219970"/>
                  <a:pt x="3623338" y="1227363"/>
                </a:cubicBezTo>
                <a:cubicBezTo>
                  <a:pt x="3610953" y="1231876"/>
                  <a:pt x="3598854" y="1237445"/>
                  <a:pt x="3586373" y="1241765"/>
                </a:cubicBezTo>
                <a:cubicBezTo>
                  <a:pt x="3576387" y="1245222"/>
                  <a:pt x="3566113" y="1247910"/>
                  <a:pt x="3555743" y="1250023"/>
                </a:cubicBezTo>
                <a:cubicBezTo>
                  <a:pt x="3546814" y="1251848"/>
                  <a:pt x="3537501" y="1251655"/>
                  <a:pt x="3528667" y="1253864"/>
                </a:cubicBezTo>
                <a:cubicBezTo>
                  <a:pt x="3504759" y="1259816"/>
                  <a:pt x="3481140" y="1266538"/>
                  <a:pt x="3457424" y="1272874"/>
                </a:cubicBezTo>
                <a:cubicBezTo>
                  <a:pt x="3447919" y="1275371"/>
                  <a:pt x="3438221" y="1277196"/>
                  <a:pt x="3429003" y="1280364"/>
                </a:cubicBezTo>
                <a:cubicBezTo>
                  <a:pt x="3404327" y="1288717"/>
                  <a:pt x="3380036" y="1298222"/>
                  <a:pt x="3355264" y="1306096"/>
                </a:cubicBezTo>
                <a:cubicBezTo>
                  <a:pt x="3334717" y="1312625"/>
                  <a:pt x="3313593" y="1317329"/>
                  <a:pt x="3292757" y="1323090"/>
                </a:cubicBezTo>
                <a:cubicBezTo>
                  <a:pt x="3283924" y="1325587"/>
                  <a:pt x="3275475" y="1329140"/>
                  <a:pt x="3266643" y="1331251"/>
                </a:cubicBezTo>
                <a:cubicBezTo>
                  <a:pt x="3246863" y="1336053"/>
                  <a:pt x="3226796" y="1340085"/>
                  <a:pt x="3206921" y="1344886"/>
                </a:cubicBezTo>
                <a:cubicBezTo>
                  <a:pt x="3195590" y="1347670"/>
                  <a:pt x="3184645" y="1352663"/>
                  <a:pt x="3173123" y="1354488"/>
                </a:cubicBezTo>
                <a:cubicBezTo>
                  <a:pt x="3145759" y="1358808"/>
                  <a:pt x="3118203" y="1361880"/>
                  <a:pt x="3090646" y="1365337"/>
                </a:cubicBezTo>
                <a:cubicBezTo>
                  <a:pt x="3062227" y="1368889"/>
                  <a:pt x="3033902" y="1372634"/>
                  <a:pt x="3005480" y="1375802"/>
                </a:cubicBezTo>
                <a:cubicBezTo>
                  <a:pt x="2989926" y="1377435"/>
                  <a:pt x="2974275" y="1377723"/>
                  <a:pt x="2958721" y="1379259"/>
                </a:cubicBezTo>
                <a:cubicBezTo>
                  <a:pt x="2945087" y="1380604"/>
                  <a:pt x="2931549" y="1383100"/>
                  <a:pt x="2917915" y="1384733"/>
                </a:cubicBezTo>
                <a:cubicBezTo>
                  <a:pt x="2906105" y="1386076"/>
                  <a:pt x="2894199" y="1386844"/>
                  <a:pt x="2882389" y="1388189"/>
                </a:cubicBezTo>
                <a:cubicBezTo>
                  <a:pt x="2863475" y="1390397"/>
                  <a:pt x="2844655" y="1392894"/>
                  <a:pt x="2825837" y="1395198"/>
                </a:cubicBezTo>
                <a:cubicBezTo>
                  <a:pt x="2817964" y="1396062"/>
                  <a:pt x="2809706" y="1398462"/>
                  <a:pt x="2802313" y="1397023"/>
                </a:cubicBezTo>
                <a:cubicBezTo>
                  <a:pt x="2783686" y="1393373"/>
                  <a:pt x="2765347" y="1394430"/>
                  <a:pt x="2746816" y="1396926"/>
                </a:cubicBezTo>
                <a:cubicBezTo>
                  <a:pt x="2740479" y="1397791"/>
                  <a:pt x="2733662" y="1397598"/>
                  <a:pt x="2727517" y="1395966"/>
                </a:cubicBezTo>
                <a:cubicBezTo>
                  <a:pt x="2714939" y="1392701"/>
                  <a:pt x="2702745" y="1388092"/>
                  <a:pt x="2690359" y="1384060"/>
                </a:cubicBezTo>
                <a:cubicBezTo>
                  <a:pt x="2689014" y="1383580"/>
                  <a:pt x="2687382" y="1383484"/>
                  <a:pt x="2685943" y="1383196"/>
                </a:cubicBezTo>
                <a:cubicBezTo>
                  <a:pt x="2677781" y="1381563"/>
                  <a:pt x="2669717" y="1379931"/>
                  <a:pt x="2661554" y="1378491"/>
                </a:cubicBezTo>
                <a:cubicBezTo>
                  <a:pt x="2657138" y="1377723"/>
                  <a:pt x="2652625" y="1377627"/>
                  <a:pt x="2648208" y="1376955"/>
                </a:cubicBezTo>
                <a:cubicBezTo>
                  <a:pt x="2631118" y="1374266"/>
                  <a:pt x="2612299" y="1378779"/>
                  <a:pt x="2597512" y="1367162"/>
                </a:cubicBezTo>
                <a:cubicBezTo>
                  <a:pt x="2587911" y="1359672"/>
                  <a:pt x="2578597" y="1361401"/>
                  <a:pt x="2568324" y="1362553"/>
                </a:cubicBezTo>
                <a:cubicBezTo>
                  <a:pt x="2560547" y="1363417"/>
                  <a:pt x="2552577" y="1363128"/>
                  <a:pt x="2544704" y="1363225"/>
                </a:cubicBezTo>
                <a:cubicBezTo>
                  <a:pt x="2530878" y="1363512"/>
                  <a:pt x="2517052" y="1363609"/>
                  <a:pt x="2503225" y="1364089"/>
                </a:cubicBezTo>
                <a:cubicBezTo>
                  <a:pt x="2498808" y="1364281"/>
                  <a:pt x="2494297" y="1366682"/>
                  <a:pt x="2489975" y="1366298"/>
                </a:cubicBezTo>
                <a:cubicBezTo>
                  <a:pt x="2470004" y="1364473"/>
                  <a:pt x="2450033" y="1361592"/>
                  <a:pt x="2430061" y="1359960"/>
                </a:cubicBezTo>
                <a:cubicBezTo>
                  <a:pt x="2418732" y="1359001"/>
                  <a:pt x="2407114" y="1360824"/>
                  <a:pt x="2395880" y="1359480"/>
                </a:cubicBezTo>
                <a:cubicBezTo>
                  <a:pt x="2382919" y="1357944"/>
                  <a:pt x="2370245" y="1354008"/>
                  <a:pt x="2357378" y="1351607"/>
                </a:cubicBezTo>
                <a:cubicBezTo>
                  <a:pt x="2353826" y="1350935"/>
                  <a:pt x="2349889" y="1351799"/>
                  <a:pt x="2346145" y="1351991"/>
                </a:cubicBezTo>
                <a:cubicBezTo>
                  <a:pt x="2341920" y="1352183"/>
                  <a:pt x="2337791" y="1352567"/>
                  <a:pt x="2333567" y="1352663"/>
                </a:cubicBezTo>
                <a:cubicBezTo>
                  <a:pt x="2320700" y="1352856"/>
                  <a:pt x="2307835" y="1352567"/>
                  <a:pt x="2294968" y="1353240"/>
                </a:cubicBezTo>
                <a:cubicBezTo>
                  <a:pt x="2287095" y="1353624"/>
                  <a:pt x="2278839" y="1357560"/>
                  <a:pt x="2271540" y="1356120"/>
                </a:cubicBezTo>
                <a:cubicBezTo>
                  <a:pt x="2256659" y="1353335"/>
                  <a:pt x="2241776" y="1359576"/>
                  <a:pt x="2226895" y="1354392"/>
                </a:cubicBezTo>
                <a:cubicBezTo>
                  <a:pt x="2222285" y="1352856"/>
                  <a:pt x="2215948" y="1356696"/>
                  <a:pt x="2210379" y="1356888"/>
                </a:cubicBezTo>
                <a:cubicBezTo>
                  <a:pt x="2196457" y="1357368"/>
                  <a:pt x="2182535" y="1357272"/>
                  <a:pt x="2168613" y="1357176"/>
                </a:cubicBezTo>
                <a:cubicBezTo>
                  <a:pt x="2156131" y="1357080"/>
                  <a:pt x="2143168" y="1358424"/>
                  <a:pt x="2131167" y="1355736"/>
                </a:cubicBezTo>
                <a:cubicBezTo>
                  <a:pt x="2118588" y="1352856"/>
                  <a:pt x="2107259" y="1353240"/>
                  <a:pt x="2095065" y="1356504"/>
                </a:cubicBezTo>
                <a:cubicBezTo>
                  <a:pt x="2086711" y="1358712"/>
                  <a:pt x="2077878" y="1359001"/>
                  <a:pt x="2069237" y="1359672"/>
                </a:cubicBezTo>
                <a:cubicBezTo>
                  <a:pt x="2059924" y="1360440"/>
                  <a:pt x="2049650" y="1358424"/>
                  <a:pt x="2041201" y="1361592"/>
                </a:cubicBezTo>
                <a:cubicBezTo>
                  <a:pt x="2016044" y="1371002"/>
                  <a:pt x="1990216" y="1373018"/>
                  <a:pt x="1963909" y="1373018"/>
                </a:cubicBezTo>
                <a:cubicBezTo>
                  <a:pt x="1959107" y="1373018"/>
                  <a:pt x="1954210" y="1371675"/>
                  <a:pt x="1949603" y="1370234"/>
                </a:cubicBezTo>
                <a:cubicBezTo>
                  <a:pt x="1922717" y="1361592"/>
                  <a:pt x="1895737" y="1362360"/>
                  <a:pt x="1868373" y="1367641"/>
                </a:cubicBezTo>
                <a:cubicBezTo>
                  <a:pt x="1862708" y="1368794"/>
                  <a:pt x="1856372" y="1368986"/>
                  <a:pt x="1850707" y="1367834"/>
                </a:cubicBezTo>
                <a:cubicBezTo>
                  <a:pt x="1834768" y="1364473"/>
                  <a:pt x="1819309" y="1358904"/>
                  <a:pt x="1803275" y="1356504"/>
                </a:cubicBezTo>
                <a:cubicBezTo>
                  <a:pt x="1776775" y="1352567"/>
                  <a:pt x="1753828" y="1365817"/>
                  <a:pt x="1730112" y="1374459"/>
                </a:cubicBezTo>
                <a:cubicBezTo>
                  <a:pt x="1707548" y="1382620"/>
                  <a:pt x="1688345" y="1401055"/>
                  <a:pt x="1661652" y="1396926"/>
                </a:cubicBezTo>
                <a:cubicBezTo>
                  <a:pt x="1658965" y="1396542"/>
                  <a:pt x="1655988" y="1399134"/>
                  <a:pt x="1653011" y="1399807"/>
                </a:cubicBezTo>
                <a:cubicBezTo>
                  <a:pt x="1644850" y="1401631"/>
                  <a:pt x="1636689" y="1403839"/>
                  <a:pt x="1628431" y="1404704"/>
                </a:cubicBezTo>
                <a:cubicBezTo>
                  <a:pt x="1618350" y="1405856"/>
                  <a:pt x="1608076" y="1405472"/>
                  <a:pt x="1597995" y="1406432"/>
                </a:cubicBezTo>
                <a:cubicBezTo>
                  <a:pt x="1585032" y="1407584"/>
                  <a:pt x="1572263" y="1410656"/>
                  <a:pt x="1559396" y="1410656"/>
                </a:cubicBezTo>
                <a:cubicBezTo>
                  <a:pt x="1549026" y="1410656"/>
                  <a:pt x="1538753" y="1407104"/>
                  <a:pt x="1528480" y="1405375"/>
                </a:cubicBezTo>
                <a:cubicBezTo>
                  <a:pt x="1513981" y="1402975"/>
                  <a:pt x="1498042" y="1403647"/>
                  <a:pt x="1485272" y="1397502"/>
                </a:cubicBezTo>
                <a:cubicBezTo>
                  <a:pt x="1471639" y="1390973"/>
                  <a:pt x="1458676" y="1387997"/>
                  <a:pt x="1444562" y="1390013"/>
                </a:cubicBezTo>
                <a:cubicBezTo>
                  <a:pt x="1439857" y="1390685"/>
                  <a:pt x="1433808" y="1394718"/>
                  <a:pt x="1431696" y="1398846"/>
                </a:cubicBezTo>
                <a:cubicBezTo>
                  <a:pt x="1426991" y="1408064"/>
                  <a:pt x="1420559" y="1409697"/>
                  <a:pt x="1411821" y="1406527"/>
                </a:cubicBezTo>
                <a:cubicBezTo>
                  <a:pt x="1404236" y="1403839"/>
                  <a:pt x="1394922" y="1402495"/>
                  <a:pt x="1389738" y="1397310"/>
                </a:cubicBezTo>
                <a:cubicBezTo>
                  <a:pt x="1375047" y="1382620"/>
                  <a:pt x="1356324" y="1382140"/>
                  <a:pt x="1338081" y="1378204"/>
                </a:cubicBezTo>
                <a:cubicBezTo>
                  <a:pt x="1326945" y="1375802"/>
                  <a:pt x="1316574" y="1375707"/>
                  <a:pt x="1305436" y="1377339"/>
                </a:cubicBezTo>
                <a:cubicBezTo>
                  <a:pt x="1281241" y="1380988"/>
                  <a:pt x="1257717" y="1375802"/>
                  <a:pt x="1234481" y="1369178"/>
                </a:cubicBezTo>
                <a:cubicBezTo>
                  <a:pt x="1219118" y="1364761"/>
                  <a:pt x="1203372" y="1362073"/>
                  <a:pt x="1188106" y="1357560"/>
                </a:cubicBezTo>
                <a:cubicBezTo>
                  <a:pt x="1176680" y="1354104"/>
                  <a:pt x="1165255" y="1349975"/>
                  <a:pt x="1154790" y="1344406"/>
                </a:cubicBezTo>
                <a:cubicBezTo>
                  <a:pt x="1139618" y="1336244"/>
                  <a:pt x="1126369" y="1323954"/>
                  <a:pt x="1107069" y="1327219"/>
                </a:cubicBezTo>
                <a:cubicBezTo>
                  <a:pt x="1090074" y="1330099"/>
                  <a:pt x="1074713" y="1324051"/>
                  <a:pt x="1059158" y="1318290"/>
                </a:cubicBezTo>
                <a:cubicBezTo>
                  <a:pt x="1047732" y="1314065"/>
                  <a:pt x="1036308" y="1309744"/>
                  <a:pt x="1024496" y="1307056"/>
                </a:cubicBezTo>
                <a:cubicBezTo>
                  <a:pt x="1010478" y="1303887"/>
                  <a:pt x="994635" y="1305232"/>
                  <a:pt x="982153" y="1299374"/>
                </a:cubicBezTo>
                <a:cubicBezTo>
                  <a:pt x="969095" y="1293229"/>
                  <a:pt x="958246" y="1297358"/>
                  <a:pt x="946628" y="1299087"/>
                </a:cubicBezTo>
                <a:cubicBezTo>
                  <a:pt x="928097" y="1301775"/>
                  <a:pt x="909661" y="1306768"/>
                  <a:pt x="890939" y="1300431"/>
                </a:cubicBezTo>
                <a:cubicBezTo>
                  <a:pt x="868184" y="1292750"/>
                  <a:pt x="845620" y="1284493"/>
                  <a:pt x="822769" y="1277196"/>
                </a:cubicBezTo>
                <a:cubicBezTo>
                  <a:pt x="813934" y="1274410"/>
                  <a:pt x="804431" y="1273258"/>
                  <a:pt x="795212" y="1272010"/>
                </a:cubicBezTo>
                <a:cubicBezTo>
                  <a:pt x="786476" y="1270954"/>
                  <a:pt x="776010" y="1273642"/>
                  <a:pt x="769288" y="1269610"/>
                </a:cubicBezTo>
                <a:cubicBezTo>
                  <a:pt x="752005" y="1259241"/>
                  <a:pt x="734243" y="1254152"/>
                  <a:pt x="714271" y="1254152"/>
                </a:cubicBezTo>
                <a:cubicBezTo>
                  <a:pt x="706781" y="1254152"/>
                  <a:pt x="699484" y="1249831"/>
                  <a:pt x="691900" y="1249062"/>
                </a:cubicBezTo>
                <a:cubicBezTo>
                  <a:pt x="681529" y="1248103"/>
                  <a:pt x="669623" y="1245510"/>
                  <a:pt x="660598" y="1249159"/>
                </a:cubicBezTo>
                <a:cubicBezTo>
                  <a:pt x="639379" y="1257800"/>
                  <a:pt x="622193" y="1250599"/>
                  <a:pt x="603662" y="1242054"/>
                </a:cubicBezTo>
                <a:cubicBezTo>
                  <a:pt x="585418" y="1233604"/>
                  <a:pt x="566215" y="1226884"/>
                  <a:pt x="546821" y="1221314"/>
                </a:cubicBezTo>
                <a:cubicBezTo>
                  <a:pt x="539524" y="1219298"/>
                  <a:pt x="530787" y="1222659"/>
                  <a:pt x="522721" y="1223330"/>
                </a:cubicBezTo>
                <a:cubicBezTo>
                  <a:pt x="519840" y="1223523"/>
                  <a:pt x="516671" y="1223811"/>
                  <a:pt x="514080" y="1222851"/>
                </a:cubicBezTo>
                <a:cubicBezTo>
                  <a:pt x="489020" y="1213633"/>
                  <a:pt x="463575" y="1206624"/>
                  <a:pt x="436404" y="1211424"/>
                </a:cubicBezTo>
                <a:cubicBezTo>
                  <a:pt x="433908" y="1211905"/>
                  <a:pt x="431123" y="1210849"/>
                  <a:pt x="428626" y="1210177"/>
                </a:cubicBezTo>
                <a:cubicBezTo>
                  <a:pt x="416432" y="1206720"/>
                  <a:pt x="404526" y="1201247"/>
                  <a:pt x="392141" y="1199999"/>
                </a:cubicBezTo>
                <a:cubicBezTo>
                  <a:pt x="361608" y="1196927"/>
                  <a:pt x="330884" y="1195678"/>
                  <a:pt x="300157" y="1193662"/>
                </a:cubicBezTo>
                <a:cubicBezTo>
                  <a:pt x="298237" y="1193566"/>
                  <a:pt x="296221" y="1193566"/>
                  <a:pt x="294493" y="1192894"/>
                </a:cubicBezTo>
                <a:cubicBezTo>
                  <a:pt x="283163" y="1188765"/>
                  <a:pt x="273274" y="1190110"/>
                  <a:pt x="263671" y="1197982"/>
                </a:cubicBezTo>
                <a:cubicBezTo>
                  <a:pt x="259447" y="1201439"/>
                  <a:pt x="253686" y="1203263"/>
                  <a:pt x="248406" y="1205184"/>
                </a:cubicBezTo>
                <a:cubicBezTo>
                  <a:pt x="240628" y="1208065"/>
                  <a:pt x="232659" y="1210849"/>
                  <a:pt x="224594" y="1212673"/>
                </a:cubicBezTo>
                <a:cubicBezTo>
                  <a:pt x="216624" y="1214401"/>
                  <a:pt x="208079" y="1216801"/>
                  <a:pt x="200398" y="1215458"/>
                </a:cubicBezTo>
                <a:cubicBezTo>
                  <a:pt x="186572" y="1213057"/>
                  <a:pt x="173417" y="1207681"/>
                  <a:pt x="159783" y="1204127"/>
                </a:cubicBezTo>
                <a:cubicBezTo>
                  <a:pt x="155079" y="1202879"/>
                  <a:pt x="149893" y="1203072"/>
                  <a:pt x="144997" y="1202975"/>
                </a:cubicBezTo>
                <a:cubicBezTo>
                  <a:pt x="133763" y="1202688"/>
                  <a:pt x="122241" y="1205472"/>
                  <a:pt x="112064" y="1197503"/>
                </a:cubicBezTo>
                <a:cubicBezTo>
                  <a:pt x="102655" y="1190014"/>
                  <a:pt x="93148" y="1192221"/>
                  <a:pt x="83259" y="1197887"/>
                </a:cubicBezTo>
                <a:cubicBezTo>
                  <a:pt x="76154" y="1201920"/>
                  <a:pt x="68090" y="1205088"/>
                  <a:pt x="60120" y="1206624"/>
                </a:cubicBezTo>
                <a:cubicBezTo>
                  <a:pt x="49174" y="1208736"/>
                  <a:pt x="38324" y="1209601"/>
                  <a:pt x="26514" y="1208352"/>
                </a:cubicBezTo>
                <a:cubicBezTo>
                  <a:pt x="18161" y="1207488"/>
                  <a:pt x="11343" y="1207104"/>
                  <a:pt x="4814" y="1202015"/>
                </a:cubicBezTo>
                <a:cubicBezTo>
                  <a:pt x="3759" y="1201247"/>
                  <a:pt x="1839" y="1201055"/>
                  <a:pt x="398" y="1201152"/>
                </a:cubicBezTo>
                <a:lnTo>
                  <a:pt x="0" y="1201150"/>
                </a:lnTo>
                <a:lnTo>
                  <a:pt x="0" y="1004512"/>
                </a:lnTo>
                <a:lnTo>
                  <a:pt x="30355" y="1002784"/>
                </a:lnTo>
                <a:cubicBezTo>
                  <a:pt x="37748" y="1002111"/>
                  <a:pt x="44853" y="999520"/>
                  <a:pt x="52151" y="997695"/>
                </a:cubicBezTo>
                <a:cubicBezTo>
                  <a:pt x="56183" y="996639"/>
                  <a:pt x="60504" y="993855"/>
                  <a:pt x="64248" y="994430"/>
                </a:cubicBezTo>
                <a:cubicBezTo>
                  <a:pt x="85948" y="997791"/>
                  <a:pt x="105823" y="989534"/>
                  <a:pt x="126370" y="985405"/>
                </a:cubicBezTo>
                <a:cubicBezTo>
                  <a:pt x="135876" y="983485"/>
                  <a:pt x="144805" y="978876"/>
                  <a:pt x="154022" y="975708"/>
                </a:cubicBezTo>
                <a:cubicBezTo>
                  <a:pt x="156423" y="974843"/>
                  <a:pt x="159111" y="974075"/>
                  <a:pt x="161512" y="974268"/>
                </a:cubicBezTo>
                <a:cubicBezTo>
                  <a:pt x="175242" y="975420"/>
                  <a:pt x="188876" y="977052"/>
                  <a:pt x="202510" y="978300"/>
                </a:cubicBezTo>
                <a:cubicBezTo>
                  <a:pt x="214896" y="979452"/>
                  <a:pt x="227378" y="979836"/>
                  <a:pt x="233235" y="993950"/>
                </a:cubicBezTo>
                <a:cubicBezTo>
                  <a:pt x="234100" y="996159"/>
                  <a:pt x="236979" y="997791"/>
                  <a:pt x="239188" y="999231"/>
                </a:cubicBezTo>
                <a:cubicBezTo>
                  <a:pt x="273274" y="1021411"/>
                  <a:pt x="291516" y="1020835"/>
                  <a:pt x="324834" y="997407"/>
                </a:cubicBezTo>
                <a:cubicBezTo>
                  <a:pt x="328290" y="995007"/>
                  <a:pt x="335683" y="993278"/>
                  <a:pt x="337987" y="995198"/>
                </a:cubicBezTo>
                <a:cubicBezTo>
                  <a:pt x="357575" y="1011137"/>
                  <a:pt x="378986" y="1009409"/>
                  <a:pt x="401550" y="1004416"/>
                </a:cubicBezTo>
                <a:cubicBezTo>
                  <a:pt x="407407" y="1003072"/>
                  <a:pt x="415664" y="1003072"/>
                  <a:pt x="420081" y="1006240"/>
                </a:cubicBezTo>
                <a:cubicBezTo>
                  <a:pt x="441108" y="1020930"/>
                  <a:pt x="463672" y="1018819"/>
                  <a:pt x="486523" y="1014498"/>
                </a:cubicBezTo>
                <a:cubicBezTo>
                  <a:pt x="490075" y="1013826"/>
                  <a:pt x="494397" y="1010177"/>
                  <a:pt x="495932" y="1006817"/>
                </a:cubicBezTo>
                <a:cubicBezTo>
                  <a:pt x="501406" y="994911"/>
                  <a:pt x="511680" y="990878"/>
                  <a:pt x="523009" y="987517"/>
                </a:cubicBezTo>
                <a:cubicBezTo>
                  <a:pt x="540868" y="982044"/>
                  <a:pt x="558438" y="975611"/>
                  <a:pt x="576393" y="970427"/>
                </a:cubicBezTo>
                <a:cubicBezTo>
                  <a:pt x="580811" y="969179"/>
                  <a:pt x="586283" y="969947"/>
                  <a:pt x="590892" y="971387"/>
                </a:cubicBezTo>
                <a:cubicBezTo>
                  <a:pt x="606638" y="976284"/>
                  <a:pt x="616624" y="988574"/>
                  <a:pt x="627569" y="999904"/>
                </a:cubicBezTo>
                <a:cubicBezTo>
                  <a:pt x="632370" y="1004897"/>
                  <a:pt x="638995" y="1008449"/>
                  <a:pt x="645429" y="1011329"/>
                </a:cubicBezTo>
                <a:cubicBezTo>
                  <a:pt x="662135" y="1018723"/>
                  <a:pt x="679226" y="1025348"/>
                  <a:pt x="696125" y="1032356"/>
                </a:cubicBezTo>
                <a:cubicBezTo>
                  <a:pt x="697757" y="1033029"/>
                  <a:pt x="699100" y="1034757"/>
                  <a:pt x="700349" y="1036197"/>
                </a:cubicBezTo>
                <a:cubicBezTo>
                  <a:pt x="712831" y="1051368"/>
                  <a:pt x="725216" y="1066634"/>
                  <a:pt x="737795" y="1081804"/>
                </a:cubicBezTo>
                <a:cubicBezTo>
                  <a:pt x="740195" y="1084684"/>
                  <a:pt x="743652" y="1086797"/>
                  <a:pt x="746244" y="1089581"/>
                </a:cubicBezTo>
                <a:cubicBezTo>
                  <a:pt x="749893" y="1093422"/>
                  <a:pt x="754502" y="1097071"/>
                  <a:pt x="756422" y="1101680"/>
                </a:cubicBezTo>
                <a:cubicBezTo>
                  <a:pt x="762374" y="1116177"/>
                  <a:pt x="773801" y="1122419"/>
                  <a:pt x="788202" y="1125108"/>
                </a:cubicBezTo>
                <a:cubicBezTo>
                  <a:pt x="801357" y="1127603"/>
                  <a:pt x="814511" y="1129716"/>
                  <a:pt x="827569" y="1132596"/>
                </a:cubicBezTo>
                <a:cubicBezTo>
                  <a:pt x="843507" y="1136053"/>
                  <a:pt x="859350" y="1139798"/>
                  <a:pt x="875097" y="1144022"/>
                </a:cubicBezTo>
                <a:cubicBezTo>
                  <a:pt x="881913" y="1145847"/>
                  <a:pt x="889115" y="1147959"/>
                  <a:pt x="894972" y="1151704"/>
                </a:cubicBezTo>
                <a:cubicBezTo>
                  <a:pt x="911390" y="1162073"/>
                  <a:pt x="928961" y="1169082"/>
                  <a:pt x="948260" y="1166298"/>
                </a:cubicBezTo>
                <a:cubicBezTo>
                  <a:pt x="963718" y="1164089"/>
                  <a:pt x="976680" y="1169754"/>
                  <a:pt x="986282" y="1178588"/>
                </a:cubicBezTo>
                <a:cubicBezTo>
                  <a:pt x="1003757" y="1194623"/>
                  <a:pt x="1022479" y="1190973"/>
                  <a:pt x="1041107" y="1185789"/>
                </a:cubicBezTo>
                <a:cubicBezTo>
                  <a:pt x="1050708" y="1183101"/>
                  <a:pt x="1058581" y="1183485"/>
                  <a:pt x="1067703" y="1186076"/>
                </a:cubicBezTo>
                <a:cubicBezTo>
                  <a:pt x="1088826" y="1192126"/>
                  <a:pt x="1102941" y="1208544"/>
                  <a:pt x="1116574" y="1222946"/>
                </a:cubicBezTo>
                <a:cubicBezTo>
                  <a:pt x="1128193" y="1235236"/>
                  <a:pt x="1141251" y="1242149"/>
                  <a:pt x="1155557" y="1247335"/>
                </a:cubicBezTo>
                <a:cubicBezTo>
                  <a:pt x="1173608" y="1253959"/>
                  <a:pt x="1187914" y="1251464"/>
                  <a:pt x="1196556" y="1235525"/>
                </a:cubicBezTo>
                <a:cubicBezTo>
                  <a:pt x="1198956" y="1231012"/>
                  <a:pt x="1203180" y="1225730"/>
                  <a:pt x="1207693" y="1224387"/>
                </a:cubicBezTo>
                <a:cubicBezTo>
                  <a:pt x="1229488" y="1217666"/>
                  <a:pt x="1251572" y="1207872"/>
                  <a:pt x="1274904" y="1213826"/>
                </a:cubicBezTo>
                <a:cubicBezTo>
                  <a:pt x="1307165" y="1221987"/>
                  <a:pt x="1338658" y="1221507"/>
                  <a:pt x="1370919" y="1213442"/>
                </a:cubicBezTo>
                <a:cubicBezTo>
                  <a:pt x="1423247" y="1200383"/>
                  <a:pt x="1475575" y="1186557"/>
                  <a:pt x="1530593" y="1189437"/>
                </a:cubicBezTo>
                <a:cubicBezTo>
                  <a:pt x="1539713" y="1189917"/>
                  <a:pt x="1550563" y="1184060"/>
                  <a:pt x="1558436" y="1178299"/>
                </a:cubicBezTo>
                <a:cubicBezTo>
                  <a:pt x="1573511" y="1167354"/>
                  <a:pt x="1572838" y="1166489"/>
                  <a:pt x="1589737" y="1175515"/>
                </a:cubicBezTo>
                <a:cubicBezTo>
                  <a:pt x="1593770" y="1177724"/>
                  <a:pt x="1598763" y="1179068"/>
                  <a:pt x="1601740" y="1182333"/>
                </a:cubicBezTo>
                <a:cubicBezTo>
                  <a:pt x="1616909" y="1198943"/>
                  <a:pt x="1635633" y="1194910"/>
                  <a:pt x="1654259" y="1192510"/>
                </a:cubicBezTo>
                <a:cubicBezTo>
                  <a:pt x="1657524" y="1192030"/>
                  <a:pt x="1661460" y="1191358"/>
                  <a:pt x="1664246" y="1192702"/>
                </a:cubicBezTo>
                <a:cubicBezTo>
                  <a:pt x="1676823" y="1198750"/>
                  <a:pt x="1687481" y="1196639"/>
                  <a:pt x="1698427" y="1188381"/>
                </a:cubicBezTo>
                <a:cubicBezTo>
                  <a:pt x="1707932" y="1181276"/>
                  <a:pt x="1718878" y="1177052"/>
                  <a:pt x="1730112" y="1185885"/>
                </a:cubicBezTo>
                <a:cubicBezTo>
                  <a:pt x="1755076" y="1205472"/>
                  <a:pt x="1781767" y="1206432"/>
                  <a:pt x="1809996" y="1194046"/>
                </a:cubicBezTo>
                <a:cubicBezTo>
                  <a:pt x="1830159" y="1185213"/>
                  <a:pt x="1850034" y="1183196"/>
                  <a:pt x="1871254" y="1192126"/>
                </a:cubicBezTo>
                <a:cubicBezTo>
                  <a:pt x="1879415" y="1195582"/>
                  <a:pt x="1889977" y="1193278"/>
                  <a:pt x="1899482" y="1194046"/>
                </a:cubicBezTo>
                <a:cubicBezTo>
                  <a:pt x="1904859" y="1194430"/>
                  <a:pt x="1910813" y="1194526"/>
                  <a:pt x="1915420" y="1196927"/>
                </a:cubicBezTo>
                <a:cubicBezTo>
                  <a:pt x="1927711" y="1203072"/>
                  <a:pt x="1939136" y="1210945"/>
                  <a:pt x="1951522" y="1216994"/>
                </a:cubicBezTo>
                <a:cubicBezTo>
                  <a:pt x="1957475" y="1219874"/>
                  <a:pt x="1964580" y="1221410"/>
                  <a:pt x="1971302" y="1221507"/>
                </a:cubicBezTo>
                <a:cubicBezTo>
                  <a:pt x="1991177" y="1221987"/>
                  <a:pt x="2011052" y="1221987"/>
                  <a:pt x="2030831" y="1221123"/>
                </a:cubicBezTo>
                <a:cubicBezTo>
                  <a:pt x="2063476" y="1219778"/>
                  <a:pt x="2096601" y="1219490"/>
                  <a:pt x="2120125" y="1190878"/>
                </a:cubicBezTo>
                <a:cubicBezTo>
                  <a:pt x="2122046" y="1188573"/>
                  <a:pt x="2126174" y="1187229"/>
                  <a:pt x="2129439" y="1186845"/>
                </a:cubicBezTo>
                <a:cubicBezTo>
                  <a:pt x="2144513" y="1185021"/>
                  <a:pt x="2159971" y="1184828"/>
                  <a:pt x="2174854" y="1181852"/>
                </a:cubicBezTo>
                <a:cubicBezTo>
                  <a:pt x="2186760" y="1179452"/>
                  <a:pt x="2196650" y="1180220"/>
                  <a:pt x="2205674" y="1188669"/>
                </a:cubicBezTo>
                <a:cubicBezTo>
                  <a:pt x="2217485" y="1199807"/>
                  <a:pt x="2231887" y="1206336"/>
                  <a:pt x="2247634" y="1202784"/>
                </a:cubicBezTo>
                <a:cubicBezTo>
                  <a:pt x="2263379" y="1199327"/>
                  <a:pt x="2273749" y="1206816"/>
                  <a:pt x="2285367" y="1214594"/>
                </a:cubicBezTo>
                <a:cubicBezTo>
                  <a:pt x="2293817" y="1220258"/>
                  <a:pt x="2303418" y="1227363"/>
                  <a:pt x="2312827" y="1227939"/>
                </a:cubicBezTo>
                <a:cubicBezTo>
                  <a:pt x="2334143" y="1229187"/>
                  <a:pt x="2352482" y="1248967"/>
                  <a:pt x="2375622" y="1237733"/>
                </a:cubicBezTo>
                <a:cubicBezTo>
                  <a:pt x="2377158" y="1236965"/>
                  <a:pt x="2379942" y="1238885"/>
                  <a:pt x="2382151" y="1239365"/>
                </a:cubicBezTo>
                <a:cubicBezTo>
                  <a:pt x="2399817" y="1243014"/>
                  <a:pt x="2416428" y="1239461"/>
                  <a:pt x="2429390" y="1227459"/>
                </a:cubicBezTo>
                <a:cubicBezTo>
                  <a:pt x="2446385" y="1211809"/>
                  <a:pt x="2465203" y="1210272"/>
                  <a:pt x="2486134" y="1215362"/>
                </a:cubicBezTo>
                <a:cubicBezTo>
                  <a:pt x="2492856" y="1216994"/>
                  <a:pt x="2499577" y="1218146"/>
                  <a:pt x="2506394" y="1219490"/>
                </a:cubicBezTo>
                <a:cubicBezTo>
                  <a:pt x="2515611" y="1221410"/>
                  <a:pt x="2524925" y="1223427"/>
                  <a:pt x="2534142" y="1225347"/>
                </a:cubicBezTo>
                <a:cubicBezTo>
                  <a:pt x="2543072" y="1227268"/>
                  <a:pt x="2552962" y="1230532"/>
                  <a:pt x="2559874" y="1222275"/>
                </a:cubicBezTo>
                <a:cubicBezTo>
                  <a:pt x="2565827" y="1215169"/>
                  <a:pt x="2570052" y="1215842"/>
                  <a:pt x="2575525" y="1221987"/>
                </a:cubicBezTo>
                <a:cubicBezTo>
                  <a:pt x="2594536" y="1243494"/>
                  <a:pt x="2617580" y="1256936"/>
                  <a:pt x="2646960" y="1257896"/>
                </a:cubicBezTo>
                <a:cubicBezTo>
                  <a:pt x="2653009" y="1258088"/>
                  <a:pt x="2659154" y="1259432"/>
                  <a:pt x="2665107" y="1260873"/>
                </a:cubicBezTo>
                <a:cubicBezTo>
                  <a:pt x="2668756" y="1261736"/>
                  <a:pt x="2673173" y="1262697"/>
                  <a:pt x="2675381" y="1265290"/>
                </a:cubicBezTo>
                <a:cubicBezTo>
                  <a:pt x="2692567" y="1285068"/>
                  <a:pt x="2713979" y="1298799"/>
                  <a:pt x="2737311" y="1309841"/>
                </a:cubicBezTo>
                <a:cubicBezTo>
                  <a:pt x="2745664" y="1313777"/>
                  <a:pt x="2754594" y="1317713"/>
                  <a:pt x="2763619" y="1318866"/>
                </a:cubicBezTo>
                <a:cubicBezTo>
                  <a:pt x="2773028" y="1320018"/>
                  <a:pt x="2782917" y="1318098"/>
                  <a:pt x="2792519" y="1317041"/>
                </a:cubicBezTo>
                <a:cubicBezTo>
                  <a:pt x="2798184" y="1316466"/>
                  <a:pt x="2804713" y="1316561"/>
                  <a:pt x="2809226" y="1313777"/>
                </a:cubicBezTo>
                <a:cubicBezTo>
                  <a:pt x="2823532" y="1305039"/>
                  <a:pt x="2837358" y="1295631"/>
                  <a:pt x="2850705" y="1285452"/>
                </a:cubicBezTo>
                <a:cubicBezTo>
                  <a:pt x="2862131" y="1276715"/>
                  <a:pt x="2864435" y="1275467"/>
                  <a:pt x="2874324" y="1286413"/>
                </a:cubicBezTo>
                <a:cubicBezTo>
                  <a:pt x="2884502" y="1297647"/>
                  <a:pt x="2897176" y="1303503"/>
                  <a:pt x="2911194" y="1305903"/>
                </a:cubicBezTo>
                <a:cubicBezTo>
                  <a:pt x="2933373" y="1309648"/>
                  <a:pt x="2955745" y="1312816"/>
                  <a:pt x="2978116" y="1314641"/>
                </a:cubicBezTo>
                <a:cubicBezTo>
                  <a:pt x="2998375" y="1316273"/>
                  <a:pt x="3008073" y="1307440"/>
                  <a:pt x="3012106" y="1287373"/>
                </a:cubicBezTo>
                <a:cubicBezTo>
                  <a:pt x="3014410" y="1276235"/>
                  <a:pt x="3017387" y="1264137"/>
                  <a:pt x="3029676" y="1261161"/>
                </a:cubicBezTo>
                <a:cubicBezTo>
                  <a:pt x="3049744" y="1256360"/>
                  <a:pt x="3070579" y="1254248"/>
                  <a:pt x="3080469" y="1230724"/>
                </a:cubicBezTo>
                <a:cubicBezTo>
                  <a:pt x="3085941" y="1235909"/>
                  <a:pt x="3089302" y="1238981"/>
                  <a:pt x="3092567" y="1242054"/>
                </a:cubicBezTo>
                <a:cubicBezTo>
                  <a:pt x="3101592" y="1250599"/>
                  <a:pt x="3120314" y="1254248"/>
                  <a:pt x="3129821" y="1246855"/>
                </a:cubicBezTo>
                <a:cubicBezTo>
                  <a:pt x="3143839" y="1236101"/>
                  <a:pt x="3156705" y="1238117"/>
                  <a:pt x="3170147" y="1246471"/>
                </a:cubicBezTo>
                <a:cubicBezTo>
                  <a:pt x="3192615" y="1260297"/>
                  <a:pt x="3217674" y="1257128"/>
                  <a:pt x="3240429" y="1251559"/>
                </a:cubicBezTo>
                <a:cubicBezTo>
                  <a:pt x="3257617" y="1247430"/>
                  <a:pt x="3275956" y="1239845"/>
                  <a:pt x="3287189" y="1222466"/>
                </a:cubicBezTo>
                <a:cubicBezTo>
                  <a:pt x="3290741" y="1216898"/>
                  <a:pt x="3298711" y="1214113"/>
                  <a:pt x="3305049" y="1210465"/>
                </a:cubicBezTo>
                <a:cubicBezTo>
                  <a:pt x="3310329" y="1207488"/>
                  <a:pt x="3315898" y="1204704"/>
                  <a:pt x="3321755" y="1202784"/>
                </a:cubicBezTo>
                <a:cubicBezTo>
                  <a:pt x="3327995" y="1200671"/>
                  <a:pt x="3334909" y="1197598"/>
                  <a:pt x="3341055" y="1198463"/>
                </a:cubicBezTo>
                <a:cubicBezTo>
                  <a:pt x="3359681" y="1200959"/>
                  <a:pt x="3374467" y="1196062"/>
                  <a:pt x="3387621" y="1182140"/>
                </a:cubicBezTo>
                <a:cubicBezTo>
                  <a:pt x="3394439" y="1174939"/>
                  <a:pt x="3404520" y="1166202"/>
                  <a:pt x="3413161" y="1166105"/>
                </a:cubicBezTo>
                <a:cubicBezTo>
                  <a:pt x="3434189" y="1165818"/>
                  <a:pt x="3451663" y="1158905"/>
                  <a:pt x="3470579" y="1150647"/>
                </a:cubicBezTo>
                <a:cubicBezTo>
                  <a:pt x="3482772" y="1145366"/>
                  <a:pt x="3496598" y="1141718"/>
                  <a:pt x="3509657" y="1136821"/>
                </a:cubicBezTo>
                <a:cubicBezTo>
                  <a:pt x="3524923" y="1131060"/>
                  <a:pt x="3541534" y="1128948"/>
                  <a:pt x="3550847" y="1113009"/>
                </a:cubicBezTo>
                <a:cubicBezTo>
                  <a:pt x="3551903" y="1111281"/>
                  <a:pt x="3555072" y="1110993"/>
                  <a:pt x="3556608" y="1109361"/>
                </a:cubicBezTo>
                <a:cubicBezTo>
                  <a:pt x="3561505" y="1104368"/>
                  <a:pt x="3567842" y="1099760"/>
                  <a:pt x="3570435" y="1093710"/>
                </a:cubicBezTo>
                <a:cubicBezTo>
                  <a:pt x="3577923" y="1076044"/>
                  <a:pt x="3583780" y="1057800"/>
                  <a:pt x="3590501" y="1039846"/>
                </a:cubicBezTo>
                <a:cubicBezTo>
                  <a:pt x="3591942" y="1036005"/>
                  <a:pt x="3593285" y="1031108"/>
                  <a:pt x="3596263" y="1028900"/>
                </a:cubicBezTo>
                <a:cubicBezTo>
                  <a:pt x="3613449" y="1016226"/>
                  <a:pt x="3630925" y="1004032"/>
                  <a:pt x="3648591" y="992030"/>
                </a:cubicBezTo>
                <a:cubicBezTo>
                  <a:pt x="3655696" y="987229"/>
                  <a:pt x="3661649" y="989918"/>
                  <a:pt x="3667986" y="995487"/>
                </a:cubicBezTo>
                <a:cubicBezTo>
                  <a:pt x="3674131" y="1000768"/>
                  <a:pt x="3681717" y="1006240"/>
                  <a:pt x="3689397" y="1007585"/>
                </a:cubicBezTo>
                <a:cubicBezTo>
                  <a:pt x="3704760" y="1010177"/>
                  <a:pt x="3720698" y="1010753"/>
                  <a:pt x="3736349" y="1010753"/>
                </a:cubicBezTo>
                <a:cubicBezTo>
                  <a:pt x="3742205" y="1010753"/>
                  <a:pt x="3748446" y="1007297"/>
                  <a:pt x="3753919" y="1004513"/>
                </a:cubicBezTo>
                <a:cubicBezTo>
                  <a:pt x="3764289" y="999231"/>
                  <a:pt x="3773890" y="992126"/>
                  <a:pt x="3784643" y="987710"/>
                </a:cubicBezTo>
                <a:cubicBezTo>
                  <a:pt x="3797126" y="982621"/>
                  <a:pt x="3804615" y="974459"/>
                  <a:pt x="3808359" y="961689"/>
                </a:cubicBezTo>
                <a:cubicBezTo>
                  <a:pt x="3813929" y="942679"/>
                  <a:pt x="3827179" y="929428"/>
                  <a:pt x="3842829" y="918674"/>
                </a:cubicBezTo>
                <a:cubicBezTo>
                  <a:pt x="3862705" y="904944"/>
                  <a:pt x="3886421" y="905616"/>
                  <a:pt x="3908983" y="902256"/>
                </a:cubicBezTo>
                <a:cubicBezTo>
                  <a:pt x="3917625" y="901008"/>
                  <a:pt x="3926555" y="899951"/>
                  <a:pt x="3934428" y="896783"/>
                </a:cubicBezTo>
                <a:cubicBezTo>
                  <a:pt x="3964288" y="884877"/>
                  <a:pt x="3994149" y="873548"/>
                  <a:pt x="4026987" y="873835"/>
                </a:cubicBezTo>
                <a:cubicBezTo>
                  <a:pt x="4029674" y="873835"/>
                  <a:pt x="4032363" y="873548"/>
                  <a:pt x="4035051" y="873067"/>
                </a:cubicBezTo>
                <a:cubicBezTo>
                  <a:pt x="4058383" y="869131"/>
                  <a:pt x="4082483" y="867594"/>
                  <a:pt x="4099189" y="846664"/>
                </a:cubicBezTo>
                <a:cubicBezTo>
                  <a:pt x="4102261" y="842823"/>
                  <a:pt x="4109271" y="841671"/>
                  <a:pt x="4114647" y="840134"/>
                </a:cubicBezTo>
                <a:cubicBezTo>
                  <a:pt x="4123961" y="837638"/>
                  <a:pt x="4130203" y="832549"/>
                  <a:pt x="4133563" y="823427"/>
                </a:cubicBezTo>
                <a:cubicBezTo>
                  <a:pt x="4139229" y="807681"/>
                  <a:pt x="4145949" y="792223"/>
                  <a:pt x="4151039" y="776284"/>
                </a:cubicBezTo>
                <a:cubicBezTo>
                  <a:pt x="4154591" y="765338"/>
                  <a:pt x="4161215" y="759289"/>
                  <a:pt x="4171489" y="754776"/>
                </a:cubicBezTo>
                <a:cubicBezTo>
                  <a:pt x="4177251" y="752280"/>
                  <a:pt x="4182243" y="746808"/>
                  <a:pt x="4186372" y="741718"/>
                </a:cubicBezTo>
                <a:cubicBezTo>
                  <a:pt x="4191365" y="735573"/>
                  <a:pt x="4193957" y="727412"/>
                  <a:pt x="4199429" y="721940"/>
                </a:cubicBezTo>
                <a:cubicBezTo>
                  <a:pt x="4212775" y="708305"/>
                  <a:pt x="4216905" y="693231"/>
                  <a:pt x="4212487" y="674604"/>
                </a:cubicBezTo>
                <a:cubicBezTo>
                  <a:pt x="4208551" y="658090"/>
                  <a:pt x="4218921" y="636006"/>
                  <a:pt x="4232555" y="632645"/>
                </a:cubicBezTo>
                <a:cubicBezTo>
                  <a:pt x="4247629" y="628900"/>
                  <a:pt x="4257999" y="619684"/>
                  <a:pt x="4268657" y="609410"/>
                </a:cubicBezTo>
                <a:cubicBezTo>
                  <a:pt x="4274609" y="603649"/>
                  <a:pt x="4282963" y="598656"/>
                  <a:pt x="4291028" y="597216"/>
                </a:cubicBezTo>
                <a:cubicBezTo>
                  <a:pt x="4321657" y="591647"/>
                  <a:pt x="4350557" y="598464"/>
                  <a:pt x="4379651" y="609506"/>
                </a:cubicBezTo>
                <a:cubicBezTo>
                  <a:pt x="4398661" y="616707"/>
                  <a:pt x="4419784" y="618627"/>
                  <a:pt x="4440139" y="621507"/>
                </a:cubicBezTo>
                <a:cubicBezTo>
                  <a:pt x="4446477" y="622371"/>
                  <a:pt x="4454542" y="620452"/>
                  <a:pt x="4460015" y="616899"/>
                </a:cubicBezTo>
                <a:cubicBezTo>
                  <a:pt x="4479218" y="604609"/>
                  <a:pt x="4498325" y="591935"/>
                  <a:pt x="4516183" y="577724"/>
                </a:cubicBezTo>
                <a:cubicBezTo>
                  <a:pt x="4532795" y="564379"/>
                  <a:pt x="4551517" y="558810"/>
                  <a:pt x="4571681" y="560250"/>
                </a:cubicBezTo>
                <a:cubicBezTo>
                  <a:pt x="4586371" y="561306"/>
                  <a:pt x="4599621" y="558905"/>
                  <a:pt x="4613447" y="555257"/>
                </a:cubicBezTo>
                <a:cubicBezTo>
                  <a:pt x="4624969" y="552185"/>
                  <a:pt x="4637643" y="550072"/>
                  <a:pt x="4649355" y="551417"/>
                </a:cubicBezTo>
                <a:cubicBezTo>
                  <a:pt x="4665775" y="553337"/>
                  <a:pt x="4679313" y="550553"/>
                  <a:pt x="4692467" y="540663"/>
                </a:cubicBezTo>
                <a:cubicBezTo>
                  <a:pt x="4699476" y="535382"/>
                  <a:pt x="4708502" y="532598"/>
                  <a:pt x="4716855" y="528949"/>
                </a:cubicBezTo>
                <a:cubicBezTo>
                  <a:pt x="4729721" y="523284"/>
                  <a:pt x="4743067" y="518483"/>
                  <a:pt x="4755645" y="512147"/>
                </a:cubicBezTo>
                <a:cubicBezTo>
                  <a:pt x="4769183" y="505425"/>
                  <a:pt x="4781569" y="496112"/>
                  <a:pt x="4795395" y="490351"/>
                </a:cubicBezTo>
                <a:cubicBezTo>
                  <a:pt x="4810278" y="484110"/>
                  <a:pt x="4819879" y="474605"/>
                  <a:pt x="4825928" y="459818"/>
                </a:cubicBezTo>
                <a:cubicBezTo>
                  <a:pt x="4829769" y="450504"/>
                  <a:pt x="4835049" y="440615"/>
                  <a:pt x="4842347" y="434086"/>
                </a:cubicBezTo>
                <a:cubicBezTo>
                  <a:pt x="4857422" y="420740"/>
                  <a:pt x="4875087" y="410370"/>
                  <a:pt x="4890451" y="397216"/>
                </a:cubicBezTo>
                <a:cubicBezTo>
                  <a:pt x="4912054" y="378781"/>
                  <a:pt x="4932025" y="359194"/>
                  <a:pt x="4933945" y="327701"/>
                </a:cubicBezTo>
                <a:cubicBezTo>
                  <a:pt x="4935001" y="310322"/>
                  <a:pt x="4944219" y="302929"/>
                  <a:pt x="4961214" y="298801"/>
                </a:cubicBezTo>
                <a:cubicBezTo>
                  <a:pt x="4966878" y="297457"/>
                  <a:pt x="4974945" y="294864"/>
                  <a:pt x="4976672" y="290639"/>
                </a:cubicBezTo>
                <a:cubicBezTo>
                  <a:pt x="4981857" y="278061"/>
                  <a:pt x="4992610" y="275565"/>
                  <a:pt x="5002979" y="270573"/>
                </a:cubicBezTo>
                <a:cubicBezTo>
                  <a:pt x="5009221" y="267596"/>
                  <a:pt x="5016903" y="261739"/>
                  <a:pt x="5018535" y="255690"/>
                </a:cubicBezTo>
                <a:cubicBezTo>
                  <a:pt x="5025255" y="231206"/>
                  <a:pt x="5043690" y="216804"/>
                  <a:pt x="5061069" y="200961"/>
                </a:cubicBezTo>
                <a:cubicBezTo>
                  <a:pt x="5066158" y="196256"/>
                  <a:pt x="5071631" y="190879"/>
                  <a:pt x="5074127" y="184735"/>
                </a:cubicBezTo>
                <a:cubicBezTo>
                  <a:pt x="5079409" y="171484"/>
                  <a:pt x="5087281" y="161882"/>
                  <a:pt x="5101108" y="156891"/>
                </a:cubicBezTo>
                <a:cubicBezTo>
                  <a:pt x="5105524" y="155354"/>
                  <a:pt x="5109557" y="151801"/>
                  <a:pt x="5112918" y="148441"/>
                </a:cubicBezTo>
                <a:cubicBezTo>
                  <a:pt x="5120119" y="141144"/>
                  <a:pt x="5126167" y="132598"/>
                  <a:pt x="5133753" y="125782"/>
                </a:cubicBezTo>
                <a:cubicBezTo>
                  <a:pt x="5153051" y="108211"/>
                  <a:pt x="5172159" y="90928"/>
                  <a:pt x="5183393" y="66348"/>
                </a:cubicBezTo>
                <a:cubicBezTo>
                  <a:pt x="5188865" y="54346"/>
                  <a:pt x="5195107" y="41288"/>
                  <a:pt x="5204709" y="33030"/>
                </a:cubicBezTo>
                <a:cubicBezTo>
                  <a:pt x="5216903" y="22565"/>
                  <a:pt x="5232937" y="16612"/>
                  <a:pt x="5247243" y="8451"/>
                </a:cubicBez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角丸四角形吹き出し 4">
            <a:extLst>
              <a:ext uri="{FF2B5EF4-FFF2-40B4-BE49-F238E27FC236}">
                <a16:creationId xmlns:a16="http://schemas.microsoft.com/office/drawing/2014/main" id="{6C2F1764-764A-200F-C107-67B5634E7BD8}"/>
              </a:ext>
            </a:extLst>
          </p:cNvPr>
          <p:cNvSpPr/>
          <p:nvPr/>
        </p:nvSpPr>
        <p:spPr>
          <a:xfrm>
            <a:off x="2133600" y="0"/>
            <a:ext cx="1710266" cy="609600"/>
          </a:xfrm>
          <a:prstGeom prst="wedgeRoundRectCallout">
            <a:avLst>
              <a:gd name="adj1" fmla="val -30734"/>
              <a:gd name="adj2" fmla="val 81944"/>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6" name="角丸四角形吹き出し 5">
            <a:extLst>
              <a:ext uri="{FF2B5EF4-FFF2-40B4-BE49-F238E27FC236}">
                <a16:creationId xmlns:a16="http://schemas.microsoft.com/office/drawing/2014/main" id="{6D35B884-E46D-6C27-904E-A778A53CE8CB}"/>
              </a:ext>
            </a:extLst>
          </p:cNvPr>
          <p:cNvSpPr/>
          <p:nvPr/>
        </p:nvSpPr>
        <p:spPr>
          <a:xfrm>
            <a:off x="2133600" y="0"/>
            <a:ext cx="1710266" cy="609600"/>
          </a:xfrm>
          <a:prstGeom prst="wedgeRoundRectCallout">
            <a:avLst>
              <a:gd name="adj1" fmla="val 119761"/>
              <a:gd name="adj2" fmla="val 6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kumimoji="1" lang="en-US" altLang="ja-JP" dirty="0"/>
              <a:t>VDD</a:t>
            </a:r>
            <a:r>
              <a:rPr kumimoji="1" lang="ja-JP" altLang="en-US"/>
              <a:t>ライン</a:t>
            </a:r>
          </a:p>
        </p:txBody>
      </p:sp>
      <p:sp>
        <p:nvSpPr>
          <p:cNvPr id="7" name="角丸四角形吹き出し 6">
            <a:extLst>
              <a:ext uri="{FF2B5EF4-FFF2-40B4-BE49-F238E27FC236}">
                <a16:creationId xmlns:a16="http://schemas.microsoft.com/office/drawing/2014/main" id="{F2753041-6A33-7E49-3EA7-039C39DA64C4}"/>
              </a:ext>
            </a:extLst>
          </p:cNvPr>
          <p:cNvSpPr/>
          <p:nvPr/>
        </p:nvSpPr>
        <p:spPr>
          <a:xfrm>
            <a:off x="432329" y="5432663"/>
            <a:ext cx="1710266" cy="609600"/>
          </a:xfrm>
          <a:prstGeom prst="wedgeRoundRectCallout">
            <a:avLst>
              <a:gd name="adj1" fmla="val 47484"/>
              <a:gd name="adj2" fmla="val 118055"/>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8" name="角丸四角形吹き出し 7">
            <a:extLst>
              <a:ext uri="{FF2B5EF4-FFF2-40B4-BE49-F238E27FC236}">
                <a16:creationId xmlns:a16="http://schemas.microsoft.com/office/drawing/2014/main" id="{4923FB3F-F246-B1E0-FBE9-F65454BB1297}"/>
              </a:ext>
            </a:extLst>
          </p:cNvPr>
          <p:cNvSpPr/>
          <p:nvPr/>
        </p:nvSpPr>
        <p:spPr>
          <a:xfrm>
            <a:off x="432329" y="5432663"/>
            <a:ext cx="1710266" cy="609600"/>
          </a:xfrm>
          <a:prstGeom prst="wedgeRoundRectCallout">
            <a:avLst>
              <a:gd name="adj1" fmla="val 231643"/>
              <a:gd name="adj2" fmla="val 126388"/>
              <a:gd name="adj3" fmla="val 16667"/>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ja-JP" dirty="0"/>
              <a:t>VSS</a:t>
            </a:r>
            <a:r>
              <a:rPr kumimoji="1" lang="ja-JP" altLang="en-US"/>
              <a:t>ライン</a:t>
            </a:r>
          </a:p>
        </p:txBody>
      </p:sp>
      <p:sp>
        <p:nvSpPr>
          <p:cNvPr id="10" name="角丸四角形吹き出し 9">
            <a:extLst>
              <a:ext uri="{FF2B5EF4-FFF2-40B4-BE49-F238E27FC236}">
                <a16:creationId xmlns:a16="http://schemas.microsoft.com/office/drawing/2014/main" id="{9F3E9F41-9338-BBE8-E7F9-0F76F6BCA0FC}"/>
              </a:ext>
            </a:extLst>
          </p:cNvPr>
          <p:cNvSpPr/>
          <p:nvPr/>
        </p:nvSpPr>
        <p:spPr>
          <a:xfrm>
            <a:off x="7429765" y="2819400"/>
            <a:ext cx="1710266" cy="609600"/>
          </a:xfrm>
          <a:prstGeom prst="wedgeRoundRectCallout">
            <a:avLst>
              <a:gd name="adj1" fmla="val 96988"/>
              <a:gd name="adj2" fmla="val 170833"/>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2" name="角丸四角形吹き出し 11">
            <a:extLst>
              <a:ext uri="{FF2B5EF4-FFF2-40B4-BE49-F238E27FC236}">
                <a16:creationId xmlns:a16="http://schemas.microsoft.com/office/drawing/2014/main" id="{83165A6D-2403-3873-71AC-7594939DB1A6}"/>
              </a:ext>
            </a:extLst>
          </p:cNvPr>
          <p:cNvSpPr/>
          <p:nvPr/>
        </p:nvSpPr>
        <p:spPr>
          <a:xfrm>
            <a:off x="7493003" y="304800"/>
            <a:ext cx="1710266" cy="965136"/>
          </a:xfrm>
          <a:prstGeom prst="wedgeRoundRectCallout">
            <a:avLst>
              <a:gd name="adj1" fmla="val 95009"/>
              <a:gd name="adj2" fmla="val 101534"/>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P-FET</a:t>
            </a:r>
          </a:p>
          <a:p>
            <a:pPr algn="ctr"/>
            <a:r>
              <a:rPr kumimoji="1" lang="en-US" altLang="ja-JP" dirty="0"/>
              <a:t>S</a:t>
            </a:r>
            <a:r>
              <a:rPr lang="ja-JP" altLang="en-US"/>
              <a:t>が共通</a:t>
            </a:r>
            <a:endParaRPr kumimoji="1" lang="ja-JP" altLang="en-US"/>
          </a:p>
        </p:txBody>
      </p:sp>
      <p:sp>
        <p:nvSpPr>
          <p:cNvPr id="14" name="角丸四角形吹き出し 13">
            <a:extLst>
              <a:ext uri="{FF2B5EF4-FFF2-40B4-BE49-F238E27FC236}">
                <a16:creationId xmlns:a16="http://schemas.microsoft.com/office/drawing/2014/main" id="{DFB8A465-CACB-C42D-7A95-01AD65C380A9}"/>
              </a:ext>
            </a:extLst>
          </p:cNvPr>
          <p:cNvSpPr/>
          <p:nvPr/>
        </p:nvSpPr>
        <p:spPr>
          <a:xfrm>
            <a:off x="7137403" y="4605931"/>
            <a:ext cx="1710266" cy="965136"/>
          </a:xfrm>
          <a:prstGeom prst="wedgeRoundRectCallout">
            <a:avLst>
              <a:gd name="adj1" fmla="val 113821"/>
              <a:gd name="adj2" fmla="val 64689"/>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ja-JP" dirty="0"/>
              <a:t>N-FET</a:t>
            </a:r>
          </a:p>
          <a:p>
            <a:pPr algn="ctr"/>
            <a:r>
              <a:rPr kumimoji="1" lang="en-US" altLang="ja-JP" dirty="0"/>
              <a:t>S</a:t>
            </a:r>
            <a:r>
              <a:rPr lang="ja-JP" altLang="en-US"/>
              <a:t>が共通</a:t>
            </a:r>
            <a:endParaRPr kumimoji="1" lang="ja-JP" altLang="en-US"/>
          </a:p>
        </p:txBody>
      </p:sp>
      <p:sp>
        <p:nvSpPr>
          <p:cNvPr id="15" name="角丸四角形吹き出し 14">
            <a:extLst>
              <a:ext uri="{FF2B5EF4-FFF2-40B4-BE49-F238E27FC236}">
                <a16:creationId xmlns:a16="http://schemas.microsoft.com/office/drawing/2014/main" id="{68B6E237-A10B-AE99-76CE-65FCF5AA5E42}"/>
              </a:ext>
            </a:extLst>
          </p:cNvPr>
          <p:cNvSpPr/>
          <p:nvPr/>
        </p:nvSpPr>
        <p:spPr>
          <a:xfrm>
            <a:off x="7429765" y="2819400"/>
            <a:ext cx="1710266" cy="609600"/>
          </a:xfrm>
          <a:prstGeom prst="wedgeRoundRectCallout">
            <a:avLst>
              <a:gd name="adj1" fmla="val -102022"/>
              <a:gd name="adj2" fmla="val 9305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
        <p:nvSpPr>
          <p:cNvPr id="16" name="角丸四角形吹き出し 15">
            <a:extLst>
              <a:ext uri="{FF2B5EF4-FFF2-40B4-BE49-F238E27FC236}">
                <a16:creationId xmlns:a16="http://schemas.microsoft.com/office/drawing/2014/main" id="{4A842731-DC24-A4E9-AA2C-0275F121DE80}"/>
              </a:ext>
            </a:extLst>
          </p:cNvPr>
          <p:cNvSpPr/>
          <p:nvPr/>
        </p:nvSpPr>
        <p:spPr>
          <a:xfrm>
            <a:off x="7429765" y="2819400"/>
            <a:ext cx="1710266" cy="609600"/>
          </a:xfrm>
          <a:prstGeom prst="wedgeRoundRectCallout">
            <a:avLst>
              <a:gd name="adj1" fmla="val 127681"/>
              <a:gd name="adj2" fmla="val -1389"/>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ja-JP" altLang="en-US"/>
              <a:t>ピン</a:t>
            </a:r>
            <a:endParaRPr kumimoji="1" lang="ja-JP" altLang="en-US"/>
          </a:p>
        </p:txBody>
      </p:sp>
    </p:spTree>
    <p:extLst>
      <p:ext uri="{BB962C8B-B14F-4D97-AF65-F5344CB8AC3E}">
        <p14:creationId xmlns:p14="http://schemas.microsoft.com/office/powerpoint/2010/main" val="2752472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67FE56-3DD4-7A01-648A-FC94BE81559E}"/>
            </a:ext>
          </a:extLst>
        </p:cNvPr>
        <p:cNvGrpSpPr/>
        <p:nvPr/>
      </p:nvGrpSpPr>
      <p:grpSpPr>
        <a:xfrm>
          <a:off x="0" y="0"/>
          <a:ext cx="0" cy="0"/>
          <a:chOff x="0" y="0"/>
          <a:chExt cx="0" cy="0"/>
        </a:xfrm>
      </p:grpSpPr>
      <p:sp>
        <p:nvSpPr>
          <p:cNvPr id="24" name="Rectangle 23">
            <a:extLst>
              <a:ext uri="{FF2B5EF4-FFF2-40B4-BE49-F238E27FC236}">
                <a16:creationId xmlns:a16="http://schemas.microsoft.com/office/drawing/2014/main" id="{E5389E9C-5C32-4EA7-04FD-848E0DD1C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69F274A1-35E8-8FD7-1F85-D0F722B64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2F78295-F2B1-719A-80DB-2BABA81BAD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4006252-2AA1-5674-62D4-E3A04625E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2FFBFAC-E6C2-D631-B2DF-C9A8ABF9DE10}"/>
              </a:ext>
            </a:extLst>
          </p:cNvPr>
          <p:cNvSpPr>
            <a:spLocks noGrp="1"/>
          </p:cNvSpPr>
          <p:nvPr>
            <p:ph type="title"/>
          </p:nvPr>
        </p:nvSpPr>
        <p:spPr>
          <a:xfrm>
            <a:off x="35638" y="51706"/>
            <a:ext cx="9867331" cy="1167495"/>
          </a:xfrm>
        </p:spPr>
        <p:txBody>
          <a:bodyPr vert="horz" lIns="91440" tIns="45720" rIns="91440" bIns="45720" rtlCol="0" anchor="b">
            <a:normAutofit/>
          </a:bodyPr>
          <a:lstStyle/>
          <a:p>
            <a:pPr algn="ctr"/>
            <a:r>
              <a:rPr kumimoji="1" lang="ja-JP" altLang="en-US" sz="4800">
                <a:solidFill>
                  <a:srgbClr val="FFFFFF"/>
                </a:solidFill>
              </a:rPr>
              <a:t>スタンダードセル</a:t>
            </a:r>
          </a:p>
        </p:txBody>
      </p:sp>
      <p:sp>
        <p:nvSpPr>
          <p:cNvPr id="32" name="Rectangle 31">
            <a:extLst>
              <a:ext uri="{FF2B5EF4-FFF2-40B4-BE49-F238E27FC236}">
                <a16:creationId xmlns:a16="http://schemas.microsoft.com/office/drawing/2014/main" id="{C6A38EE3-3F4F-931A-EB1F-E74822E4A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図 4">
            <a:extLst>
              <a:ext uri="{FF2B5EF4-FFF2-40B4-BE49-F238E27FC236}">
                <a16:creationId xmlns:a16="http://schemas.microsoft.com/office/drawing/2014/main" id="{17A7BC8A-3245-4A33-A4F1-9520D0866CD4}"/>
              </a:ext>
            </a:extLst>
          </p:cNvPr>
          <p:cNvPicPr>
            <a:picLocks noChangeAspect="1"/>
          </p:cNvPicPr>
          <p:nvPr/>
        </p:nvPicPr>
        <p:blipFill>
          <a:blip r:embed="rId2"/>
          <a:stretch>
            <a:fillRect/>
          </a:stretch>
        </p:blipFill>
        <p:spPr>
          <a:xfrm>
            <a:off x="3658463" y="1741135"/>
            <a:ext cx="4880644" cy="4942427"/>
          </a:xfrm>
          <a:prstGeom prst="rect">
            <a:avLst/>
          </a:prstGeom>
        </p:spPr>
      </p:pic>
      <p:pic>
        <p:nvPicPr>
          <p:cNvPr id="6" name="図 5">
            <a:extLst>
              <a:ext uri="{FF2B5EF4-FFF2-40B4-BE49-F238E27FC236}">
                <a16:creationId xmlns:a16="http://schemas.microsoft.com/office/drawing/2014/main" id="{0D7A2C9B-E289-0A5B-2406-57BC1A53D110}"/>
              </a:ext>
            </a:extLst>
          </p:cNvPr>
          <p:cNvPicPr>
            <a:picLocks noChangeAspect="1"/>
          </p:cNvPicPr>
          <p:nvPr/>
        </p:nvPicPr>
        <p:blipFill>
          <a:blip r:embed="rId3"/>
          <a:srcRect r="54579"/>
          <a:stretch>
            <a:fillRect/>
          </a:stretch>
        </p:blipFill>
        <p:spPr>
          <a:xfrm>
            <a:off x="8812306" y="-5113"/>
            <a:ext cx="3359506" cy="6858005"/>
          </a:xfrm>
          <a:prstGeom prst="rect">
            <a:avLst/>
          </a:prstGeom>
        </p:spPr>
      </p:pic>
      <p:pic>
        <p:nvPicPr>
          <p:cNvPr id="4" name="図 3">
            <a:extLst>
              <a:ext uri="{FF2B5EF4-FFF2-40B4-BE49-F238E27FC236}">
                <a16:creationId xmlns:a16="http://schemas.microsoft.com/office/drawing/2014/main" id="{2984A227-4A5B-8E5C-2339-58E1878DD63E}"/>
              </a:ext>
            </a:extLst>
          </p:cNvPr>
          <p:cNvPicPr>
            <a:picLocks noChangeAspect="1"/>
          </p:cNvPicPr>
          <p:nvPr/>
        </p:nvPicPr>
        <p:blipFill>
          <a:blip r:embed="rId4"/>
          <a:srcRect b="58946"/>
          <a:stretch>
            <a:fillRect/>
          </a:stretch>
        </p:blipFill>
        <p:spPr>
          <a:xfrm>
            <a:off x="129365" y="2435294"/>
            <a:ext cx="3422329" cy="2741469"/>
          </a:xfrm>
          <a:prstGeom prst="rect">
            <a:avLst/>
          </a:prstGeom>
        </p:spPr>
      </p:pic>
    </p:spTree>
    <p:extLst>
      <p:ext uri="{BB962C8B-B14F-4D97-AF65-F5344CB8AC3E}">
        <p14:creationId xmlns:p14="http://schemas.microsoft.com/office/powerpoint/2010/main" val="969702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8DB02D3-1B6B-B940-EA57-E0632D5CA4BC}"/>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D67BB208-99F5-2544-1527-F199D9FE15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4C567B5C-50AB-CCFE-4D85-6546C9F870F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DCD9CA31-0C53-2B1A-5016-F740E676430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38092C4C-9BAE-475F-DB27-2AA95C96E8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3654143E-E80B-875E-7CC7-BEECBBDC0A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E7674B78-E74F-C413-1638-2834C0D26245}"/>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P&amp;R</a:t>
            </a:r>
            <a:r>
              <a:rPr lang="ja-JP" altLang="en-US" sz="4000">
                <a:solidFill>
                  <a:schemeClr val="bg2"/>
                </a:solidFill>
              </a:rPr>
              <a:t>（配置配線）</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98715246"/>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2D3D3F2-ABBB-4453-B1C5-1BEBF7E4DD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7A453D2-15D8-4403-815F-291FA1634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36F9873-642F-4EB5-9636-7DE2F9F95D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CF8B8011-BF73-4693-BD76-BCF02A8420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7329488-C25D-4C7C-814F-CEBFD5E7C4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68D62A5-CA80-455B-8BF4-09BA31DC35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320F636-F7FE-493A-AF45-D9E22016E1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3CFAE76A-3CE9-4AC3-9975-186C6B3EEA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1D2D7409-1AC7-4A0F-B79D-1664128FB4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8161EA6B-09CA-445B-AB0D-8DF76FA92D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1F230EE3-9427-C675-43D7-7AD9E57BB293}"/>
              </a:ext>
            </a:extLst>
          </p:cNvPr>
          <p:cNvSpPr>
            <a:spLocks noGrp="1"/>
          </p:cNvSpPr>
          <p:nvPr>
            <p:ph type="title"/>
          </p:nvPr>
        </p:nvSpPr>
        <p:spPr>
          <a:xfrm>
            <a:off x="630935" y="630936"/>
            <a:ext cx="5330275" cy="1951075"/>
          </a:xfrm>
          <a:noFill/>
        </p:spPr>
        <p:txBody>
          <a:bodyPr anchor="t">
            <a:normAutofit/>
          </a:bodyPr>
          <a:lstStyle/>
          <a:p>
            <a:r>
              <a:rPr kumimoji="1" lang="ja-JP" altLang="en-US" sz="4800">
                <a:solidFill>
                  <a:schemeClr val="bg1"/>
                </a:solidFill>
              </a:rPr>
              <a:t>グリッド配線</a:t>
            </a:r>
            <a:br>
              <a:rPr kumimoji="1" lang="en-US" altLang="ja-JP" sz="4800" dirty="0">
                <a:solidFill>
                  <a:schemeClr val="bg1"/>
                </a:solidFill>
              </a:rPr>
            </a:br>
            <a:r>
              <a:rPr kumimoji="1" lang="ja-JP" altLang="en-US" sz="4800">
                <a:solidFill>
                  <a:schemeClr val="bg1"/>
                </a:solidFill>
              </a:rPr>
              <a:t>（電源グリッド）</a:t>
            </a:r>
          </a:p>
        </p:txBody>
      </p:sp>
      <p:sp>
        <p:nvSpPr>
          <p:cNvPr id="3" name="コンテンツ プレースホルダー 2">
            <a:extLst>
              <a:ext uri="{FF2B5EF4-FFF2-40B4-BE49-F238E27FC236}">
                <a16:creationId xmlns:a16="http://schemas.microsoft.com/office/drawing/2014/main" id="{7AF785FD-7D4D-B2C1-37BB-9F802D63E9EE}"/>
              </a:ext>
            </a:extLst>
          </p:cNvPr>
          <p:cNvSpPr>
            <a:spLocks noGrp="1"/>
          </p:cNvSpPr>
          <p:nvPr>
            <p:ph idx="1"/>
          </p:nvPr>
        </p:nvSpPr>
        <p:spPr>
          <a:xfrm>
            <a:off x="6167718" y="630936"/>
            <a:ext cx="5393347" cy="1951087"/>
          </a:xfrm>
          <a:noFill/>
        </p:spPr>
        <p:txBody>
          <a:bodyPr anchor="t">
            <a:normAutofit/>
          </a:bodyPr>
          <a:lstStyle/>
          <a:p>
            <a:r>
              <a:rPr kumimoji="1" lang="ja-JP" altLang="en-US" sz="1800">
                <a:solidFill>
                  <a:schemeClr val="bg1"/>
                </a:solidFill>
              </a:rPr>
              <a:t>メタル層を縦と横で分ける</a:t>
            </a:r>
            <a:endParaRPr kumimoji="1" lang="en-US" altLang="ja-JP" sz="1800" dirty="0">
              <a:solidFill>
                <a:schemeClr val="bg1"/>
              </a:solidFill>
            </a:endParaRPr>
          </a:p>
          <a:p>
            <a:pPr lvl="1"/>
            <a:r>
              <a:rPr lang="en-US" altLang="ja-JP" sz="1800" dirty="0">
                <a:solidFill>
                  <a:schemeClr val="bg1"/>
                </a:solidFill>
              </a:rPr>
              <a:t>6</a:t>
            </a:r>
            <a:r>
              <a:rPr lang="ja-JP" altLang="en-US" sz="1800">
                <a:solidFill>
                  <a:schemeClr val="bg1"/>
                </a:solidFill>
              </a:rPr>
              <a:t>層などある場合は</a:t>
            </a:r>
            <a:r>
              <a:rPr lang="en-US" altLang="ja-JP" sz="1800" dirty="0">
                <a:solidFill>
                  <a:schemeClr val="bg1"/>
                </a:solidFill>
              </a:rPr>
              <a:t>6</a:t>
            </a:r>
            <a:r>
              <a:rPr lang="ja-JP" altLang="en-US" sz="1800">
                <a:solidFill>
                  <a:schemeClr val="bg1"/>
                </a:solidFill>
              </a:rPr>
              <a:t>層、</a:t>
            </a:r>
            <a:r>
              <a:rPr lang="en-US" altLang="ja-JP" sz="1800" dirty="0">
                <a:solidFill>
                  <a:schemeClr val="bg1"/>
                </a:solidFill>
              </a:rPr>
              <a:t>5</a:t>
            </a:r>
            <a:r>
              <a:rPr lang="ja-JP" altLang="en-US" sz="1800">
                <a:solidFill>
                  <a:schemeClr val="bg1"/>
                </a:solidFill>
              </a:rPr>
              <a:t>層を</a:t>
            </a:r>
            <a:r>
              <a:rPr lang="en-US" altLang="ja-JP" sz="1800" dirty="0">
                <a:solidFill>
                  <a:schemeClr val="bg1"/>
                </a:solidFill>
              </a:rPr>
              <a:t>VDD ,VSS</a:t>
            </a:r>
            <a:r>
              <a:rPr lang="ja-JP" altLang="en-US" sz="1800">
                <a:solidFill>
                  <a:schemeClr val="bg1"/>
                </a:solidFill>
              </a:rPr>
              <a:t>に割り当てる→電源グリッドと呼ばれる</a:t>
            </a:r>
            <a:endParaRPr lang="en-US" altLang="ja-JP" sz="1800" dirty="0">
              <a:solidFill>
                <a:schemeClr val="bg1"/>
              </a:solidFill>
            </a:endParaRPr>
          </a:p>
          <a:p>
            <a:pPr lvl="2"/>
            <a:r>
              <a:rPr kumimoji="1" lang="ja-JP" altLang="en-US" sz="1800">
                <a:solidFill>
                  <a:schemeClr val="bg1"/>
                </a:solidFill>
              </a:rPr>
              <a:t>理由：上部の層の方が線厚が厚いため</a:t>
            </a:r>
          </a:p>
        </p:txBody>
      </p:sp>
      <p:sp>
        <p:nvSpPr>
          <p:cNvPr id="24" name="Rectangle 23">
            <a:extLst>
              <a:ext uri="{FF2B5EF4-FFF2-40B4-BE49-F238E27FC236}">
                <a16:creationId xmlns:a16="http://schemas.microsoft.com/office/drawing/2014/main" id="{B8114C98-A349-4111-A123-E8EAB86ABE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670FB431-AE18-414D-92F4-1D12D199115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24467063-D74E-4D42-8790-B9F6D69584B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1D19BAC-1681-47BC-AAF5-92FAFFF6F4C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4347C2B-E846-452C-97AA-7E254FC1CE8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0EA2B35-7959-4C2A-84AA-FF5D94FEDE90}"/>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8214E4A5-A0D2-42C4-8D14-D2A7E495F04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7494D7A0-6B21-41E8-A7D3-0033BBB7915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E141D7D-32B0-448E-A666-EA8703AFCF2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D87E268-6345-420F-8B97-B37ED04100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5E1622E-7FA6-4760-A2BF-A8105EBF7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図 4">
            <a:extLst>
              <a:ext uri="{FF2B5EF4-FFF2-40B4-BE49-F238E27FC236}">
                <a16:creationId xmlns:a16="http://schemas.microsoft.com/office/drawing/2014/main" id="{B5911286-B56B-77E8-F2BE-DAD81535837A}"/>
              </a:ext>
            </a:extLst>
          </p:cNvPr>
          <p:cNvPicPr>
            <a:picLocks noChangeAspect="1"/>
          </p:cNvPicPr>
          <p:nvPr/>
        </p:nvPicPr>
        <p:blipFill>
          <a:blip r:embed="rId2"/>
          <a:stretch>
            <a:fillRect/>
          </a:stretch>
        </p:blipFill>
        <p:spPr>
          <a:xfrm>
            <a:off x="285457" y="2394846"/>
            <a:ext cx="11487832" cy="1895492"/>
          </a:xfrm>
          <a:prstGeom prst="rect">
            <a:avLst/>
          </a:prstGeom>
        </p:spPr>
      </p:pic>
      <p:grpSp>
        <p:nvGrpSpPr>
          <p:cNvPr id="38" name="Group 37">
            <a:extLst>
              <a:ext uri="{FF2B5EF4-FFF2-40B4-BE49-F238E27FC236}">
                <a16:creationId xmlns:a16="http://schemas.microsoft.com/office/drawing/2014/main" id="{AF19A774-30A5-488B-9BAF-629C6440294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4193" y="2900856"/>
            <a:ext cx="304800" cy="429768"/>
            <a:chOff x="215328" y="-46937"/>
            <a:chExt cx="304800" cy="2773841"/>
          </a:xfrm>
        </p:grpSpPr>
        <p:cxnSp>
          <p:nvCxnSpPr>
            <p:cNvPr id="39" name="Straight Connector 38">
              <a:extLst>
                <a:ext uri="{FF2B5EF4-FFF2-40B4-BE49-F238E27FC236}">
                  <a16:creationId xmlns:a16="http://schemas.microsoft.com/office/drawing/2014/main" id="{291EBF88-5B98-4258-A542-14C3AF2E522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FBC2D58-9E3C-490D-BD7A-61EF07EA79E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6CF1BB4-1C1D-4EDE-BA26-0243FCF83BB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0C83729-E02F-4512-AFE7-F4792228BD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pic>
        <p:nvPicPr>
          <p:cNvPr id="4" name="図 3">
            <a:extLst>
              <a:ext uri="{FF2B5EF4-FFF2-40B4-BE49-F238E27FC236}">
                <a16:creationId xmlns:a16="http://schemas.microsoft.com/office/drawing/2014/main" id="{38942456-7CD2-BB76-CB2A-6CF335454596}"/>
              </a:ext>
            </a:extLst>
          </p:cNvPr>
          <p:cNvPicPr>
            <a:picLocks noChangeAspect="1"/>
          </p:cNvPicPr>
          <p:nvPr/>
        </p:nvPicPr>
        <p:blipFill>
          <a:blip r:embed="rId3"/>
          <a:stretch>
            <a:fillRect/>
          </a:stretch>
        </p:blipFill>
        <p:spPr>
          <a:xfrm>
            <a:off x="237117" y="4878525"/>
            <a:ext cx="11639992" cy="1799030"/>
          </a:xfrm>
          <a:prstGeom prst="rect">
            <a:avLst/>
          </a:prstGeom>
        </p:spPr>
      </p:pic>
      <p:sp>
        <p:nvSpPr>
          <p:cNvPr id="6" name="角丸四角形 5">
            <a:extLst>
              <a:ext uri="{FF2B5EF4-FFF2-40B4-BE49-F238E27FC236}">
                <a16:creationId xmlns:a16="http://schemas.microsoft.com/office/drawing/2014/main" id="{CEDB059C-D8F8-A53E-FFCD-DC966C8FDAE7}"/>
              </a:ext>
            </a:extLst>
          </p:cNvPr>
          <p:cNvSpPr/>
          <p:nvPr/>
        </p:nvSpPr>
        <p:spPr>
          <a:xfrm>
            <a:off x="5164667" y="2107090"/>
            <a:ext cx="1574800" cy="6435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2</a:t>
            </a:r>
            <a:r>
              <a:rPr kumimoji="1" lang="ja-JP" altLang="en-US"/>
              <a:t>層グリッド</a:t>
            </a:r>
          </a:p>
        </p:txBody>
      </p:sp>
      <p:sp>
        <p:nvSpPr>
          <p:cNvPr id="7" name="角丸四角形 6">
            <a:extLst>
              <a:ext uri="{FF2B5EF4-FFF2-40B4-BE49-F238E27FC236}">
                <a16:creationId xmlns:a16="http://schemas.microsoft.com/office/drawing/2014/main" id="{6E581641-7150-7DC9-A46E-DF2AEED4E6FA}"/>
              </a:ext>
            </a:extLst>
          </p:cNvPr>
          <p:cNvSpPr/>
          <p:nvPr/>
        </p:nvSpPr>
        <p:spPr>
          <a:xfrm>
            <a:off x="5164667" y="4330153"/>
            <a:ext cx="1574800" cy="643557"/>
          </a:xfrm>
          <a:prstGeom prst="round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altLang="ja-JP" dirty="0"/>
              <a:t>1</a:t>
            </a:r>
            <a:r>
              <a:rPr kumimoji="1" lang="ja-JP" altLang="en-US"/>
              <a:t>層グリッド</a:t>
            </a:r>
          </a:p>
        </p:txBody>
      </p:sp>
    </p:spTree>
    <p:extLst>
      <p:ext uri="{BB962C8B-B14F-4D97-AF65-F5344CB8AC3E}">
        <p14:creationId xmlns:p14="http://schemas.microsoft.com/office/powerpoint/2010/main" val="42680521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38CD1F2-2CDE-4B42-BB23-EC7686F925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9827173-10F7-4BE6-8CC8-39A46D781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60FB2829-9E66-4DBD-BC15-FC5D73246D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5" name="Oval 14">
              <a:extLst>
                <a:ext uri="{FF2B5EF4-FFF2-40B4-BE49-F238E27FC236}">
                  <a16:creationId xmlns:a16="http://schemas.microsoft.com/office/drawing/2014/main" id="{E9EE2A32-8611-4375-B6B1-468FAD6825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C77E1DA0-3927-4F35-B8A3-D5D5563757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7BAA08B-588E-406F-899B-A6A7FCFBE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8AA7C41-B331-402E-9453-95B3B82735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A7060B3E-946D-4885-9B86-1D445209E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3046747-F284-4990-9ECA-3DF2C6E08B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21">
            <a:extLst>
              <a:ext uri="{FF2B5EF4-FFF2-40B4-BE49-F238E27FC236}">
                <a16:creationId xmlns:a16="http://schemas.microsoft.com/office/drawing/2014/main" id="{21301226-F3C6-4744-94AE-2460B381D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E4FF6A7D-C94F-8866-BEA3-992D086A5182}"/>
              </a:ext>
            </a:extLst>
          </p:cNvPr>
          <p:cNvSpPr>
            <a:spLocks noGrp="1"/>
          </p:cNvSpPr>
          <p:nvPr>
            <p:ph type="title"/>
          </p:nvPr>
        </p:nvSpPr>
        <p:spPr>
          <a:xfrm>
            <a:off x="629640" y="630935"/>
            <a:ext cx="5107366" cy="2096769"/>
          </a:xfrm>
          <a:noFill/>
        </p:spPr>
        <p:txBody>
          <a:bodyPr vert="horz" lIns="91440" tIns="45720" rIns="91440" bIns="45720" rtlCol="0" anchor="t">
            <a:normAutofit/>
          </a:bodyPr>
          <a:lstStyle/>
          <a:p>
            <a:r>
              <a:rPr kumimoji="1" lang="ja-JP" altLang="en-US" sz="4800" kern="1200">
                <a:solidFill>
                  <a:schemeClr val="bg1"/>
                </a:solidFill>
                <a:latin typeface="+mj-lt"/>
                <a:ea typeface="+mj-ea"/>
                <a:cs typeface="+mj-cs"/>
              </a:rPr>
              <a:t>完成図</a:t>
            </a:r>
          </a:p>
        </p:txBody>
      </p:sp>
      <p:sp>
        <p:nvSpPr>
          <p:cNvPr id="24" name="Rectangle 23">
            <a:extLst>
              <a:ext uri="{FF2B5EF4-FFF2-40B4-BE49-F238E27FC236}">
                <a16:creationId xmlns:a16="http://schemas.microsoft.com/office/drawing/2014/main" id="{4EC57637-D435-4155-993A-0E3A8BBBA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0B81AE96-B9C7-4679-BC62-F2C79F2E8F3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7" name="Straight Connector 26">
              <a:extLst>
                <a:ext uri="{FF2B5EF4-FFF2-40B4-BE49-F238E27FC236}">
                  <a16:creationId xmlns:a16="http://schemas.microsoft.com/office/drawing/2014/main" id="{BD4225F6-B312-47D5-8299-988BD17E0E6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3C04A86-BCAE-473C-B18D-88FD5627C47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2CCD134-9351-4847-8741-FF5EAB4705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470C83-08EE-4959-BA0A-F8846F524E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DBFD3A89-3666-47FE-913F-6C75228F5D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3" name="Straight Connector 32">
              <a:extLst>
                <a:ext uri="{FF2B5EF4-FFF2-40B4-BE49-F238E27FC236}">
                  <a16:creationId xmlns:a16="http://schemas.microsoft.com/office/drawing/2014/main" id="{AD6B60E5-039C-4E82-9B5C-984D6C46E14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3D05E89-A5D2-4DC0-B6B1-298EF0EF0A4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337967A-8AB7-47D5-A75E-6341730E995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CA068AD4-624D-4314-8C86-A3C0C3378C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5" name="図 4">
            <a:extLst>
              <a:ext uri="{FF2B5EF4-FFF2-40B4-BE49-F238E27FC236}">
                <a16:creationId xmlns:a16="http://schemas.microsoft.com/office/drawing/2014/main" id="{D7C0931F-E13E-301B-64CF-1F81C489C38C}"/>
              </a:ext>
            </a:extLst>
          </p:cNvPr>
          <p:cNvPicPr>
            <a:picLocks noChangeAspect="1"/>
          </p:cNvPicPr>
          <p:nvPr/>
        </p:nvPicPr>
        <p:blipFill>
          <a:blip r:embed="rId2"/>
          <a:stretch>
            <a:fillRect/>
          </a:stretch>
        </p:blipFill>
        <p:spPr>
          <a:xfrm>
            <a:off x="631359" y="2922956"/>
            <a:ext cx="10843065" cy="1734888"/>
          </a:xfrm>
          <a:prstGeom prst="rect">
            <a:avLst/>
          </a:prstGeom>
        </p:spPr>
      </p:pic>
      <p:grpSp>
        <p:nvGrpSpPr>
          <p:cNvPr id="38" name="Group 37">
            <a:extLst>
              <a:ext uri="{FF2B5EF4-FFF2-40B4-BE49-F238E27FC236}">
                <a16:creationId xmlns:a16="http://schemas.microsoft.com/office/drawing/2014/main" id="{ACA2F7C3-1A69-44EE-A8B6-A4552E2C84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75716" y="3029889"/>
            <a:ext cx="304800" cy="429768"/>
            <a:chOff x="215328" y="-46937"/>
            <a:chExt cx="304800" cy="2773841"/>
          </a:xfrm>
        </p:grpSpPr>
        <p:cxnSp>
          <p:nvCxnSpPr>
            <p:cNvPr id="39" name="Straight Connector 38">
              <a:extLst>
                <a:ext uri="{FF2B5EF4-FFF2-40B4-BE49-F238E27FC236}">
                  <a16:creationId xmlns:a16="http://schemas.microsoft.com/office/drawing/2014/main" id="{6E44AF4D-8873-43B3-8E29-803B7720EA9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2153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CAE89E8A-BD14-4974-818A-D8382DCD4D4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169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21B80B9-448B-4363-9DD7-C074AB2AD7C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4185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7DA34E7-83FB-4CAA-94F3-CEF0869076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20128" y="-46937"/>
              <a:ext cx="0" cy="2773841"/>
            </a:xfrm>
            <a:prstGeom prst="line">
              <a:avLst/>
            </a:prstGeom>
            <a:ln w="25400" cmpd="sng">
              <a:solidFill>
                <a:schemeClr val="bg2">
                  <a:lumMod val="60000"/>
                  <a:lumOff val="40000"/>
                  <a:alpha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372845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0A06F44-37A9-625A-8088-FEF86B3BA37B}"/>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B06D585D-7F2A-AAD8-1C4C-09B5F352C2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7C7B285-7EB7-29EF-A232-CED47F7EB4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25" name="Oval 19">
              <a:extLst>
                <a:ext uri="{FF2B5EF4-FFF2-40B4-BE49-F238E27FC236}">
                  <a16:creationId xmlns:a16="http://schemas.microsoft.com/office/drawing/2014/main" id="{88D17A58-6510-2220-FD6A-F7BFE6D086E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21" name="Oval 5">
              <a:extLst>
                <a:ext uri="{FF2B5EF4-FFF2-40B4-BE49-F238E27FC236}">
                  <a16:creationId xmlns:a16="http://schemas.microsoft.com/office/drawing/2014/main" id="{EB1678CA-8C11-3E9B-E719-14146BE714C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23" name="Rectangle 22">
            <a:extLst>
              <a:ext uri="{FF2B5EF4-FFF2-40B4-BE49-F238E27FC236}">
                <a16:creationId xmlns:a16="http://schemas.microsoft.com/office/drawing/2014/main" id="{585A6681-CFA9-2B3B-E6A2-DA0EACBD8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タイトル 1">
            <a:extLst>
              <a:ext uri="{FF2B5EF4-FFF2-40B4-BE49-F238E27FC236}">
                <a16:creationId xmlns:a16="http://schemas.microsoft.com/office/drawing/2014/main" id="{F25C730C-7FE3-12F3-89AA-7A77DE98D7D6}"/>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ハンズオンセミナー</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48743256"/>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16" name="Rectangle 4115">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14" name="Graphic 38">
            <a:extLst>
              <a:ext uri="{FF2B5EF4-FFF2-40B4-BE49-F238E27FC236}">
                <a16:creationId xmlns:a16="http://schemas.microsoft.com/office/drawing/2014/main" id="{6B67BE95-96EF-433C-9F29-B0732AA6B6A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883"/>
            <a:ext cx="1370098" cy="508993"/>
            <a:chOff x="2267504" y="2540250"/>
            <a:chExt cx="1990951" cy="739640"/>
          </a:xfrm>
          <a:solidFill>
            <a:schemeClr val="bg1"/>
          </a:solidFill>
        </p:grpSpPr>
        <p:sp>
          <p:nvSpPr>
            <p:cNvPr id="4119" name="Freeform: Shape 4118">
              <a:extLst>
                <a:ext uri="{FF2B5EF4-FFF2-40B4-BE49-F238E27FC236}">
                  <a16:creationId xmlns:a16="http://schemas.microsoft.com/office/drawing/2014/main" id="{AD324976-1596-4B76-A61C-5626816B24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4120" name="Freeform: Shape 4119">
              <a:extLst>
                <a:ext uri="{FF2B5EF4-FFF2-40B4-BE49-F238E27FC236}">
                  <a16:creationId xmlns:a16="http://schemas.microsoft.com/office/drawing/2014/main" id="{C44DEF24-FB22-48A2-8257-B97AD7E1AA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grpSp>
        <p:nvGrpSpPr>
          <p:cNvPr id="4121" name="Group 4121">
            <a:extLst>
              <a:ext uri="{FF2B5EF4-FFF2-40B4-BE49-F238E27FC236}">
                <a16:creationId xmlns:a16="http://schemas.microsoft.com/office/drawing/2014/main" id="{C6050274-04F5-403E-93CD-0F33B9B7E8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38200" y="939828"/>
            <a:ext cx="2618796" cy="2388127"/>
            <a:chOff x="1674895" y="1345036"/>
            <a:chExt cx="5428610" cy="4210939"/>
          </a:xfrm>
        </p:grpSpPr>
        <p:sp>
          <p:nvSpPr>
            <p:cNvPr id="4123" name="Rectangle 4122">
              <a:extLst>
                <a:ext uri="{FF2B5EF4-FFF2-40B4-BE49-F238E27FC236}">
                  <a16:creationId xmlns:a16="http://schemas.microsoft.com/office/drawing/2014/main" id="{E156683D-D795-4D85-846C-9FF61160DC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5" name="Rectangle 4123">
              <a:extLst>
                <a:ext uri="{FF2B5EF4-FFF2-40B4-BE49-F238E27FC236}">
                  <a16:creationId xmlns:a16="http://schemas.microsoft.com/office/drawing/2014/main" id="{F444340D-4FAB-43E4-A02D-436F9ADC3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74895" y="1345036"/>
              <a:ext cx="5428610" cy="4210939"/>
            </a:xfrm>
            <a:prstGeom prst="rect">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26" name="Rectangle 4125">
            <a:extLst>
              <a:ext uri="{FF2B5EF4-FFF2-40B4-BE49-F238E27FC236}">
                <a16:creationId xmlns:a16="http://schemas.microsoft.com/office/drawing/2014/main" id="{CAEBFCD5-5356-4326-8D39-8235A46CD7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049" y="801359"/>
            <a:ext cx="2695293" cy="2429060"/>
          </a:xfrm>
          <a:prstGeom prst="rect">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タイトル 1">
            <a:extLst>
              <a:ext uri="{FF2B5EF4-FFF2-40B4-BE49-F238E27FC236}">
                <a16:creationId xmlns:a16="http://schemas.microsoft.com/office/drawing/2014/main" id="{78F46E25-711C-4BA2-2495-FD243D6E9559}"/>
              </a:ext>
            </a:extLst>
          </p:cNvPr>
          <p:cNvSpPr>
            <a:spLocks noGrp="1"/>
          </p:cNvSpPr>
          <p:nvPr>
            <p:ph type="title"/>
          </p:nvPr>
        </p:nvSpPr>
        <p:spPr>
          <a:xfrm>
            <a:off x="685049" y="920873"/>
            <a:ext cx="2695293" cy="2190031"/>
          </a:xfrm>
        </p:spPr>
        <p:txBody>
          <a:bodyPr>
            <a:normAutofit/>
          </a:bodyPr>
          <a:lstStyle/>
          <a:p>
            <a:pPr algn="ctr"/>
            <a:r>
              <a:rPr kumimoji="1" lang="ja-JP" altLang="en-US" sz="3200">
                <a:solidFill>
                  <a:schemeClr val="bg1"/>
                </a:solidFill>
              </a:rPr>
              <a:t>ハンズオン</a:t>
            </a:r>
            <a:br>
              <a:rPr kumimoji="1" lang="en-US" altLang="ja-JP" sz="3200" dirty="0">
                <a:solidFill>
                  <a:schemeClr val="bg1"/>
                </a:solidFill>
              </a:rPr>
            </a:br>
            <a:r>
              <a:rPr kumimoji="1" lang="ja-JP" altLang="en-US" sz="3200">
                <a:solidFill>
                  <a:schemeClr val="bg1"/>
                </a:solidFill>
              </a:rPr>
              <a:t>セミナー</a:t>
            </a:r>
          </a:p>
        </p:txBody>
      </p:sp>
      <p:pic>
        <p:nvPicPr>
          <p:cNvPr id="218" name="Google Shape;218;p39" descr="グラフィカル ユーザー インターフェイス&#10;&#10;AI 生成コンテンツは誤りを含む可能性があります。"/>
          <p:cNvPicPr preferRelativeResize="0"/>
          <p:nvPr/>
        </p:nvPicPr>
        <p:blipFill>
          <a:blip r:embed="rId2"/>
          <a:srcRect l="9720" r="27311" b="3"/>
          <a:stretch>
            <a:fillRect/>
          </a:stretch>
        </p:blipFill>
        <p:spPr>
          <a:xfrm>
            <a:off x="3642119" y="829701"/>
            <a:ext cx="2695292" cy="2429060"/>
          </a:xfrm>
          <a:prstGeom prst="rect">
            <a:avLst/>
          </a:prstGeom>
          <a:noFill/>
        </p:spPr>
      </p:pic>
      <p:pic>
        <p:nvPicPr>
          <p:cNvPr id="4" name="図 3" descr="all_members_layout_using">
            <a:extLst>
              <a:ext uri="{FF2B5EF4-FFF2-40B4-BE49-F238E27FC236}">
                <a16:creationId xmlns:a16="http://schemas.microsoft.com/office/drawing/2014/main" id="{F1DD62B9-768C-CC16-A77A-B068DCD0B552}"/>
              </a:ext>
            </a:extLst>
          </p:cNvPr>
          <p:cNvPicPr>
            <a:picLocks noChangeAspect="1"/>
          </p:cNvPicPr>
          <p:nvPr/>
        </p:nvPicPr>
        <p:blipFill>
          <a:blip r:embed="rId3" cstate="print">
            <a:extLst>
              <a:ext uri="{28A0092B-C50C-407E-A947-70E740481C1C}">
                <a14:useLocalDpi xmlns:a14="http://schemas.microsoft.com/office/drawing/2010/main" val="0"/>
              </a:ext>
            </a:extLst>
          </a:blip>
          <a:srcRect l="12985" r="12421" b="4"/>
          <a:stretch>
            <a:fillRect/>
          </a:stretch>
        </p:blipFill>
        <p:spPr bwMode="auto">
          <a:xfrm>
            <a:off x="697254" y="3519604"/>
            <a:ext cx="2714619" cy="2429060"/>
          </a:xfrm>
          <a:prstGeom prst="rect">
            <a:avLst/>
          </a:prstGeom>
          <a:noFill/>
        </p:spPr>
      </p:pic>
      <p:grpSp>
        <p:nvGrpSpPr>
          <p:cNvPr id="4128" name="Graphic 4">
            <a:extLst>
              <a:ext uri="{FF2B5EF4-FFF2-40B4-BE49-F238E27FC236}">
                <a16:creationId xmlns:a16="http://schemas.microsoft.com/office/drawing/2014/main" id="{D6E8B984-55B9-4A62-A043-997D00F0AE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9048" y="4463108"/>
            <a:ext cx="849365" cy="849366"/>
            <a:chOff x="5829300" y="3162300"/>
            <a:chExt cx="532256" cy="532257"/>
          </a:xfrm>
          <a:solidFill>
            <a:schemeClr val="accent1">
              <a:lumMod val="60000"/>
              <a:lumOff val="40000"/>
            </a:schemeClr>
          </a:solidFill>
        </p:grpSpPr>
        <p:sp>
          <p:nvSpPr>
            <p:cNvPr id="4129" name="Freeform: Shape 4128">
              <a:extLst>
                <a:ext uri="{FF2B5EF4-FFF2-40B4-BE49-F238E27FC236}">
                  <a16:creationId xmlns:a16="http://schemas.microsoft.com/office/drawing/2014/main" id="{D4FAF4A8-82EB-4F6F-B601-43EBF0BD12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4130" name="Freeform: Shape 4129">
              <a:extLst>
                <a:ext uri="{FF2B5EF4-FFF2-40B4-BE49-F238E27FC236}">
                  <a16:creationId xmlns:a16="http://schemas.microsoft.com/office/drawing/2014/main" id="{26F2473F-E069-4558-9B41-E285BBE030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4131" name="Freeform: Shape 4130">
              <a:extLst>
                <a:ext uri="{FF2B5EF4-FFF2-40B4-BE49-F238E27FC236}">
                  <a16:creationId xmlns:a16="http://schemas.microsoft.com/office/drawing/2014/main" id="{FC9A4A76-2C9F-486C-9663-6A30A022DE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dirty="0"/>
            </a:p>
          </p:txBody>
        </p:sp>
        <p:sp>
          <p:nvSpPr>
            <p:cNvPr id="4132" name="Freeform: Shape 4131">
              <a:extLst>
                <a:ext uri="{FF2B5EF4-FFF2-40B4-BE49-F238E27FC236}">
                  <a16:creationId xmlns:a16="http://schemas.microsoft.com/office/drawing/2014/main" id="{88431DC7-D4CB-479A-AFA4-5B0C597A2E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4133" name="Freeform: Shape 4132">
              <a:extLst>
                <a:ext uri="{FF2B5EF4-FFF2-40B4-BE49-F238E27FC236}">
                  <a16:creationId xmlns:a16="http://schemas.microsoft.com/office/drawing/2014/main" id="{30755DA1-6F28-4612-A4A7-B915468C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4134" name="Freeform: Shape 4133">
              <a:extLst>
                <a:ext uri="{FF2B5EF4-FFF2-40B4-BE49-F238E27FC236}">
                  <a16:creationId xmlns:a16="http://schemas.microsoft.com/office/drawing/2014/main" id="{4616ED79-5475-49E6-A5FE-8D9DB12FB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4135" name="Freeform: Shape 4134">
              <a:extLst>
                <a:ext uri="{FF2B5EF4-FFF2-40B4-BE49-F238E27FC236}">
                  <a16:creationId xmlns:a16="http://schemas.microsoft.com/office/drawing/2014/main" id="{21DCEB47-7140-4682-8DBF-7667BE28F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4136" name="Freeform: Shape 4135">
              <a:extLst>
                <a:ext uri="{FF2B5EF4-FFF2-40B4-BE49-F238E27FC236}">
                  <a16:creationId xmlns:a16="http://schemas.microsoft.com/office/drawing/2014/main" id="{EA931BD3-5A56-42F2-B6B5-647B28D1CF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4137" name="Freeform: Shape 4136">
              <a:extLst>
                <a:ext uri="{FF2B5EF4-FFF2-40B4-BE49-F238E27FC236}">
                  <a16:creationId xmlns:a16="http://schemas.microsoft.com/office/drawing/2014/main" id="{820E4C8E-4190-498D-9556-6DA668A81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4138" name="Freeform: Shape 4137">
              <a:extLst>
                <a:ext uri="{FF2B5EF4-FFF2-40B4-BE49-F238E27FC236}">
                  <a16:creationId xmlns:a16="http://schemas.microsoft.com/office/drawing/2014/main" id="{54B2F30F-0B57-4D60-A087-CD6A471F68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4139" name="Freeform: Shape 4138">
              <a:extLst>
                <a:ext uri="{FF2B5EF4-FFF2-40B4-BE49-F238E27FC236}">
                  <a16:creationId xmlns:a16="http://schemas.microsoft.com/office/drawing/2014/main" id="{FC5E8C73-ED41-4214-AEE6-3C5F493846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4140" name="Freeform: Shape 4139">
              <a:extLst>
                <a:ext uri="{FF2B5EF4-FFF2-40B4-BE49-F238E27FC236}">
                  <a16:creationId xmlns:a16="http://schemas.microsoft.com/office/drawing/2014/main" id="{B1F94534-FE3E-476C-870B-E714E4A66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4141" name="Freeform: Shape 4140">
              <a:extLst>
                <a:ext uri="{FF2B5EF4-FFF2-40B4-BE49-F238E27FC236}">
                  <a16:creationId xmlns:a16="http://schemas.microsoft.com/office/drawing/2014/main" id="{8DE6C1B0-4D58-4937-B2B7-B1207CA18F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a:p>
          </p:txBody>
        </p:sp>
      </p:grpSp>
      <p:pic>
        <p:nvPicPr>
          <p:cNvPr id="4098" name="Picture 2" descr="グラフィカル ユーザー インターフェイス&#10;&#10;AI 生成コンテンツは誤りを含む可能性があります。">
            <a:extLst>
              <a:ext uri="{FF2B5EF4-FFF2-40B4-BE49-F238E27FC236}">
                <a16:creationId xmlns:a16="http://schemas.microsoft.com/office/drawing/2014/main" id="{78F0DB0C-0D2B-52C0-1575-235EB75E9F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5106" r="-3" b="-3"/>
          <a:stretch>
            <a:fillRect/>
          </a:stretch>
        </p:blipFill>
        <p:spPr bwMode="auto">
          <a:xfrm>
            <a:off x="3673653" y="3484243"/>
            <a:ext cx="2675951" cy="2466516"/>
          </a:xfrm>
          <a:prstGeom prst="rect">
            <a:avLst/>
          </a:prstGeom>
          <a:noFill/>
          <a:extLst>
            <a:ext uri="{909E8E84-426E-40DD-AFC4-6F175D3DCCD1}">
              <a14:hiddenFill xmlns:a14="http://schemas.microsoft.com/office/drawing/2010/main">
                <a:solidFill>
                  <a:srgbClr val="FFFFFF"/>
                </a:solidFill>
              </a14:hiddenFill>
            </a:ext>
          </a:extLst>
        </p:spPr>
      </p:pic>
      <p:sp>
        <p:nvSpPr>
          <p:cNvPr id="3" name="コンテンツ プレースホルダー 2">
            <a:extLst>
              <a:ext uri="{FF2B5EF4-FFF2-40B4-BE49-F238E27FC236}">
                <a16:creationId xmlns:a16="http://schemas.microsoft.com/office/drawing/2014/main" id="{02EE36EE-DD64-FE09-542C-2B68D74A8154}"/>
              </a:ext>
            </a:extLst>
          </p:cNvPr>
          <p:cNvSpPr>
            <a:spLocks noGrp="1"/>
          </p:cNvSpPr>
          <p:nvPr>
            <p:ph idx="1"/>
          </p:nvPr>
        </p:nvSpPr>
        <p:spPr>
          <a:xfrm>
            <a:off x="6472336" y="850127"/>
            <a:ext cx="5605934" cy="5049769"/>
          </a:xfrm>
        </p:spPr>
        <p:txBody>
          <a:bodyPr anchor="ctr">
            <a:normAutofit/>
          </a:bodyPr>
          <a:lstStyle/>
          <a:p>
            <a:r>
              <a:rPr lang="ja-JP" altLang="en-US" sz="1200">
                <a:solidFill>
                  <a:schemeClr val="bg1"/>
                </a:solidFill>
              </a:rPr>
              <a:t>知識ゼロから半導体設計の基礎がすべて学べる！</a:t>
            </a:r>
            <a:endParaRPr lang="en-US" altLang="ja-JP" sz="1200" dirty="0">
              <a:solidFill>
                <a:schemeClr val="bg1"/>
              </a:solidFill>
            </a:endParaRPr>
          </a:p>
          <a:p>
            <a:pPr marL="0" indent="0">
              <a:buNone/>
            </a:pPr>
            <a:r>
              <a:rPr kumimoji="1" lang="ja-JP" altLang="en-US" sz="1200">
                <a:solidFill>
                  <a:schemeClr val="bg1"/>
                </a:solidFill>
              </a:rPr>
              <a:t>　一番簡単なインバーター回路の</a:t>
            </a:r>
            <a:r>
              <a:rPr lang="ja-JP" altLang="en-US" sz="1200">
                <a:solidFill>
                  <a:schemeClr val="bg1"/>
                </a:solidFill>
              </a:rPr>
              <a:t>ハンズオンセミナー</a:t>
            </a:r>
            <a:endParaRPr lang="en-US" altLang="ja-JP" sz="1200" dirty="0">
              <a:solidFill>
                <a:schemeClr val="bg1"/>
              </a:solidFill>
            </a:endParaRPr>
          </a:p>
          <a:p>
            <a:pPr lvl="2"/>
            <a:r>
              <a:rPr kumimoji="1" lang="en-US" altLang="ja-JP" sz="1200" dirty="0" err="1">
                <a:solidFill>
                  <a:schemeClr val="bg1"/>
                </a:solidFill>
              </a:rPr>
              <a:t>Xschem</a:t>
            </a:r>
            <a:r>
              <a:rPr kumimoji="1" lang="ja-JP" altLang="en-US" sz="1200">
                <a:solidFill>
                  <a:schemeClr val="bg1"/>
                </a:solidFill>
              </a:rPr>
              <a:t>による回路設計</a:t>
            </a:r>
            <a:endParaRPr lang="en-US" altLang="ja-JP" sz="1200" dirty="0">
              <a:solidFill>
                <a:schemeClr val="bg1"/>
              </a:solidFill>
            </a:endParaRPr>
          </a:p>
          <a:p>
            <a:pPr lvl="3"/>
            <a:r>
              <a:rPr kumimoji="1" lang="ja-JP" altLang="en-US" sz="1200">
                <a:solidFill>
                  <a:schemeClr val="bg1"/>
                </a:solidFill>
              </a:rPr>
              <a:t>トランジスタの組み合わせで機能を実現する作業</a:t>
            </a:r>
            <a:endParaRPr kumimoji="1" lang="en-US" altLang="ja-JP" sz="1200" dirty="0">
              <a:solidFill>
                <a:schemeClr val="bg1"/>
              </a:solidFill>
            </a:endParaRPr>
          </a:p>
          <a:p>
            <a:pPr lvl="2"/>
            <a:r>
              <a:rPr kumimoji="1" lang="en-US" altLang="ja-JP" sz="1200" dirty="0" err="1">
                <a:solidFill>
                  <a:schemeClr val="bg1"/>
                </a:solidFill>
              </a:rPr>
              <a:t>ngspice</a:t>
            </a:r>
            <a:r>
              <a:rPr kumimoji="1" lang="ja-JP" altLang="en-US" sz="1200">
                <a:solidFill>
                  <a:schemeClr val="bg1"/>
                </a:solidFill>
              </a:rPr>
              <a:t>による回路特性シミュレーション</a:t>
            </a:r>
            <a:endParaRPr kumimoji="1" lang="en-US" altLang="ja-JP" sz="1200" dirty="0">
              <a:solidFill>
                <a:schemeClr val="bg1"/>
              </a:solidFill>
            </a:endParaRPr>
          </a:p>
          <a:p>
            <a:pPr lvl="3"/>
            <a:r>
              <a:rPr kumimoji="1" lang="ja-JP" altLang="en-US" sz="1200">
                <a:solidFill>
                  <a:schemeClr val="bg1"/>
                </a:solidFill>
              </a:rPr>
              <a:t>上記の回路が正しく動作するかを検証する作業</a:t>
            </a:r>
            <a:endParaRPr kumimoji="1" lang="en-US" altLang="ja-JP" sz="1200" dirty="0">
              <a:solidFill>
                <a:schemeClr val="bg1"/>
              </a:solidFill>
            </a:endParaRPr>
          </a:p>
          <a:p>
            <a:pPr lvl="2"/>
            <a:r>
              <a:rPr kumimoji="1" lang="en-US" altLang="ja-JP" sz="1200" dirty="0" err="1">
                <a:solidFill>
                  <a:schemeClr val="bg1"/>
                </a:solidFill>
              </a:rPr>
              <a:t>klayout</a:t>
            </a:r>
            <a:r>
              <a:rPr kumimoji="1" lang="ja-JP" altLang="en-US" sz="1200">
                <a:solidFill>
                  <a:schemeClr val="bg1"/>
                </a:solidFill>
              </a:rPr>
              <a:t>による回路デザイン</a:t>
            </a:r>
            <a:endParaRPr kumimoji="1" lang="en-US" altLang="ja-JP" sz="1200" dirty="0">
              <a:solidFill>
                <a:schemeClr val="bg1"/>
              </a:solidFill>
            </a:endParaRPr>
          </a:p>
          <a:p>
            <a:pPr lvl="3"/>
            <a:r>
              <a:rPr lang="ja-JP" altLang="en-US" sz="1200">
                <a:solidFill>
                  <a:schemeClr val="bg1"/>
                </a:solidFill>
              </a:rPr>
              <a:t>トランジスタを実際の半導体の上に配置する作業</a:t>
            </a:r>
            <a:endParaRPr kumimoji="1" lang="en-US" altLang="ja-JP" sz="1200" dirty="0">
              <a:solidFill>
                <a:schemeClr val="bg1"/>
              </a:solidFill>
            </a:endParaRPr>
          </a:p>
          <a:p>
            <a:pPr lvl="1"/>
            <a:r>
              <a:rPr kumimoji="1" lang="ja-JP" altLang="en-US" sz="1200">
                <a:solidFill>
                  <a:schemeClr val="bg1"/>
                </a:solidFill>
              </a:rPr>
              <a:t>丸々</a:t>
            </a:r>
            <a:r>
              <a:rPr kumimoji="1" lang="en-US" altLang="ja-JP" sz="1200" dirty="0">
                <a:solidFill>
                  <a:schemeClr val="bg1"/>
                </a:solidFill>
              </a:rPr>
              <a:t>1</a:t>
            </a:r>
            <a:r>
              <a:rPr kumimoji="1" lang="ja-JP" altLang="en-US" sz="1200">
                <a:solidFill>
                  <a:schemeClr val="bg1"/>
                </a:solidFill>
              </a:rPr>
              <a:t>日の講習会となります</a:t>
            </a:r>
            <a:endParaRPr kumimoji="1" lang="en-US" altLang="ja-JP" sz="1200" dirty="0">
              <a:solidFill>
                <a:schemeClr val="bg1"/>
              </a:solidFill>
            </a:endParaRPr>
          </a:p>
          <a:p>
            <a:pPr lvl="2"/>
            <a:r>
              <a:rPr kumimoji="1" lang="ja-JP" altLang="en-US" sz="1200">
                <a:solidFill>
                  <a:schemeClr val="bg1"/>
                </a:solidFill>
              </a:rPr>
              <a:t>講習会実施実績</a:t>
            </a:r>
          </a:p>
          <a:p>
            <a:pPr lvl="3"/>
            <a:r>
              <a:rPr kumimoji="1" lang="en-US" altLang="ja-JP" sz="1200" dirty="0">
                <a:solidFill>
                  <a:schemeClr val="bg1"/>
                </a:solidFill>
                <a:hlinkClick r:id="rId5"/>
              </a:rPr>
              <a:t>https://ishikai.connpass.com/event/303102/</a:t>
            </a:r>
            <a:endParaRPr kumimoji="1" lang="en-US" altLang="ja-JP" sz="1200" dirty="0">
              <a:solidFill>
                <a:schemeClr val="bg1"/>
              </a:solidFill>
            </a:endParaRPr>
          </a:p>
          <a:p>
            <a:pPr lvl="3"/>
            <a:r>
              <a:rPr kumimoji="1" lang="en-US" altLang="ja-JP" sz="1200" dirty="0">
                <a:solidFill>
                  <a:schemeClr val="bg1"/>
                </a:solidFill>
                <a:hlinkClick r:id="rId6"/>
              </a:rPr>
              <a:t>https://www.noritsuna.jp/download/ishi_20231110_3zki_ver2.pdf</a:t>
            </a:r>
            <a:endParaRPr kumimoji="1" lang="en-US" altLang="ja-JP" sz="1200" dirty="0">
              <a:solidFill>
                <a:schemeClr val="bg1"/>
              </a:solidFill>
            </a:endParaRPr>
          </a:p>
          <a:p>
            <a:pPr lvl="1"/>
            <a:r>
              <a:rPr lang="ja-JP" altLang="en-US" sz="1200">
                <a:solidFill>
                  <a:schemeClr val="bg1"/>
                </a:solidFill>
              </a:rPr>
              <a:t>参加者の声（半導体設計未経験者。電子工作をしたことがあるレベル）</a:t>
            </a:r>
            <a:endParaRPr lang="en-US" altLang="ja-JP" sz="1200" dirty="0">
              <a:solidFill>
                <a:schemeClr val="bg1"/>
              </a:solidFill>
            </a:endParaRPr>
          </a:p>
          <a:p>
            <a:pPr lvl="2"/>
            <a:r>
              <a:rPr kumimoji="1" lang="ja-JP" altLang="en-US" sz="1200">
                <a:solidFill>
                  <a:schemeClr val="bg1"/>
                </a:solidFill>
              </a:rPr>
              <a:t>チップの設計体験によりすごく技術的な刺激を受けた</a:t>
            </a:r>
            <a:endParaRPr kumimoji="1" lang="en-US" altLang="ja-JP" sz="1200" dirty="0">
              <a:solidFill>
                <a:schemeClr val="bg1"/>
              </a:solidFill>
            </a:endParaRPr>
          </a:p>
          <a:p>
            <a:pPr lvl="2"/>
            <a:r>
              <a:rPr lang="ja-JP" altLang="en-US" sz="1200">
                <a:solidFill>
                  <a:schemeClr val="bg1"/>
                </a:solidFill>
              </a:rPr>
              <a:t>半導体は全く未知のものだったが理解できたことで新しい知見を得ることが出来た</a:t>
            </a:r>
            <a:endParaRPr kumimoji="1" lang="en-US" altLang="ja-JP" sz="1200" dirty="0">
              <a:solidFill>
                <a:schemeClr val="bg1"/>
              </a:solidFill>
            </a:endParaRPr>
          </a:p>
        </p:txBody>
      </p:sp>
    </p:spTree>
    <p:extLst>
      <p:ext uri="{BB962C8B-B14F-4D97-AF65-F5344CB8AC3E}">
        <p14:creationId xmlns:p14="http://schemas.microsoft.com/office/powerpoint/2010/main" val="36813331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61"/>
        <p:cNvGrpSpPr/>
        <p:nvPr/>
      </p:nvGrpSpPr>
      <p:grpSpPr>
        <a:xfrm>
          <a:off x="0" y="0"/>
          <a:ext cx="0" cy="0"/>
          <a:chOff x="0" y="0"/>
          <a:chExt cx="0" cy="0"/>
        </a:xfrm>
      </p:grpSpPr>
      <p:sp>
        <p:nvSpPr>
          <p:cNvPr id="277" name="Rectangle 27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3" name="Google Shape;263;p45"/>
          <p:cNvSpPr txBox="1">
            <a:spLocks noGrp="1"/>
          </p:cNvSpPr>
          <p:nvPr>
            <p:ph type="title"/>
          </p:nvPr>
        </p:nvSpPr>
        <p:spPr>
          <a:xfrm>
            <a:off x="6477270" y="368625"/>
            <a:ext cx="4974771" cy="1403498"/>
          </a:xfrm>
          <a:prstGeom prst="rect">
            <a:avLst/>
          </a:prstGeom>
        </p:spPr>
        <p:txBody>
          <a:bodyPr spcFirstLastPara="1" vert="horz" lIns="121900" tIns="121900" rIns="121900" bIns="121900" rtlCol="0" anchor="b" anchorCtr="0">
            <a:normAutofit/>
          </a:bodyPr>
          <a:lstStyle/>
          <a:p>
            <a:pPr>
              <a:spcBef>
                <a:spcPts val="0"/>
              </a:spcBef>
            </a:pPr>
            <a:r>
              <a:rPr lang="en-US" altLang="ja-JP" sz="3600">
                <a:solidFill>
                  <a:schemeClr val="bg1"/>
                </a:solidFill>
              </a:rPr>
              <a:t>ISHI</a:t>
            </a:r>
            <a:r>
              <a:rPr lang="ja-JP" altLang="en-US" sz="3600">
                <a:solidFill>
                  <a:schemeClr val="bg1"/>
                </a:solidFill>
              </a:rPr>
              <a:t>会の情報</a:t>
            </a:r>
          </a:p>
        </p:txBody>
      </p:sp>
      <p:grpSp>
        <p:nvGrpSpPr>
          <p:cNvPr id="280" name="Group 280">
            <a:extLst>
              <a:ext uri="{FF2B5EF4-FFF2-40B4-BE49-F238E27FC236}">
                <a16:creationId xmlns:a16="http://schemas.microsoft.com/office/drawing/2014/main" id="{00C7DD97-49DC-4BFD-951D-CFF51B976D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41571" y="70488"/>
            <a:ext cx="3501861" cy="3501861"/>
            <a:chOff x="4690043" y="291695"/>
            <a:chExt cx="3055711" cy="3055711"/>
          </a:xfrm>
        </p:grpSpPr>
        <p:sp>
          <p:nvSpPr>
            <p:cNvPr id="282" name="Oval 281">
              <a:extLst>
                <a:ext uri="{FF2B5EF4-FFF2-40B4-BE49-F238E27FC236}">
                  <a16:creationId xmlns:a16="http://schemas.microsoft.com/office/drawing/2014/main" id="{E7DCFDCC-147C-40CA-BFDF-2848A429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Oval 282">
              <a:extLst>
                <a:ext uri="{FF2B5EF4-FFF2-40B4-BE49-F238E27FC236}">
                  <a16:creationId xmlns:a16="http://schemas.microsoft.com/office/drawing/2014/main" id="{31F8CA31-10D7-4B78-877D-2D21FBE553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4" name="Group 284">
            <a:extLst>
              <a:ext uri="{FF2B5EF4-FFF2-40B4-BE49-F238E27FC236}">
                <a16:creationId xmlns:a16="http://schemas.microsoft.com/office/drawing/2014/main" id="{176786CF-68E6-476D-909E-8522718B7BE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75057" y="3240578"/>
            <a:ext cx="3297290" cy="3297290"/>
            <a:chOff x="4690043" y="291695"/>
            <a:chExt cx="3055711" cy="3055711"/>
          </a:xfrm>
        </p:grpSpPr>
        <p:sp>
          <p:nvSpPr>
            <p:cNvPr id="286" name="Oval 285">
              <a:extLst>
                <a:ext uri="{FF2B5EF4-FFF2-40B4-BE49-F238E27FC236}">
                  <a16:creationId xmlns:a16="http://schemas.microsoft.com/office/drawing/2014/main" id="{06D8E882-7D0E-42D7-99C8-D4865D7DA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Oval 286">
              <a:extLst>
                <a:ext uri="{FF2B5EF4-FFF2-40B4-BE49-F238E27FC236}">
                  <a16:creationId xmlns:a16="http://schemas.microsoft.com/office/drawing/2014/main" id="{015F1597-6BCF-45F1-9AC9-B142DD4768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0043" y="291695"/>
              <a:ext cx="3055711" cy="3055711"/>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8" name="Oval 288">
            <a:extLst>
              <a:ext uri="{FF2B5EF4-FFF2-40B4-BE49-F238E27FC236}">
                <a16:creationId xmlns:a16="http://schemas.microsoft.com/office/drawing/2014/main" id="{EAED1919-54A1-41C9-B30B-A3FF3F58E3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026220" y="30573"/>
            <a:ext cx="3483100" cy="3483100"/>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7"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0828" y="1091857"/>
            <a:ext cx="1291642" cy="429215"/>
            <a:chOff x="2504802" y="1755501"/>
            <a:chExt cx="1598829" cy="531293"/>
          </a:xfrm>
          <a:solidFill>
            <a:schemeClr val="bg1"/>
          </a:solidFill>
        </p:grpSpPr>
        <p:sp>
          <p:nvSpPr>
            <p:cNvPr id="292" name="Freeform: Shape 291">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pic>
        <p:nvPicPr>
          <p:cNvPr id="265" name="Google Shape;265;p45" descr="グラフ, 棒グラフ&#10;&#10;AI 生成コンテンツは誤りを含む可能性があります。"/>
          <p:cNvPicPr preferRelativeResize="0"/>
          <p:nvPr/>
        </p:nvPicPr>
        <p:blipFill>
          <a:blip r:embed="rId3"/>
          <a:stretch>
            <a:fillRect/>
          </a:stretch>
        </p:blipFill>
        <p:spPr>
          <a:xfrm>
            <a:off x="2511201" y="709301"/>
            <a:ext cx="2492817" cy="2113201"/>
          </a:xfrm>
          <a:prstGeom prst="rect">
            <a:avLst/>
          </a:prstGeom>
          <a:noFill/>
        </p:spPr>
      </p:pic>
      <p:sp>
        <p:nvSpPr>
          <p:cNvPr id="641" name="Oval 294">
            <a:extLst>
              <a:ext uri="{FF2B5EF4-FFF2-40B4-BE49-F238E27FC236}">
                <a16:creationId xmlns:a16="http://schemas.microsoft.com/office/drawing/2014/main" id="{FFFEB18F-F81F-4CED-BE64-EB888A77C3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093" y="3195231"/>
            <a:ext cx="3281677" cy="3281677"/>
          </a:xfrm>
          <a:prstGeom prst="ellipse">
            <a:avLst/>
          </a:pr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4" name="Google Shape;264;p45" descr="QR コード&#10;&#10;AI 生成コンテンツは誤りを含む可能性があります。"/>
          <p:cNvPicPr preferRelativeResize="0"/>
          <p:nvPr/>
        </p:nvPicPr>
        <p:blipFill>
          <a:blip r:embed="rId4"/>
          <a:stretch>
            <a:fillRect/>
          </a:stretch>
        </p:blipFill>
        <p:spPr>
          <a:xfrm>
            <a:off x="1152048" y="3904608"/>
            <a:ext cx="1895767" cy="1895767"/>
          </a:xfrm>
          <a:prstGeom prst="rect">
            <a:avLst/>
          </a:prstGeom>
          <a:noFill/>
        </p:spPr>
      </p:pic>
      <p:grpSp>
        <p:nvGrpSpPr>
          <p:cNvPr id="642" name="Graphic 4">
            <a:extLst>
              <a:ext uri="{FF2B5EF4-FFF2-40B4-BE49-F238E27FC236}">
                <a16:creationId xmlns:a16="http://schemas.microsoft.com/office/drawing/2014/main" id="{A04977CB-3825-471A-A590-C57F8C3503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97585" y="3139252"/>
            <a:ext cx="1330536" cy="1330521"/>
            <a:chOff x="5734037" y="3067039"/>
            <a:chExt cx="724483" cy="724489"/>
          </a:xfrm>
          <a:solidFill>
            <a:schemeClr val="bg1"/>
          </a:solidFill>
        </p:grpSpPr>
        <p:sp>
          <p:nvSpPr>
            <p:cNvPr id="298" name="Freeform: Shape 297">
              <a:extLst>
                <a:ext uri="{FF2B5EF4-FFF2-40B4-BE49-F238E27FC236}">
                  <a16:creationId xmlns:a16="http://schemas.microsoft.com/office/drawing/2014/main" id="{2B4B4814-3BFD-418E-B5B6-9DC3E00236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6B775DC1-0C03-424C-81DD-0B63736424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9DA07F5D-1F32-483C-8A98-9849D780DE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37A913DD-4597-42B1-9728-4127E83A8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009FBB02-BC59-4864-8DBC-B2B2BD52B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6BD87CAE-98EF-4EA4-B739-3304AB75B5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1A313AD8-2CA9-4181-84FF-A4EA106FB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90E1FD27-6078-4DDB-85A5-EF3282363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B87154F-1C33-4D96-AD0F-41A911079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59F7C24D-DA96-4B69-9D48-11ED659814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A1CC3BFF-8D2C-4191-AA89-4B5F07B595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030851AC-DB18-4C88-A8A2-449F772E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DA0FBDE6-61C6-4EAD-BEF2-895D802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AA861D3C-5355-4A4A-A875-EC40751A7D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998E573C-00D7-4371-9CE5-C72044BCA0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4B74B55B-C24A-4F7B-80B0-59E86E989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361FF18D-542A-4DA3-B579-046996571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B5CD3040-DA11-4096-9ECA-0547EB296B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8DBF68E6-70DC-4C9B-9E36-54DADF5D8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11A82FA5-7042-42C0-82C9-8068C36A6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2F1F1E10-43A7-49C1-9611-E52FB1BF5C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E350A35C-3618-4456-8580-7687EDA435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F4013BD1-ADEE-4116-8B16-8C5FB3B01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D41350A0-245D-42A9-911D-82D77BC3D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18734813-52CA-4809-A0E0-348308DC47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E626E127-926A-4623-B87E-6944AA8F4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ADDE53E-0E40-4853-BCF0-9B152D6A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C13F1249-54EA-428F-AE2E-A0579B409F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952C80D7-048D-4658-A5FE-B698CC4E42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4A82C20A-8FDC-4735-9608-AD288081F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EFB7CA94-32F3-403F-9F2B-1E2F701EE5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1066606C-4588-4163-AD08-3AC140409A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B8565D18-023F-46E0-B825-199BFEAD6B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6F96FBB7-2ED0-47E0-9016-421EC9D3D8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7CFFB9F2-9F7C-43A4-A9E6-1EE70C00B7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0421F39C-6A35-4CF1-8E72-2A897C1F8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ADA5561C-BFBA-4EA2-8A59-2910A2CDF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B9F79817-A1A8-459C-A1DA-1639CC4EF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730C5931-2980-4D21-A6AF-33BBB2B4A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6130F5F5-6F7C-41EE-8CBB-1D0839C6F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6671993A-EC69-4341-90B1-F23F6EA5A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D56C4EAD-EE30-43C6-99BC-D4CB4EE9E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00981292-8C2D-477F-BFC1-A0C971DE4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5EB673EB-AAA5-41CD-BD9E-19C05381C9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BF0F0673-73C3-44AE-9E98-EE65ADB27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0908B8D8-11C7-4C6B-9642-2AAD37E24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FF2F92D7-98B0-4E76-B8C6-AADDDBFCC6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5EC8DDD7-9501-4B67-9C31-6D5930A2B8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57BD5C40-C542-47FD-9C2B-EE136CB979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D4CE941A-9B71-4C39-B230-20A18D89B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3718F172-45D8-46D9-A359-D8A51BE64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151EDA59-37F4-47C4-9579-A4EE161561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CF25555-9B27-45F5-BDE8-EC65FC7B9D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E18D4CBF-5079-4BCF-996F-48C5BD1DC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599F779A-FDDF-4E15-A19E-D734C95A57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8510558-1546-41C7-819E-0C4056E54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B371F762-3D9D-459C-AC86-3183843A44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CDECEFE0-53BB-47FB-97D7-AE0B0E3198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3D7521B5-463A-40A3-BE61-B1CAE3307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6A3596C1-0483-4496-8755-DB608479D6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89261538-C799-4246-B1B3-B3F5B09A0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7FDE36D9-78E7-44D9-BC0F-1BAFDE5B3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DB9D93E5-4ECA-4C24-9FF6-AC81334279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1" name="Freeform: Shape 360">
              <a:extLst>
                <a:ext uri="{FF2B5EF4-FFF2-40B4-BE49-F238E27FC236}">
                  <a16:creationId xmlns:a16="http://schemas.microsoft.com/office/drawing/2014/main" id="{A4C35E97-1F66-4BFD-AE92-7EBC84F1DD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62" name="Freeform: Shape 361">
              <a:extLst>
                <a:ext uri="{FF2B5EF4-FFF2-40B4-BE49-F238E27FC236}">
                  <a16:creationId xmlns:a16="http://schemas.microsoft.com/office/drawing/2014/main" id="{C6BF299A-A3D1-430D-80FF-B080C6FC6E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63" name="Freeform: Shape 362">
              <a:extLst>
                <a:ext uri="{FF2B5EF4-FFF2-40B4-BE49-F238E27FC236}">
                  <a16:creationId xmlns:a16="http://schemas.microsoft.com/office/drawing/2014/main" id="{9E7CF736-D3DE-4C5E-AA1F-DC4C8AA3AF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64" name="Freeform: Shape 363">
              <a:extLst>
                <a:ext uri="{FF2B5EF4-FFF2-40B4-BE49-F238E27FC236}">
                  <a16:creationId xmlns:a16="http://schemas.microsoft.com/office/drawing/2014/main" id="{D396DF6B-432E-4903-B1AA-D3531FF8AB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65" name="Freeform: Shape 364">
              <a:extLst>
                <a:ext uri="{FF2B5EF4-FFF2-40B4-BE49-F238E27FC236}">
                  <a16:creationId xmlns:a16="http://schemas.microsoft.com/office/drawing/2014/main" id="{1ECDFD65-3965-4589-A4C2-16510946F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6" name="Freeform: Shape 365">
              <a:extLst>
                <a:ext uri="{FF2B5EF4-FFF2-40B4-BE49-F238E27FC236}">
                  <a16:creationId xmlns:a16="http://schemas.microsoft.com/office/drawing/2014/main" id="{CA8C54E5-84FF-4F13-AA46-FED8E8DADB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7" name="Freeform: Shape 366">
              <a:extLst>
                <a:ext uri="{FF2B5EF4-FFF2-40B4-BE49-F238E27FC236}">
                  <a16:creationId xmlns:a16="http://schemas.microsoft.com/office/drawing/2014/main" id="{BECA2236-A9B4-439E-9BAB-56AE965F68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68" name="Freeform: Shape 367">
              <a:extLst>
                <a:ext uri="{FF2B5EF4-FFF2-40B4-BE49-F238E27FC236}">
                  <a16:creationId xmlns:a16="http://schemas.microsoft.com/office/drawing/2014/main" id="{E9441778-3D1A-4F75-A5A1-7214DAFB1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69" name="Freeform: Shape 368">
              <a:extLst>
                <a:ext uri="{FF2B5EF4-FFF2-40B4-BE49-F238E27FC236}">
                  <a16:creationId xmlns:a16="http://schemas.microsoft.com/office/drawing/2014/main" id="{9B9AA094-8F15-4A0C-AA38-346BD5DDC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70" name="Freeform: Shape 369">
              <a:extLst>
                <a:ext uri="{FF2B5EF4-FFF2-40B4-BE49-F238E27FC236}">
                  <a16:creationId xmlns:a16="http://schemas.microsoft.com/office/drawing/2014/main" id="{119958CA-594A-4498-84BE-F61BFC580B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1" name="Freeform: Shape 370">
              <a:extLst>
                <a:ext uri="{FF2B5EF4-FFF2-40B4-BE49-F238E27FC236}">
                  <a16:creationId xmlns:a16="http://schemas.microsoft.com/office/drawing/2014/main" id="{FDFCE354-2B72-4480-97DE-E882906FD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2" name="Freeform: Shape 371">
              <a:extLst>
                <a:ext uri="{FF2B5EF4-FFF2-40B4-BE49-F238E27FC236}">
                  <a16:creationId xmlns:a16="http://schemas.microsoft.com/office/drawing/2014/main" id="{BC973E6C-6BC5-4FF1-8ECA-861597312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3" name="Freeform: Shape 372">
              <a:extLst>
                <a:ext uri="{FF2B5EF4-FFF2-40B4-BE49-F238E27FC236}">
                  <a16:creationId xmlns:a16="http://schemas.microsoft.com/office/drawing/2014/main" id="{D64FCB3C-7129-40FC-B584-150E5E62F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74" name="Freeform: Shape 373">
              <a:extLst>
                <a:ext uri="{FF2B5EF4-FFF2-40B4-BE49-F238E27FC236}">
                  <a16:creationId xmlns:a16="http://schemas.microsoft.com/office/drawing/2014/main" id="{E211C60F-B3FE-47DD-BD11-D331736344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5" name="Freeform: Shape 374">
              <a:extLst>
                <a:ext uri="{FF2B5EF4-FFF2-40B4-BE49-F238E27FC236}">
                  <a16:creationId xmlns:a16="http://schemas.microsoft.com/office/drawing/2014/main" id="{0D3EA065-68A6-4DD0-99BA-645480D4A4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76" name="Freeform: Shape 375">
              <a:extLst>
                <a:ext uri="{FF2B5EF4-FFF2-40B4-BE49-F238E27FC236}">
                  <a16:creationId xmlns:a16="http://schemas.microsoft.com/office/drawing/2014/main" id="{2B6AC294-B9BA-4C59-B08A-53548D610A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77" name="Freeform: Shape 376">
              <a:extLst>
                <a:ext uri="{FF2B5EF4-FFF2-40B4-BE49-F238E27FC236}">
                  <a16:creationId xmlns:a16="http://schemas.microsoft.com/office/drawing/2014/main" id="{95F31034-2EF3-4F10-85B8-454316F2B9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8" name="Freeform: Shape 377">
              <a:extLst>
                <a:ext uri="{FF2B5EF4-FFF2-40B4-BE49-F238E27FC236}">
                  <a16:creationId xmlns:a16="http://schemas.microsoft.com/office/drawing/2014/main" id="{AA87A0E7-AF0B-4A66-AFF6-689E7D388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79" name="Freeform: Shape 378">
              <a:extLst>
                <a:ext uri="{FF2B5EF4-FFF2-40B4-BE49-F238E27FC236}">
                  <a16:creationId xmlns:a16="http://schemas.microsoft.com/office/drawing/2014/main" id="{0D8E5EAF-B0C7-4E80-92EF-0209B4FE75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80" name="Freeform: Shape 379">
              <a:extLst>
                <a:ext uri="{FF2B5EF4-FFF2-40B4-BE49-F238E27FC236}">
                  <a16:creationId xmlns:a16="http://schemas.microsoft.com/office/drawing/2014/main" id="{FAA01C3F-AD71-4F07-8664-8213099482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81" name="Freeform: Shape 380">
              <a:extLst>
                <a:ext uri="{FF2B5EF4-FFF2-40B4-BE49-F238E27FC236}">
                  <a16:creationId xmlns:a16="http://schemas.microsoft.com/office/drawing/2014/main" id="{A30EC962-F7C8-4F17-A8EB-8EC64ADEFB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82" name="Freeform: Shape 381">
              <a:extLst>
                <a:ext uri="{FF2B5EF4-FFF2-40B4-BE49-F238E27FC236}">
                  <a16:creationId xmlns:a16="http://schemas.microsoft.com/office/drawing/2014/main" id="{FA0DA527-FFEF-4AB6-B38F-FDF228D5B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3" name="Freeform: Shape 382">
              <a:extLst>
                <a:ext uri="{FF2B5EF4-FFF2-40B4-BE49-F238E27FC236}">
                  <a16:creationId xmlns:a16="http://schemas.microsoft.com/office/drawing/2014/main" id="{FAB5776C-CF29-46E0-9A73-03A318AE69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4" name="Freeform: Shape 383">
              <a:extLst>
                <a:ext uri="{FF2B5EF4-FFF2-40B4-BE49-F238E27FC236}">
                  <a16:creationId xmlns:a16="http://schemas.microsoft.com/office/drawing/2014/main" id="{45572D84-640D-47CC-A862-6DCF1A73E6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5" name="Freeform: Shape 384">
              <a:extLst>
                <a:ext uri="{FF2B5EF4-FFF2-40B4-BE49-F238E27FC236}">
                  <a16:creationId xmlns:a16="http://schemas.microsoft.com/office/drawing/2014/main" id="{0F9CD199-6195-4F64-9E22-94AD9D760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86" name="Freeform: Shape 385">
              <a:extLst>
                <a:ext uri="{FF2B5EF4-FFF2-40B4-BE49-F238E27FC236}">
                  <a16:creationId xmlns:a16="http://schemas.microsoft.com/office/drawing/2014/main" id="{35BC72FF-17EE-425A-B62A-2E024A6D7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7" name="Freeform: Shape 386">
              <a:extLst>
                <a:ext uri="{FF2B5EF4-FFF2-40B4-BE49-F238E27FC236}">
                  <a16:creationId xmlns:a16="http://schemas.microsoft.com/office/drawing/2014/main" id="{26F3AB89-E7FF-4C05-9243-32DF9B4DF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88" name="Freeform: Shape 387">
              <a:extLst>
                <a:ext uri="{FF2B5EF4-FFF2-40B4-BE49-F238E27FC236}">
                  <a16:creationId xmlns:a16="http://schemas.microsoft.com/office/drawing/2014/main" id="{DABD659D-3754-4F63-9C8D-54AB1549E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9" name="Freeform: Shape 388">
              <a:extLst>
                <a:ext uri="{FF2B5EF4-FFF2-40B4-BE49-F238E27FC236}">
                  <a16:creationId xmlns:a16="http://schemas.microsoft.com/office/drawing/2014/main" id="{C9DF2EF3-55C8-4745-9F55-24B60215D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390" name="Freeform: Shape 389">
              <a:extLst>
                <a:ext uri="{FF2B5EF4-FFF2-40B4-BE49-F238E27FC236}">
                  <a16:creationId xmlns:a16="http://schemas.microsoft.com/office/drawing/2014/main" id="{13C67022-CC78-4114-891A-C34637A613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1" name="Freeform: Shape 390">
              <a:extLst>
                <a:ext uri="{FF2B5EF4-FFF2-40B4-BE49-F238E27FC236}">
                  <a16:creationId xmlns:a16="http://schemas.microsoft.com/office/drawing/2014/main" id="{A0F93252-C331-4CBB-B4F8-6B12B3903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2" name="Freeform: Shape 391">
              <a:extLst>
                <a:ext uri="{FF2B5EF4-FFF2-40B4-BE49-F238E27FC236}">
                  <a16:creationId xmlns:a16="http://schemas.microsoft.com/office/drawing/2014/main" id="{7F4537F3-EDF5-4626-AFBE-4488E0140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3" name="Freeform: Shape 392">
              <a:extLst>
                <a:ext uri="{FF2B5EF4-FFF2-40B4-BE49-F238E27FC236}">
                  <a16:creationId xmlns:a16="http://schemas.microsoft.com/office/drawing/2014/main" id="{3848604B-6F7A-4A76-96F8-6B7BE1FE8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4" name="Freeform: Shape 393">
              <a:extLst>
                <a:ext uri="{FF2B5EF4-FFF2-40B4-BE49-F238E27FC236}">
                  <a16:creationId xmlns:a16="http://schemas.microsoft.com/office/drawing/2014/main" id="{73D47B0C-A018-4B2C-898B-2391FC845D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95" name="Freeform: Shape 394">
              <a:extLst>
                <a:ext uri="{FF2B5EF4-FFF2-40B4-BE49-F238E27FC236}">
                  <a16:creationId xmlns:a16="http://schemas.microsoft.com/office/drawing/2014/main" id="{03DD4A89-CBC7-4BEE-AF16-D76807C080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96" name="Freeform: Shape 395">
              <a:extLst>
                <a:ext uri="{FF2B5EF4-FFF2-40B4-BE49-F238E27FC236}">
                  <a16:creationId xmlns:a16="http://schemas.microsoft.com/office/drawing/2014/main" id="{E63C3831-F632-40D9-84E9-FEDA73C6B5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97" name="Freeform: Shape 396">
              <a:extLst>
                <a:ext uri="{FF2B5EF4-FFF2-40B4-BE49-F238E27FC236}">
                  <a16:creationId xmlns:a16="http://schemas.microsoft.com/office/drawing/2014/main" id="{5D39FEFA-CF2D-47D2-A180-417199AE87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98" name="Freeform: Shape 397">
              <a:extLst>
                <a:ext uri="{FF2B5EF4-FFF2-40B4-BE49-F238E27FC236}">
                  <a16:creationId xmlns:a16="http://schemas.microsoft.com/office/drawing/2014/main" id="{987F2FB4-CAFE-4018-A06E-5BAB572FF7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9" name="Freeform: Shape 398">
              <a:extLst>
                <a:ext uri="{FF2B5EF4-FFF2-40B4-BE49-F238E27FC236}">
                  <a16:creationId xmlns:a16="http://schemas.microsoft.com/office/drawing/2014/main" id="{9C990CED-1FA9-4850-8469-146002770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0" name="Freeform: Shape 399">
              <a:extLst>
                <a:ext uri="{FF2B5EF4-FFF2-40B4-BE49-F238E27FC236}">
                  <a16:creationId xmlns:a16="http://schemas.microsoft.com/office/drawing/2014/main" id="{95BF6636-258D-497B-ABBF-1813F114B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1" name="Freeform: Shape 400">
              <a:extLst>
                <a:ext uri="{FF2B5EF4-FFF2-40B4-BE49-F238E27FC236}">
                  <a16:creationId xmlns:a16="http://schemas.microsoft.com/office/drawing/2014/main" id="{27D9B40C-72EA-4EFC-B711-9F7828061E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02" name="Freeform: Shape 401">
              <a:extLst>
                <a:ext uri="{FF2B5EF4-FFF2-40B4-BE49-F238E27FC236}">
                  <a16:creationId xmlns:a16="http://schemas.microsoft.com/office/drawing/2014/main" id="{454702A9-BABD-4005-8B4D-991D3CFBE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3" name="Freeform: Shape 402">
              <a:extLst>
                <a:ext uri="{FF2B5EF4-FFF2-40B4-BE49-F238E27FC236}">
                  <a16:creationId xmlns:a16="http://schemas.microsoft.com/office/drawing/2014/main" id="{1E860B77-3AB6-46A1-9CE3-37D976AF4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04" name="Freeform: Shape 403">
              <a:extLst>
                <a:ext uri="{FF2B5EF4-FFF2-40B4-BE49-F238E27FC236}">
                  <a16:creationId xmlns:a16="http://schemas.microsoft.com/office/drawing/2014/main" id="{292ABAA7-B221-4C32-8F87-ABBAE21ADA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5" name="Freeform: Shape 404">
              <a:extLst>
                <a:ext uri="{FF2B5EF4-FFF2-40B4-BE49-F238E27FC236}">
                  <a16:creationId xmlns:a16="http://schemas.microsoft.com/office/drawing/2014/main" id="{81D416EA-36C9-4DC6-A012-0C0F3FDF73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6" name="Freeform: Shape 405">
              <a:extLst>
                <a:ext uri="{FF2B5EF4-FFF2-40B4-BE49-F238E27FC236}">
                  <a16:creationId xmlns:a16="http://schemas.microsoft.com/office/drawing/2014/main" id="{A7F4DF81-59CD-4438-AA36-8F1BCCF97A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7" name="Freeform: Shape 406">
              <a:extLst>
                <a:ext uri="{FF2B5EF4-FFF2-40B4-BE49-F238E27FC236}">
                  <a16:creationId xmlns:a16="http://schemas.microsoft.com/office/drawing/2014/main" id="{77C64A27-32D1-40C4-B94F-1093B6DE6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8" name="Freeform: Shape 407">
              <a:extLst>
                <a:ext uri="{FF2B5EF4-FFF2-40B4-BE49-F238E27FC236}">
                  <a16:creationId xmlns:a16="http://schemas.microsoft.com/office/drawing/2014/main" id="{4797AB82-41AF-4856-AFC1-222C6DBC7B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9" name="Freeform: Shape 408">
              <a:extLst>
                <a:ext uri="{FF2B5EF4-FFF2-40B4-BE49-F238E27FC236}">
                  <a16:creationId xmlns:a16="http://schemas.microsoft.com/office/drawing/2014/main" id="{80C1D340-365C-4212-A0FE-D7D06095B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0" name="Freeform: Shape 409">
              <a:extLst>
                <a:ext uri="{FF2B5EF4-FFF2-40B4-BE49-F238E27FC236}">
                  <a16:creationId xmlns:a16="http://schemas.microsoft.com/office/drawing/2014/main" id="{3493915A-115F-4720-86A4-853B732307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1" name="Freeform: Shape 410">
              <a:extLst>
                <a:ext uri="{FF2B5EF4-FFF2-40B4-BE49-F238E27FC236}">
                  <a16:creationId xmlns:a16="http://schemas.microsoft.com/office/drawing/2014/main" id="{2B7C4C77-1BED-4D31-8452-96E6F6B2A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2" name="Freeform: Shape 411">
              <a:extLst>
                <a:ext uri="{FF2B5EF4-FFF2-40B4-BE49-F238E27FC236}">
                  <a16:creationId xmlns:a16="http://schemas.microsoft.com/office/drawing/2014/main" id="{98B04703-29C2-4A3B-AF19-7434D788E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3" name="Freeform: Shape 412">
              <a:extLst>
                <a:ext uri="{FF2B5EF4-FFF2-40B4-BE49-F238E27FC236}">
                  <a16:creationId xmlns:a16="http://schemas.microsoft.com/office/drawing/2014/main" id="{6557C845-906D-43D8-92DE-72EF460687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4" name="Freeform: Shape 413">
              <a:extLst>
                <a:ext uri="{FF2B5EF4-FFF2-40B4-BE49-F238E27FC236}">
                  <a16:creationId xmlns:a16="http://schemas.microsoft.com/office/drawing/2014/main" id="{55858061-043C-4334-BFCE-D9F77366A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5" name="Freeform: Shape 414">
              <a:extLst>
                <a:ext uri="{FF2B5EF4-FFF2-40B4-BE49-F238E27FC236}">
                  <a16:creationId xmlns:a16="http://schemas.microsoft.com/office/drawing/2014/main" id="{5B825429-701A-43D0-83FA-2AF61D842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6" name="Freeform: Shape 415">
              <a:extLst>
                <a:ext uri="{FF2B5EF4-FFF2-40B4-BE49-F238E27FC236}">
                  <a16:creationId xmlns:a16="http://schemas.microsoft.com/office/drawing/2014/main" id="{A633109C-AACA-40CF-B41E-488FD48841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7" name="Freeform: Shape 416">
              <a:extLst>
                <a:ext uri="{FF2B5EF4-FFF2-40B4-BE49-F238E27FC236}">
                  <a16:creationId xmlns:a16="http://schemas.microsoft.com/office/drawing/2014/main" id="{F7558F3F-5D90-45F4-AA12-07ED3A5192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18" name="Freeform: Shape 417">
              <a:extLst>
                <a:ext uri="{FF2B5EF4-FFF2-40B4-BE49-F238E27FC236}">
                  <a16:creationId xmlns:a16="http://schemas.microsoft.com/office/drawing/2014/main" id="{451DD258-CE67-424A-BF5B-AFFA82B56B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19" name="Freeform: Shape 418">
              <a:extLst>
                <a:ext uri="{FF2B5EF4-FFF2-40B4-BE49-F238E27FC236}">
                  <a16:creationId xmlns:a16="http://schemas.microsoft.com/office/drawing/2014/main" id="{4400BE62-7130-4D75-B3AB-AA78B0224C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0" name="Freeform: Shape 419">
              <a:extLst>
                <a:ext uri="{FF2B5EF4-FFF2-40B4-BE49-F238E27FC236}">
                  <a16:creationId xmlns:a16="http://schemas.microsoft.com/office/drawing/2014/main" id="{22DE0A40-C470-4BF2-86BE-950D01B0C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1" name="Freeform: Shape 420">
              <a:extLst>
                <a:ext uri="{FF2B5EF4-FFF2-40B4-BE49-F238E27FC236}">
                  <a16:creationId xmlns:a16="http://schemas.microsoft.com/office/drawing/2014/main" id="{FD0A8776-E748-4D71-999B-FF5213CB4F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2" name="Freeform: Shape 421">
              <a:extLst>
                <a:ext uri="{FF2B5EF4-FFF2-40B4-BE49-F238E27FC236}">
                  <a16:creationId xmlns:a16="http://schemas.microsoft.com/office/drawing/2014/main" id="{9868C751-1379-453B-AC78-C61BCDFD7C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3" name="Freeform: Shape 422">
              <a:extLst>
                <a:ext uri="{FF2B5EF4-FFF2-40B4-BE49-F238E27FC236}">
                  <a16:creationId xmlns:a16="http://schemas.microsoft.com/office/drawing/2014/main" id="{AB5E0827-B184-45E4-BE8A-A6E9B4456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4" name="Freeform: Shape 423">
              <a:extLst>
                <a:ext uri="{FF2B5EF4-FFF2-40B4-BE49-F238E27FC236}">
                  <a16:creationId xmlns:a16="http://schemas.microsoft.com/office/drawing/2014/main" id="{528E9365-B34E-471B-B5F5-7D7AA0226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25" name="Freeform: Shape 424">
              <a:extLst>
                <a:ext uri="{FF2B5EF4-FFF2-40B4-BE49-F238E27FC236}">
                  <a16:creationId xmlns:a16="http://schemas.microsoft.com/office/drawing/2014/main" id="{E32C453C-483A-468F-8AE5-9653EE06C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26" name="Freeform: Shape 425">
              <a:extLst>
                <a:ext uri="{FF2B5EF4-FFF2-40B4-BE49-F238E27FC236}">
                  <a16:creationId xmlns:a16="http://schemas.microsoft.com/office/drawing/2014/main" id="{8206E38D-8DBE-4126-8CAC-F737F5835F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7" name="Freeform: Shape 426">
              <a:extLst>
                <a:ext uri="{FF2B5EF4-FFF2-40B4-BE49-F238E27FC236}">
                  <a16:creationId xmlns:a16="http://schemas.microsoft.com/office/drawing/2014/main" id="{ED5D9B69-81D5-4D7D-875B-4E07EC457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8" name="Freeform: Shape 427">
              <a:extLst>
                <a:ext uri="{FF2B5EF4-FFF2-40B4-BE49-F238E27FC236}">
                  <a16:creationId xmlns:a16="http://schemas.microsoft.com/office/drawing/2014/main" id="{E5212BDC-A49B-4150-8C9A-BFD08D9E17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29" name="Freeform: Shape 428">
              <a:extLst>
                <a:ext uri="{FF2B5EF4-FFF2-40B4-BE49-F238E27FC236}">
                  <a16:creationId xmlns:a16="http://schemas.microsoft.com/office/drawing/2014/main" id="{D8A2BE4D-B38F-4C4C-A82F-FABB3DE999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30" name="Freeform: Shape 429">
              <a:extLst>
                <a:ext uri="{FF2B5EF4-FFF2-40B4-BE49-F238E27FC236}">
                  <a16:creationId xmlns:a16="http://schemas.microsoft.com/office/drawing/2014/main" id="{94EFD994-9359-4615-BFA9-DFCC942FE6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31" name="Freeform: Shape 430">
              <a:extLst>
                <a:ext uri="{FF2B5EF4-FFF2-40B4-BE49-F238E27FC236}">
                  <a16:creationId xmlns:a16="http://schemas.microsoft.com/office/drawing/2014/main" id="{4205EAC6-6E11-4106-A079-7E9F2F62CA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2" name="Freeform: Shape 431">
              <a:extLst>
                <a:ext uri="{FF2B5EF4-FFF2-40B4-BE49-F238E27FC236}">
                  <a16:creationId xmlns:a16="http://schemas.microsoft.com/office/drawing/2014/main" id="{EDDCF5F4-CA05-4922-AF4B-F9629D6F3D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3" name="Freeform: Shape 432">
              <a:extLst>
                <a:ext uri="{FF2B5EF4-FFF2-40B4-BE49-F238E27FC236}">
                  <a16:creationId xmlns:a16="http://schemas.microsoft.com/office/drawing/2014/main" id="{09113CF3-AB25-42A2-8DE0-735C1F40C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434" name="Freeform: Shape 433">
              <a:extLst>
                <a:ext uri="{FF2B5EF4-FFF2-40B4-BE49-F238E27FC236}">
                  <a16:creationId xmlns:a16="http://schemas.microsoft.com/office/drawing/2014/main" id="{FB5092A3-B3FA-4AC8-82C3-FA386B8480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435" name="Freeform: Shape 434">
              <a:extLst>
                <a:ext uri="{FF2B5EF4-FFF2-40B4-BE49-F238E27FC236}">
                  <a16:creationId xmlns:a16="http://schemas.microsoft.com/office/drawing/2014/main" id="{08F8F5D2-8958-4ED5-94E8-B4AB9F4420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436" name="Freeform: Shape 435">
              <a:extLst>
                <a:ext uri="{FF2B5EF4-FFF2-40B4-BE49-F238E27FC236}">
                  <a16:creationId xmlns:a16="http://schemas.microsoft.com/office/drawing/2014/main" id="{87D2E7CC-7DFE-42C8-9E78-44777D7B9C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37" name="Freeform: Shape 436">
              <a:extLst>
                <a:ext uri="{FF2B5EF4-FFF2-40B4-BE49-F238E27FC236}">
                  <a16:creationId xmlns:a16="http://schemas.microsoft.com/office/drawing/2014/main" id="{6E57A90F-A41A-4C97-8EA3-ADD911EDD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8" name="Freeform: Shape 437">
              <a:extLst>
                <a:ext uri="{FF2B5EF4-FFF2-40B4-BE49-F238E27FC236}">
                  <a16:creationId xmlns:a16="http://schemas.microsoft.com/office/drawing/2014/main" id="{B9C217A0-4087-4422-8635-C74D0B13AF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39" name="Freeform: Shape 438">
              <a:extLst>
                <a:ext uri="{FF2B5EF4-FFF2-40B4-BE49-F238E27FC236}">
                  <a16:creationId xmlns:a16="http://schemas.microsoft.com/office/drawing/2014/main" id="{9C0E89CF-75CB-4D42-9E44-ADF284D84F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0" name="Freeform: Shape 439">
              <a:extLst>
                <a:ext uri="{FF2B5EF4-FFF2-40B4-BE49-F238E27FC236}">
                  <a16:creationId xmlns:a16="http://schemas.microsoft.com/office/drawing/2014/main" id="{5564F9F3-0D82-4874-9440-38F3AF9175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1" name="Freeform: Shape 440">
              <a:extLst>
                <a:ext uri="{FF2B5EF4-FFF2-40B4-BE49-F238E27FC236}">
                  <a16:creationId xmlns:a16="http://schemas.microsoft.com/office/drawing/2014/main" id="{8E318789-20ED-497A-AFEB-3280B07AB5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2" name="Freeform: Shape 441">
              <a:extLst>
                <a:ext uri="{FF2B5EF4-FFF2-40B4-BE49-F238E27FC236}">
                  <a16:creationId xmlns:a16="http://schemas.microsoft.com/office/drawing/2014/main" id="{F2256C04-2807-49A4-93C3-95542421D5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443" name="Freeform: Shape 442">
              <a:extLst>
                <a:ext uri="{FF2B5EF4-FFF2-40B4-BE49-F238E27FC236}">
                  <a16:creationId xmlns:a16="http://schemas.microsoft.com/office/drawing/2014/main" id="{14FBD6ED-2E68-4F38-BF88-DC75DAECAF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4" name="Freeform: Shape 443">
              <a:extLst>
                <a:ext uri="{FF2B5EF4-FFF2-40B4-BE49-F238E27FC236}">
                  <a16:creationId xmlns:a16="http://schemas.microsoft.com/office/drawing/2014/main" id="{AF7BF2B0-9477-4227-9CDB-98E8AF7C1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5" name="Freeform: Shape 444">
              <a:extLst>
                <a:ext uri="{FF2B5EF4-FFF2-40B4-BE49-F238E27FC236}">
                  <a16:creationId xmlns:a16="http://schemas.microsoft.com/office/drawing/2014/main" id="{7B6B9DAA-B992-45AD-A992-9CDFB41B94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46" name="Freeform: Shape 445">
              <a:extLst>
                <a:ext uri="{FF2B5EF4-FFF2-40B4-BE49-F238E27FC236}">
                  <a16:creationId xmlns:a16="http://schemas.microsoft.com/office/drawing/2014/main" id="{8DE418D1-D67F-4FD8-BA49-CC986A7127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7" name="Freeform: Shape 446">
              <a:extLst>
                <a:ext uri="{FF2B5EF4-FFF2-40B4-BE49-F238E27FC236}">
                  <a16:creationId xmlns:a16="http://schemas.microsoft.com/office/drawing/2014/main" id="{39AB1E1F-243A-489C-8753-69078993E9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48" name="Freeform: Shape 447">
              <a:extLst>
                <a:ext uri="{FF2B5EF4-FFF2-40B4-BE49-F238E27FC236}">
                  <a16:creationId xmlns:a16="http://schemas.microsoft.com/office/drawing/2014/main" id="{F5E4BFF9-A8A8-4B08-AC59-228B81E02A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49" name="Freeform: Shape 448">
              <a:extLst>
                <a:ext uri="{FF2B5EF4-FFF2-40B4-BE49-F238E27FC236}">
                  <a16:creationId xmlns:a16="http://schemas.microsoft.com/office/drawing/2014/main" id="{D3D80DFA-96DF-4CD6-B136-557368FF36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0" name="Freeform: Shape 449">
              <a:extLst>
                <a:ext uri="{FF2B5EF4-FFF2-40B4-BE49-F238E27FC236}">
                  <a16:creationId xmlns:a16="http://schemas.microsoft.com/office/drawing/2014/main" id="{1ED3E86E-8BEE-463D-A646-180ABD21F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1" name="Freeform: Shape 450">
              <a:extLst>
                <a:ext uri="{FF2B5EF4-FFF2-40B4-BE49-F238E27FC236}">
                  <a16:creationId xmlns:a16="http://schemas.microsoft.com/office/drawing/2014/main" id="{ADD483A5-049C-4EBA-B2D1-910117903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2" name="Freeform: Shape 451">
              <a:extLst>
                <a:ext uri="{FF2B5EF4-FFF2-40B4-BE49-F238E27FC236}">
                  <a16:creationId xmlns:a16="http://schemas.microsoft.com/office/drawing/2014/main" id="{1116FEF0-D89A-43D8-B160-04E86A39F6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3" name="Freeform: Shape 452">
              <a:extLst>
                <a:ext uri="{FF2B5EF4-FFF2-40B4-BE49-F238E27FC236}">
                  <a16:creationId xmlns:a16="http://schemas.microsoft.com/office/drawing/2014/main" id="{517D6EEA-1BB1-4EC1-87B7-2CAFBE348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54" name="Freeform: Shape 453">
              <a:extLst>
                <a:ext uri="{FF2B5EF4-FFF2-40B4-BE49-F238E27FC236}">
                  <a16:creationId xmlns:a16="http://schemas.microsoft.com/office/drawing/2014/main" id="{2EBD1224-D8F1-4976-BE1F-B4ABB071A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5" name="Freeform: Shape 454">
              <a:extLst>
                <a:ext uri="{FF2B5EF4-FFF2-40B4-BE49-F238E27FC236}">
                  <a16:creationId xmlns:a16="http://schemas.microsoft.com/office/drawing/2014/main" id="{DEBB9B87-CACC-4819-BEFA-C8A0C1AF2A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6" name="Freeform: Shape 455">
              <a:extLst>
                <a:ext uri="{FF2B5EF4-FFF2-40B4-BE49-F238E27FC236}">
                  <a16:creationId xmlns:a16="http://schemas.microsoft.com/office/drawing/2014/main" id="{5259DF1F-DEAD-492D-AFEE-BA7BB1A7E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7" name="Freeform: Shape 456">
              <a:extLst>
                <a:ext uri="{FF2B5EF4-FFF2-40B4-BE49-F238E27FC236}">
                  <a16:creationId xmlns:a16="http://schemas.microsoft.com/office/drawing/2014/main" id="{D3573A36-F1A6-4532-829C-AE49B7CE27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458" name="Freeform: Shape 457">
              <a:extLst>
                <a:ext uri="{FF2B5EF4-FFF2-40B4-BE49-F238E27FC236}">
                  <a16:creationId xmlns:a16="http://schemas.microsoft.com/office/drawing/2014/main" id="{F1A8D26A-350C-45FE-AA87-4AC5C0568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59" name="Freeform: Shape 458">
              <a:extLst>
                <a:ext uri="{FF2B5EF4-FFF2-40B4-BE49-F238E27FC236}">
                  <a16:creationId xmlns:a16="http://schemas.microsoft.com/office/drawing/2014/main" id="{5044A982-3E0F-4D17-9104-27E2D2D2F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460" name="Freeform: Shape 459">
              <a:extLst>
                <a:ext uri="{FF2B5EF4-FFF2-40B4-BE49-F238E27FC236}">
                  <a16:creationId xmlns:a16="http://schemas.microsoft.com/office/drawing/2014/main" id="{68EB580A-7544-41A1-AE10-5C52B00FBD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61" name="Freeform: Shape 460">
              <a:extLst>
                <a:ext uri="{FF2B5EF4-FFF2-40B4-BE49-F238E27FC236}">
                  <a16:creationId xmlns:a16="http://schemas.microsoft.com/office/drawing/2014/main" id="{65DBF4F2-4158-4DA7-AF14-7F9DDF07BF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2" name="Freeform: Shape 461">
              <a:extLst>
                <a:ext uri="{FF2B5EF4-FFF2-40B4-BE49-F238E27FC236}">
                  <a16:creationId xmlns:a16="http://schemas.microsoft.com/office/drawing/2014/main" id="{F43513B1-0D48-4482-AA4E-2046DE5854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3" name="Freeform: Shape 462">
              <a:extLst>
                <a:ext uri="{FF2B5EF4-FFF2-40B4-BE49-F238E27FC236}">
                  <a16:creationId xmlns:a16="http://schemas.microsoft.com/office/drawing/2014/main" id="{AC04BF60-8F64-4663-A8B4-D8BC1943B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464" name="Freeform: Shape 463">
              <a:extLst>
                <a:ext uri="{FF2B5EF4-FFF2-40B4-BE49-F238E27FC236}">
                  <a16:creationId xmlns:a16="http://schemas.microsoft.com/office/drawing/2014/main" id="{1B9A4999-4058-4260-B3D7-A8B6C1361B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5" name="Freeform: Shape 464">
              <a:extLst>
                <a:ext uri="{FF2B5EF4-FFF2-40B4-BE49-F238E27FC236}">
                  <a16:creationId xmlns:a16="http://schemas.microsoft.com/office/drawing/2014/main" id="{99FCBE72-DC7B-42FD-B59A-E1714802EA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466" name="Freeform: Shape 465">
              <a:extLst>
                <a:ext uri="{FF2B5EF4-FFF2-40B4-BE49-F238E27FC236}">
                  <a16:creationId xmlns:a16="http://schemas.microsoft.com/office/drawing/2014/main" id="{2FC3A23A-4EDB-4DD4-B293-746E0255AD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262" name="Google Shape;262;p45"/>
          <p:cNvSpPr txBox="1">
            <a:spLocks noGrp="1"/>
          </p:cNvSpPr>
          <p:nvPr>
            <p:ph idx="1"/>
          </p:nvPr>
        </p:nvSpPr>
        <p:spPr>
          <a:xfrm>
            <a:off x="6477270" y="1958550"/>
            <a:ext cx="5714730" cy="3810301"/>
          </a:xfrm>
          <a:prstGeom prst="rect">
            <a:avLst/>
          </a:prstGeom>
        </p:spPr>
        <p:txBody>
          <a:bodyPr spcFirstLastPara="1" vert="horz" lIns="121900" tIns="121900" rIns="121900" bIns="121900" rtlCol="0" anchor="t" anchorCtr="0">
            <a:normAutofit/>
          </a:bodyPr>
          <a:lstStyle/>
          <a:p>
            <a:pPr marL="609585" indent="-474121">
              <a:spcBef>
                <a:spcPts val="0"/>
              </a:spcBef>
              <a:spcAft>
                <a:spcPts val="600"/>
              </a:spcAft>
              <a:buSzPts val="2000"/>
              <a:buChar char="●"/>
            </a:pPr>
            <a:r>
              <a:rPr lang="ja-JP" altLang="en-US" sz="1600">
                <a:solidFill>
                  <a:schemeClr val="bg1"/>
                </a:solidFill>
              </a:rPr>
              <a:t>メンバー数</a:t>
            </a:r>
          </a:p>
          <a:p>
            <a:pPr marL="1371554" lvl="1" indent="-440256">
              <a:spcBef>
                <a:spcPts val="0"/>
              </a:spcBef>
              <a:spcAft>
                <a:spcPts val="600"/>
              </a:spcAft>
              <a:buSzPts val="1600"/>
              <a:buChar char="■"/>
            </a:pPr>
            <a:r>
              <a:rPr lang="en-US" altLang="ja-JP" sz="1600" dirty="0">
                <a:solidFill>
                  <a:schemeClr val="bg1"/>
                </a:solidFill>
              </a:rPr>
              <a:t>550</a:t>
            </a:r>
            <a:r>
              <a:rPr lang="ja-JP" altLang="en-US" sz="1600">
                <a:solidFill>
                  <a:schemeClr val="bg1"/>
                </a:solidFill>
              </a:rPr>
              <a:t>名</a:t>
            </a:r>
            <a:r>
              <a:rPr lang="en-US" altLang="ja-JP" sz="1600" dirty="0">
                <a:solidFill>
                  <a:schemeClr val="bg1"/>
                </a:solidFill>
              </a:rPr>
              <a:t>Over</a:t>
            </a:r>
            <a:r>
              <a:rPr lang="ja-JP" altLang="en-US" sz="1600">
                <a:solidFill>
                  <a:schemeClr val="bg1"/>
                </a:solidFill>
              </a:rPr>
              <a:t>（</a:t>
            </a:r>
            <a:r>
              <a:rPr lang="en-US" altLang="ja-JP" sz="1600" dirty="0">
                <a:solidFill>
                  <a:schemeClr val="bg1"/>
                </a:solidFill>
              </a:rPr>
              <a:t>20-30</a:t>
            </a:r>
            <a:r>
              <a:rPr lang="ja-JP" altLang="en-US" sz="1600">
                <a:solidFill>
                  <a:schemeClr val="bg1"/>
                </a:solidFill>
              </a:rPr>
              <a:t>名ほど常にアクティブ）</a:t>
            </a:r>
          </a:p>
          <a:p>
            <a:pPr marL="609585" indent="-474121">
              <a:spcBef>
                <a:spcPts val="0"/>
              </a:spcBef>
              <a:spcAft>
                <a:spcPts val="600"/>
              </a:spcAft>
              <a:buSzPts val="2000"/>
              <a:buChar char="●"/>
            </a:pPr>
            <a:r>
              <a:rPr lang="ja-JP" altLang="en-US" sz="1600">
                <a:solidFill>
                  <a:schemeClr val="bg1"/>
                </a:solidFill>
              </a:rPr>
              <a:t>ホームページ</a:t>
            </a:r>
          </a:p>
          <a:p>
            <a:pPr marL="1371554" lvl="1" indent="-440256">
              <a:spcBef>
                <a:spcPts val="0"/>
              </a:spcBef>
              <a:spcAft>
                <a:spcPts val="600"/>
              </a:spcAft>
              <a:buSzPts val="1600"/>
              <a:buChar char="■"/>
            </a:pPr>
            <a:r>
              <a:rPr lang="en-US" altLang="ja-JP" sz="1600" u="sng" dirty="0">
                <a:solidFill>
                  <a:schemeClr val="bg1"/>
                </a:solidFill>
                <a:hlinkClick r:id="rId5"/>
              </a:rPr>
              <a:t>https://ishi-kai.org/</a:t>
            </a:r>
            <a:endParaRPr lang="ja-JP" altLang="en-US" sz="1600">
              <a:solidFill>
                <a:schemeClr val="bg1"/>
              </a:solidFill>
            </a:endParaRPr>
          </a:p>
          <a:p>
            <a:pPr marL="1066785" lvl="1" indent="-474121">
              <a:spcBef>
                <a:spcPts val="0"/>
              </a:spcBef>
              <a:spcAft>
                <a:spcPts val="600"/>
              </a:spcAft>
              <a:buSzPts val="2000"/>
              <a:buChar char="●"/>
            </a:pPr>
            <a:r>
              <a:rPr lang="en-US" altLang="ja-JP" sz="1600" dirty="0">
                <a:solidFill>
                  <a:schemeClr val="bg1"/>
                </a:solidFill>
              </a:rPr>
              <a:t>Discord</a:t>
            </a:r>
            <a:r>
              <a:rPr lang="ja-JP" altLang="en-US" sz="1600">
                <a:solidFill>
                  <a:schemeClr val="bg1"/>
                </a:solidFill>
              </a:rPr>
              <a:t>上で活動中</a:t>
            </a:r>
          </a:p>
          <a:p>
            <a:pPr marL="1676370" lvl="2" indent="-457189">
              <a:spcBef>
                <a:spcPts val="0"/>
              </a:spcBef>
              <a:spcAft>
                <a:spcPts val="600"/>
              </a:spcAft>
              <a:buSzPts val="1800"/>
              <a:buChar char="○"/>
            </a:pPr>
            <a:r>
              <a:rPr lang="en-US" altLang="ja-JP" sz="1600" u="sng" dirty="0">
                <a:solidFill>
                  <a:schemeClr val="bg1"/>
                </a:solidFill>
                <a:hlinkClick r:id="rId6"/>
              </a:rPr>
              <a:t>https://discord.gg/RwAWF5mZSR</a:t>
            </a:r>
            <a:endParaRPr lang="ja-JP" altLang="en-US" sz="1600">
              <a:solidFill>
                <a:schemeClr val="bg1"/>
              </a:solidFill>
            </a:endParaRPr>
          </a:p>
          <a:p>
            <a:pPr marL="609585" indent="-474121">
              <a:spcBef>
                <a:spcPts val="0"/>
              </a:spcBef>
              <a:spcAft>
                <a:spcPts val="600"/>
              </a:spcAft>
              <a:buSzPts val="2000"/>
              <a:buChar char="●"/>
            </a:pPr>
            <a:endParaRPr lang="ja-JP" altLang="en-US" sz="1600">
              <a:solidFill>
                <a:schemeClr val="bg1"/>
              </a:solidFill>
            </a:endParaRPr>
          </a:p>
          <a:p>
            <a:pPr marL="609585" indent="-474121">
              <a:spcBef>
                <a:spcPts val="0"/>
              </a:spcBef>
              <a:spcAft>
                <a:spcPts val="600"/>
              </a:spcAft>
              <a:buSzPts val="2000"/>
              <a:buChar char="●"/>
            </a:pPr>
            <a:r>
              <a:rPr lang="ja-JP" altLang="en-US" sz="1600">
                <a:solidFill>
                  <a:schemeClr val="bg1"/>
                </a:solidFill>
              </a:rPr>
              <a:t>イベント告知（勉強会など）</a:t>
            </a:r>
          </a:p>
          <a:p>
            <a:pPr marL="1371554" lvl="1" indent="-440256">
              <a:spcBef>
                <a:spcPts val="0"/>
              </a:spcBef>
              <a:spcAft>
                <a:spcPts val="600"/>
              </a:spcAft>
              <a:buSzPts val="1600"/>
              <a:buChar char="■"/>
            </a:pPr>
            <a:r>
              <a:rPr lang="en-US" altLang="ja-JP" sz="1600" u="sng" dirty="0">
                <a:solidFill>
                  <a:schemeClr val="bg1"/>
                </a:solidFill>
                <a:hlinkClick r:id="rId7"/>
              </a:rPr>
              <a:t>https://ishikai.connpass.com/</a:t>
            </a:r>
            <a:endParaRPr lang="en-US" altLang="ja-JP" sz="1600" u="sng" dirty="0">
              <a:solidFill>
                <a:schemeClr val="bg1"/>
              </a:solidFill>
            </a:endParaRPr>
          </a:p>
          <a:p>
            <a:pPr marL="1828754" lvl="2" indent="-440256">
              <a:spcBef>
                <a:spcPts val="0"/>
              </a:spcBef>
              <a:spcAft>
                <a:spcPts val="600"/>
              </a:spcAft>
              <a:buSzPts val="1600"/>
              <a:buChar char="■"/>
            </a:pPr>
            <a:r>
              <a:rPr lang="en-US" altLang="ja-JP" sz="1600" u="sng" dirty="0">
                <a:solidFill>
                  <a:schemeClr val="bg1"/>
                </a:solidFill>
              </a:rPr>
              <a:t>20</a:t>
            </a:r>
            <a:r>
              <a:rPr lang="ja-JP" altLang="en-US" sz="1600" u="sng">
                <a:solidFill>
                  <a:schemeClr val="bg1"/>
                </a:solidFill>
              </a:rPr>
              <a:t>～</a:t>
            </a:r>
            <a:r>
              <a:rPr lang="en-US" altLang="ja-JP" sz="1600" u="sng" dirty="0">
                <a:solidFill>
                  <a:schemeClr val="bg1"/>
                </a:solidFill>
              </a:rPr>
              <a:t>50</a:t>
            </a:r>
            <a:r>
              <a:rPr lang="ja-JP" altLang="en-US" sz="1600" u="sng">
                <a:solidFill>
                  <a:schemeClr val="bg1"/>
                </a:solidFill>
              </a:rPr>
              <a:t>名ほどが常時参加</a:t>
            </a:r>
            <a:endParaRPr lang="ja-JP" altLang="en-US" sz="1600">
              <a:solidFill>
                <a:schemeClr val="bg1"/>
              </a:solidFill>
            </a:endParaRPr>
          </a:p>
        </p:txBody>
      </p:sp>
    </p:spTree>
    <p:extLst>
      <p:ext uri="{BB962C8B-B14F-4D97-AF65-F5344CB8AC3E}">
        <p14:creationId xmlns:p14="http://schemas.microsoft.com/office/powerpoint/2010/main" val="15466038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3014</TotalTime>
  <Words>489</Words>
  <Application>Microsoft Office PowerPoint</Application>
  <PresentationFormat>ワイド画面</PresentationFormat>
  <Paragraphs>87</Paragraphs>
  <Slides>21</Slides>
  <Notes>4</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21</vt:i4>
      </vt:variant>
    </vt:vector>
  </HeadingPairs>
  <TitlesOfParts>
    <vt:vector size="25" baseType="lpstr">
      <vt:lpstr>游ゴシック</vt:lpstr>
      <vt:lpstr>游ゴシック Light</vt:lpstr>
      <vt:lpstr>Arial</vt:lpstr>
      <vt:lpstr>Office テーマ</vt:lpstr>
      <vt:lpstr>CPUの気持ちを理解しよう！</vt:lpstr>
      <vt:lpstr>PowerPoint プレゼンテーション</vt:lpstr>
      <vt:lpstr>PowerPoint プレゼンテーション</vt:lpstr>
      <vt:lpstr>ISHI会＝ オープンソース半導体 コミュニティー</vt:lpstr>
      <vt:lpstr>論理合成</vt:lpstr>
      <vt:lpstr>論理合成</vt:lpstr>
      <vt:lpstr>論理回路（ゲート回路）</vt:lpstr>
      <vt:lpstr>PowerPoint プレゼンテーション</vt:lpstr>
      <vt:lpstr>PowerPoint プレゼンテーション</vt:lpstr>
      <vt:lpstr>論理回路（中身）</vt:lpstr>
      <vt:lpstr>論理回路の正体</vt:lpstr>
      <vt:lpstr>スタンダードセル</vt:lpstr>
      <vt:lpstr>スタンダードセルの特徴</vt:lpstr>
      <vt:lpstr>スタンダードセルの特徴</vt:lpstr>
      <vt:lpstr>スタンダードセル</vt:lpstr>
      <vt:lpstr>P&amp;R（配置配線）</vt:lpstr>
      <vt:lpstr>グリッド配線 （電源グリッド）</vt:lpstr>
      <vt:lpstr>完成図</vt:lpstr>
      <vt:lpstr>ハンズオンセミナー</vt:lpstr>
      <vt:lpstr>ハンズオン セミナー</vt:lpstr>
      <vt:lpstr>ISHI会の情報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Noritsuna Imamura</cp:lastModifiedBy>
  <cp:revision>1</cp:revision>
  <dcterms:created xsi:type="dcterms:W3CDTF">2024-05-26T11:20:00Z</dcterms:created>
  <dcterms:modified xsi:type="dcterms:W3CDTF">2025-12-26T10:49:06Z</dcterms:modified>
</cp:coreProperties>
</file>