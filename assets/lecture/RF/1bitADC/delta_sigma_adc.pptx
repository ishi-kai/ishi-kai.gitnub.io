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45"/>
  </p:notesMasterIdLst>
  <p:sldIdLst>
    <p:sldId id="256" r:id="rId2"/>
    <p:sldId id="462" r:id="rId3"/>
    <p:sldId id="453" r:id="rId4"/>
    <p:sldId id="450" r:id="rId5"/>
    <p:sldId id="451" r:id="rId6"/>
    <p:sldId id="500" r:id="rId7"/>
    <p:sldId id="495" r:id="rId8"/>
    <p:sldId id="496" r:id="rId9"/>
    <p:sldId id="498" r:id="rId10"/>
    <p:sldId id="499" r:id="rId11"/>
    <p:sldId id="497" r:id="rId12"/>
    <p:sldId id="501" r:id="rId13"/>
    <p:sldId id="502" r:id="rId14"/>
    <p:sldId id="503" r:id="rId15"/>
    <p:sldId id="504" r:id="rId16"/>
    <p:sldId id="505" r:id="rId17"/>
    <p:sldId id="506" r:id="rId18"/>
    <p:sldId id="492" r:id="rId19"/>
    <p:sldId id="493" r:id="rId20"/>
    <p:sldId id="508" r:id="rId21"/>
    <p:sldId id="494" r:id="rId22"/>
    <p:sldId id="511" r:id="rId23"/>
    <p:sldId id="512" r:id="rId24"/>
    <p:sldId id="510" r:id="rId25"/>
    <p:sldId id="513" r:id="rId26"/>
    <p:sldId id="514" r:id="rId27"/>
    <p:sldId id="515" r:id="rId28"/>
    <p:sldId id="516" r:id="rId29"/>
    <p:sldId id="517" r:id="rId30"/>
    <p:sldId id="518" r:id="rId31"/>
    <p:sldId id="519" r:id="rId32"/>
    <p:sldId id="520" r:id="rId33"/>
    <p:sldId id="521" r:id="rId34"/>
    <p:sldId id="522" r:id="rId35"/>
    <p:sldId id="523" r:id="rId36"/>
    <p:sldId id="524" r:id="rId37"/>
    <p:sldId id="525" r:id="rId38"/>
    <p:sldId id="527" r:id="rId39"/>
    <p:sldId id="526" r:id="rId40"/>
    <p:sldId id="528" r:id="rId41"/>
    <p:sldId id="490" r:id="rId42"/>
    <p:sldId id="491" r:id="rId43"/>
    <p:sldId id="509" r:id="rId44"/>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タイトル" id="{ED5A7B10-787A-459A-B377-BE2D56025843}">
          <p14:sldIdLst>
            <p14:sldId id="256"/>
            <p14:sldId id="462"/>
          </p14:sldIdLst>
        </p14:section>
        <p14:section name="回答" id="{2741A640-64A1-4E89-BD34-00C4D38397EA}">
          <p14:sldIdLst>
            <p14:sldId id="453"/>
            <p14:sldId id="450"/>
            <p14:sldId id="451"/>
            <p14:sldId id="500"/>
            <p14:sldId id="495"/>
            <p14:sldId id="496"/>
            <p14:sldId id="498"/>
            <p14:sldId id="499"/>
            <p14:sldId id="497"/>
            <p14:sldId id="501"/>
          </p14:sldIdLst>
        </p14:section>
        <p14:section name="デジタル信号処理の基礎" id="{F75F1756-F256-439C-A9C8-A1DE7B952CCF}">
          <p14:sldIdLst>
            <p14:sldId id="502"/>
            <p14:sldId id="503"/>
            <p14:sldId id="504"/>
            <p14:sldId id="505"/>
          </p14:sldIdLst>
        </p14:section>
        <p14:section name="ΔΣ変調" id="{DC717D9E-7E3F-420B-B818-B3B19309EC90}">
          <p14:sldIdLst>
            <p14:sldId id="506"/>
            <p14:sldId id="492"/>
            <p14:sldId id="493"/>
            <p14:sldId id="508"/>
            <p14:sldId id="494"/>
            <p14:sldId id="511"/>
            <p14:sldId id="512"/>
            <p14:sldId id="510"/>
            <p14:sldId id="513"/>
            <p14:sldId id="514"/>
            <p14:sldId id="515"/>
            <p14:sldId id="516"/>
            <p14:sldId id="517"/>
            <p14:sldId id="518"/>
            <p14:sldId id="519"/>
            <p14:sldId id="520"/>
            <p14:sldId id="521"/>
            <p14:sldId id="522"/>
          </p14:sldIdLst>
        </p14:section>
        <p14:section name="FPGAでΔΣ変調" id="{582C9070-8F32-4C10-87EF-ED378473D029}">
          <p14:sldIdLst>
            <p14:sldId id="523"/>
            <p14:sldId id="524"/>
            <p14:sldId id="525"/>
            <p14:sldId id="527"/>
            <p14:sldId id="526"/>
            <p14:sldId id="528"/>
            <p14:sldId id="490"/>
            <p14:sldId id="491"/>
            <p14:sldId id="509"/>
          </p14:sldIdLst>
        </p14:section>
        <p14:section name="ΔΣ変調によるADC" id="{85BF21B1-9BC4-4C3A-AB3F-C1BE4EF3EB44}">
          <p14:sldIdLst/>
        </p14:section>
        <p14:section name="PWM調光" id="{74B17C63-6ED4-4FA7-B9D4-B6150850BE85}">
          <p14:sldIdLst/>
        </p14:section>
      </p14:sectionLst>
    </p:ext>
    <p:ext uri="{EFAFB233-063F-42B5-8137-9DF3F51BA10A}">
      <p15:sldGuideLst xmlns:p15="http://schemas.microsoft.com/office/powerpoint/2012/main">
        <p15:guide id="4" orient="horz" pos="572" userDrawn="1">
          <p15:clr>
            <a:srgbClr val="A4A3A4"/>
          </p15:clr>
        </p15:guide>
        <p15:guide id="5" pos="211">
          <p15:clr>
            <a:srgbClr val="A4A3A4"/>
          </p15:clr>
        </p15:guide>
        <p15:guide id="7" pos="574">
          <p15:clr>
            <a:srgbClr val="A4A3A4"/>
          </p15:clr>
        </p15:guide>
        <p15:guide id="8" pos="7469"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FE4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スタイル (中間)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D7B26C5-4107-4FEC-AEDC-1716B250A1EF}" styleName="スタイル (淡色)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330" autoAdjust="0"/>
    <p:restoredTop sz="95018" autoAdjust="0"/>
  </p:normalViewPr>
  <p:slideViewPr>
    <p:cSldViewPr snapToGrid="0" showGuides="1">
      <p:cViewPr varScale="1">
        <p:scale>
          <a:sx n="124" d="100"/>
          <a:sy n="124" d="100"/>
        </p:scale>
        <p:origin x="876" y="84"/>
      </p:cViewPr>
      <p:guideLst>
        <p:guide orient="horz" pos="572"/>
        <p:guide pos="211"/>
        <p:guide pos="574"/>
        <p:guide pos="7469"/>
      </p:guideLst>
    </p:cSldViewPr>
  </p:slideViewPr>
  <p:notesTextViewPr>
    <p:cViewPr>
      <p:scale>
        <a:sx n="75" d="100"/>
        <a:sy n="75"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1E5A9B7-D5EC-437A-8668-631A2DED20F3}" type="datetimeFigureOut">
              <a:rPr kumimoji="1" lang="ja-JP" altLang="en-US" smtClean="0"/>
              <a:t>2026/7/9</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1329BD1-E23B-41CF-9EA5-2A1B5D13F412}" type="slidenum">
              <a:rPr kumimoji="1" lang="ja-JP" altLang="en-US" smtClean="0"/>
              <a:t>‹#›</a:t>
            </a:fld>
            <a:endParaRPr kumimoji="1" lang="ja-JP" altLang="en-US"/>
          </a:p>
        </p:txBody>
      </p:sp>
    </p:spTree>
    <p:extLst>
      <p:ext uri="{BB962C8B-B14F-4D97-AF65-F5344CB8AC3E}">
        <p14:creationId xmlns:p14="http://schemas.microsoft.com/office/powerpoint/2010/main" val="1605123520"/>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11329BD1-E23B-41CF-9EA5-2A1B5D13F412}" type="slidenum">
              <a:rPr kumimoji="1" lang="ja-JP" altLang="en-US" smtClean="0"/>
              <a:t>10</a:t>
            </a:fld>
            <a:endParaRPr kumimoji="1" lang="ja-JP" altLang="en-US"/>
          </a:p>
        </p:txBody>
      </p:sp>
    </p:spTree>
    <p:extLst>
      <p:ext uri="{BB962C8B-B14F-4D97-AF65-F5344CB8AC3E}">
        <p14:creationId xmlns:p14="http://schemas.microsoft.com/office/powerpoint/2010/main" val="335111205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11329BD1-E23B-41CF-9EA5-2A1B5D13F412}" type="slidenum">
              <a:rPr kumimoji="1" lang="ja-JP" altLang="en-US" smtClean="0"/>
              <a:t>42</a:t>
            </a:fld>
            <a:endParaRPr kumimoji="1" lang="ja-JP" altLang="en-US"/>
          </a:p>
        </p:txBody>
      </p:sp>
    </p:spTree>
    <p:extLst>
      <p:ext uri="{BB962C8B-B14F-4D97-AF65-F5344CB8AC3E}">
        <p14:creationId xmlns:p14="http://schemas.microsoft.com/office/powerpoint/2010/main" val="42468523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47EED79-E981-02A7-2D10-A945DD80077E}"/>
              </a:ext>
            </a:extLst>
          </p:cNvPr>
          <p:cNvSpPr>
            <a:spLocks noGrp="1"/>
          </p:cNvSpPr>
          <p:nvPr>
            <p:ph type="ctrTitle"/>
          </p:nvPr>
        </p:nvSpPr>
        <p:spPr>
          <a:xfrm>
            <a:off x="1524000" y="1122363"/>
            <a:ext cx="9144000" cy="2387600"/>
          </a:xfrm>
        </p:spPr>
        <p:txBody>
          <a:bodyPr anchor="ctr">
            <a:normAutofit/>
          </a:bodyPr>
          <a:lstStyle>
            <a:lvl1pPr algn="l">
              <a:defRPr sz="54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A610AACD-7581-542C-2057-CFB444E35BFE}"/>
              </a:ext>
            </a:extLst>
          </p:cNvPr>
          <p:cNvSpPr>
            <a:spLocks noGrp="1"/>
          </p:cNvSpPr>
          <p:nvPr>
            <p:ph type="subTitle" idx="1"/>
          </p:nvPr>
        </p:nvSpPr>
        <p:spPr>
          <a:xfrm>
            <a:off x="1524000" y="3602038"/>
            <a:ext cx="9144000" cy="1655762"/>
          </a:xfrm>
        </p:spPr>
        <p:txBody>
          <a:bodyPr anchor="ctr"/>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03E234D3-FA52-DA2A-05CE-6D49B30B79C0}"/>
              </a:ext>
            </a:extLst>
          </p:cNvPr>
          <p:cNvSpPr>
            <a:spLocks noGrp="1"/>
          </p:cNvSpPr>
          <p:nvPr>
            <p:ph type="dt" sz="half" idx="10"/>
          </p:nvPr>
        </p:nvSpPr>
        <p:spPr/>
        <p:txBody>
          <a:bodyPr/>
          <a:lstStyle/>
          <a:p>
            <a:fld id="{216D01BE-BE51-429B-92B5-B87B18876D6C}" type="datetime1">
              <a:rPr kumimoji="1" lang="ja-JP" altLang="en-US" smtClean="0"/>
              <a:t>2026/7/9</a:t>
            </a:fld>
            <a:endParaRPr kumimoji="1" lang="ja-JP" altLang="en-US"/>
          </a:p>
        </p:txBody>
      </p:sp>
      <p:sp>
        <p:nvSpPr>
          <p:cNvPr id="5" name="フッター プレースホルダー 4">
            <a:extLst>
              <a:ext uri="{FF2B5EF4-FFF2-40B4-BE49-F238E27FC236}">
                <a16:creationId xmlns:a16="http://schemas.microsoft.com/office/drawing/2014/main" id="{5996B57E-6DF0-FBEF-DCE9-485BD7EC02C1}"/>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74CE5304-1CA6-6147-5422-6D743FA36B57}"/>
              </a:ext>
            </a:extLst>
          </p:cNvPr>
          <p:cNvSpPr>
            <a:spLocks noGrp="1"/>
          </p:cNvSpPr>
          <p:nvPr>
            <p:ph type="sldNum" sz="quarter" idx="12"/>
          </p:nvPr>
        </p:nvSpPr>
        <p:spPr/>
        <p:txBody>
          <a:bodyPr/>
          <a:lstStyle/>
          <a:p>
            <a:fld id="{336D103E-743F-4B05-B1B2-74D6FB9408BE}" type="slidenum">
              <a:rPr kumimoji="1" lang="ja-JP" altLang="en-US" smtClean="0"/>
              <a:t>‹#›</a:t>
            </a:fld>
            <a:endParaRPr kumimoji="1" lang="ja-JP" altLang="en-US"/>
          </a:p>
        </p:txBody>
      </p:sp>
    </p:spTree>
    <p:extLst>
      <p:ext uri="{BB962C8B-B14F-4D97-AF65-F5344CB8AC3E}">
        <p14:creationId xmlns:p14="http://schemas.microsoft.com/office/powerpoint/2010/main" val="152238499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63D6F13-8032-2E88-E99C-3C152F175634}"/>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292C964D-195B-B34A-D117-2C93BDC6C559}"/>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25360CB2-24CA-B283-6AFF-02A79CEA3F8F}"/>
              </a:ext>
            </a:extLst>
          </p:cNvPr>
          <p:cNvSpPr>
            <a:spLocks noGrp="1"/>
          </p:cNvSpPr>
          <p:nvPr>
            <p:ph type="dt" sz="half" idx="10"/>
          </p:nvPr>
        </p:nvSpPr>
        <p:spPr/>
        <p:txBody>
          <a:bodyPr/>
          <a:lstStyle/>
          <a:p>
            <a:fld id="{82450F18-A501-41A8-9066-946C4643747C}" type="datetime1">
              <a:rPr kumimoji="1" lang="ja-JP" altLang="en-US" smtClean="0"/>
              <a:t>2026/7/9</a:t>
            </a:fld>
            <a:endParaRPr kumimoji="1" lang="ja-JP" altLang="en-US"/>
          </a:p>
        </p:txBody>
      </p:sp>
      <p:sp>
        <p:nvSpPr>
          <p:cNvPr id="5" name="フッター プレースホルダー 4">
            <a:extLst>
              <a:ext uri="{FF2B5EF4-FFF2-40B4-BE49-F238E27FC236}">
                <a16:creationId xmlns:a16="http://schemas.microsoft.com/office/drawing/2014/main" id="{CEAD8364-9FEF-958B-DCAE-FD7C13FC2496}"/>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D10EB2FE-F1ED-2099-7DC4-79D2D4E55023}"/>
              </a:ext>
            </a:extLst>
          </p:cNvPr>
          <p:cNvSpPr>
            <a:spLocks noGrp="1"/>
          </p:cNvSpPr>
          <p:nvPr>
            <p:ph type="sldNum" sz="quarter" idx="12"/>
          </p:nvPr>
        </p:nvSpPr>
        <p:spPr/>
        <p:txBody>
          <a:bodyPr/>
          <a:lstStyle/>
          <a:p>
            <a:fld id="{336D103E-743F-4B05-B1B2-74D6FB9408BE}" type="slidenum">
              <a:rPr kumimoji="1" lang="ja-JP" altLang="en-US" smtClean="0"/>
              <a:t>‹#›</a:t>
            </a:fld>
            <a:endParaRPr kumimoji="1" lang="ja-JP" altLang="en-US"/>
          </a:p>
        </p:txBody>
      </p:sp>
    </p:spTree>
    <p:extLst>
      <p:ext uri="{BB962C8B-B14F-4D97-AF65-F5344CB8AC3E}">
        <p14:creationId xmlns:p14="http://schemas.microsoft.com/office/powerpoint/2010/main" val="3431098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9CBEEEB-9F3D-1257-3281-FAA082D64E42}"/>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12FA10E5-030D-07E1-32BD-32ABC429DD5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72E13B37-66FE-24FA-CADA-2B916AB4F485}"/>
              </a:ext>
            </a:extLst>
          </p:cNvPr>
          <p:cNvSpPr>
            <a:spLocks noGrp="1"/>
          </p:cNvSpPr>
          <p:nvPr>
            <p:ph type="dt" sz="half" idx="10"/>
          </p:nvPr>
        </p:nvSpPr>
        <p:spPr/>
        <p:txBody>
          <a:bodyPr/>
          <a:lstStyle/>
          <a:p>
            <a:fld id="{7ABE7C6C-3FF2-4D74-88DE-9AA8D2359BC5}" type="datetime1">
              <a:rPr kumimoji="1" lang="ja-JP" altLang="en-US" smtClean="0"/>
              <a:t>2026/7/9</a:t>
            </a:fld>
            <a:endParaRPr kumimoji="1" lang="ja-JP" altLang="en-US"/>
          </a:p>
        </p:txBody>
      </p:sp>
      <p:sp>
        <p:nvSpPr>
          <p:cNvPr id="5" name="フッター プレースホルダー 4">
            <a:extLst>
              <a:ext uri="{FF2B5EF4-FFF2-40B4-BE49-F238E27FC236}">
                <a16:creationId xmlns:a16="http://schemas.microsoft.com/office/drawing/2014/main" id="{4BEFF559-CDAF-B429-02E4-E77F5348F3CD}"/>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427C8573-4458-24AE-F3CA-E56656FFB44A}"/>
              </a:ext>
            </a:extLst>
          </p:cNvPr>
          <p:cNvSpPr>
            <a:spLocks noGrp="1"/>
          </p:cNvSpPr>
          <p:nvPr>
            <p:ph type="sldNum" sz="quarter" idx="12"/>
          </p:nvPr>
        </p:nvSpPr>
        <p:spPr/>
        <p:txBody>
          <a:bodyPr/>
          <a:lstStyle/>
          <a:p>
            <a:fld id="{336D103E-743F-4B05-B1B2-74D6FB9408BE}" type="slidenum">
              <a:rPr kumimoji="1" lang="ja-JP" altLang="en-US" smtClean="0"/>
              <a:t>‹#›</a:t>
            </a:fld>
            <a:endParaRPr kumimoji="1" lang="ja-JP" altLang="en-US"/>
          </a:p>
        </p:txBody>
      </p:sp>
    </p:spTree>
    <p:extLst>
      <p:ext uri="{BB962C8B-B14F-4D97-AF65-F5344CB8AC3E}">
        <p14:creationId xmlns:p14="http://schemas.microsoft.com/office/powerpoint/2010/main" val="20125864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87B2FAD-6914-EFCF-D495-403B1FF5232D}"/>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53C3EA77-9A81-A2C5-AF6B-0DD528C53BA4}"/>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B62C33E1-F50F-7F50-FA51-F976E25C6081}"/>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FEDEF33B-EA65-9B93-8DD3-3D67B98A667B}"/>
              </a:ext>
            </a:extLst>
          </p:cNvPr>
          <p:cNvSpPr>
            <a:spLocks noGrp="1"/>
          </p:cNvSpPr>
          <p:nvPr>
            <p:ph type="dt" sz="half" idx="10"/>
          </p:nvPr>
        </p:nvSpPr>
        <p:spPr/>
        <p:txBody>
          <a:bodyPr/>
          <a:lstStyle/>
          <a:p>
            <a:fld id="{807789AB-C4E3-4E49-88D4-B90F15A5A41B}" type="datetime1">
              <a:rPr kumimoji="1" lang="ja-JP" altLang="en-US" smtClean="0"/>
              <a:t>2026/7/9</a:t>
            </a:fld>
            <a:endParaRPr kumimoji="1" lang="ja-JP" altLang="en-US"/>
          </a:p>
        </p:txBody>
      </p:sp>
      <p:sp>
        <p:nvSpPr>
          <p:cNvPr id="6" name="フッター プレースホルダー 5">
            <a:extLst>
              <a:ext uri="{FF2B5EF4-FFF2-40B4-BE49-F238E27FC236}">
                <a16:creationId xmlns:a16="http://schemas.microsoft.com/office/drawing/2014/main" id="{7D73873A-E28A-BD72-2A17-D6750621C7A3}"/>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E473FD62-48B5-7BFC-26A1-7134B486F3D1}"/>
              </a:ext>
            </a:extLst>
          </p:cNvPr>
          <p:cNvSpPr>
            <a:spLocks noGrp="1"/>
          </p:cNvSpPr>
          <p:nvPr>
            <p:ph type="sldNum" sz="quarter" idx="12"/>
          </p:nvPr>
        </p:nvSpPr>
        <p:spPr/>
        <p:txBody>
          <a:bodyPr/>
          <a:lstStyle/>
          <a:p>
            <a:fld id="{336D103E-743F-4B05-B1B2-74D6FB9408BE}" type="slidenum">
              <a:rPr kumimoji="1" lang="ja-JP" altLang="en-US" smtClean="0"/>
              <a:t>‹#›</a:t>
            </a:fld>
            <a:endParaRPr kumimoji="1" lang="ja-JP" altLang="en-US"/>
          </a:p>
        </p:txBody>
      </p:sp>
    </p:spTree>
    <p:extLst>
      <p:ext uri="{BB962C8B-B14F-4D97-AF65-F5344CB8AC3E}">
        <p14:creationId xmlns:p14="http://schemas.microsoft.com/office/powerpoint/2010/main" val="41757871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738BAE3-7576-5BF6-29DB-DF725ECE2448}"/>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97D044BE-2B95-7AD8-99CD-6A7A05DA7BB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C5916593-90AC-5BC5-562C-5BACF1D4BA4D}"/>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BA842B5C-7B6C-BEFA-6328-3FC7B102B5D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87F16538-6AC8-7329-650C-73575E914C62}"/>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C04E0353-8A2B-5131-9EA6-2F8BBD812F53}"/>
              </a:ext>
            </a:extLst>
          </p:cNvPr>
          <p:cNvSpPr>
            <a:spLocks noGrp="1"/>
          </p:cNvSpPr>
          <p:nvPr>
            <p:ph type="dt" sz="half" idx="10"/>
          </p:nvPr>
        </p:nvSpPr>
        <p:spPr/>
        <p:txBody>
          <a:bodyPr/>
          <a:lstStyle/>
          <a:p>
            <a:fld id="{3E24FC11-3991-4622-86AC-6ACB39591553}" type="datetime1">
              <a:rPr kumimoji="1" lang="ja-JP" altLang="en-US" smtClean="0"/>
              <a:t>2026/7/9</a:t>
            </a:fld>
            <a:endParaRPr kumimoji="1" lang="ja-JP" altLang="en-US"/>
          </a:p>
        </p:txBody>
      </p:sp>
      <p:sp>
        <p:nvSpPr>
          <p:cNvPr id="8" name="フッター プレースホルダー 7">
            <a:extLst>
              <a:ext uri="{FF2B5EF4-FFF2-40B4-BE49-F238E27FC236}">
                <a16:creationId xmlns:a16="http://schemas.microsoft.com/office/drawing/2014/main" id="{B409E884-EA7C-3748-88C9-B7F7A9071C84}"/>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FF2A3C25-B9ED-E56E-9B5E-227376B3F052}"/>
              </a:ext>
            </a:extLst>
          </p:cNvPr>
          <p:cNvSpPr>
            <a:spLocks noGrp="1"/>
          </p:cNvSpPr>
          <p:nvPr>
            <p:ph type="sldNum" sz="quarter" idx="12"/>
          </p:nvPr>
        </p:nvSpPr>
        <p:spPr/>
        <p:txBody>
          <a:bodyPr/>
          <a:lstStyle/>
          <a:p>
            <a:fld id="{336D103E-743F-4B05-B1B2-74D6FB9408BE}" type="slidenum">
              <a:rPr kumimoji="1" lang="ja-JP" altLang="en-US" smtClean="0"/>
              <a:t>‹#›</a:t>
            </a:fld>
            <a:endParaRPr kumimoji="1" lang="ja-JP" altLang="en-US"/>
          </a:p>
        </p:txBody>
      </p:sp>
    </p:spTree>
    <p:extLst>
      <p:ext uri="{BB962C8B-B14F-4D97-AF65-F5344CB8AC3E}">
        <p14:creationId xmlns:p14="http://schemas.microsoft.com/office/powerpoint/2010/main" val="40006405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A1B61BD-2E4B-5486-14CE-1AB6528C7609}"/>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1754AC4E-65D4-96E2-22F0-E873877403BC}"/>
              </a:ext>
            </a:extLst>
          </p:cNvPr>
          <p:cNvSpPr>
            <a:spLocks noGrp="1"/>
          </p:cNvSpPr>
          <p:nvPr>
            <p:ph type="dt" sz="half" idx="10"/>
          </p:nvPr>
        </p:nvSpPr>
        <p:spPr/>
        <p:txBody>
          <a:bodyPr/>
          <a:lstStyle/>
          <a:p>
            <a:fld id="{8F0A2BD1-1831-4F11-B263-6916C5686805}" type="datetime1">
              <a:rPr kumimoji="1" lang="ja-JP" altLang="en-US" smtClean="0"/>
              <a:t>2026/7/9</a:t>
            </a:fld>
            <a:endParaRPr kumimoji="1" lang="ja-JP" altLang="en-US"/>
          </a:p>
        </p:txBody>
      </p:sp>
      <p:sp>
        <p:nvSpPr>
          <p:cNvPr id="4" name="フッター プレースホルダー 3">
            <a:extLst>
              <a:ext uri="{FF2B5EF4-FFF2-40B4-BE49-F238E27FC236}">
                <a16:creationId xmlns:a16="http://schemas.microsoft.com/office/drawing/2014/main" id="{4F349A1E-9A01-81F1-720D-5584F9F0E8B4}"/>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0166BF72-CDCF-42B5-EFA2-580F3CD1F9FE}"/>
              </a:ext>
            </a:extLst>
          </p:cNvPr>
          <p:cNvSpPr>
            <a:spLocks noGrp="1"/>
          </p:cNvSpPr>
          <p:nvPr>
            <p:ph type="sldNum" sz="quarter" idx="12"/>
          </p:nvPr>
        </p:nvSpPr>
        <p:spPr/>
        <p:txBody>
          <a:bodyPr/>
          <a:lstStyle/>
          <a:p>
            <a:fld id="{336D103E-743F-4B05-B1B2-74D6FB9408BE}" type="slidenum">
              <a:rPr kumimoji="1" lang="ja-JP" altLang="en-US" smtClean="0"/>
              <a:t>‹#›</a:t>
            </a:fld>
            <a:endParaRPr kumimoji="1" lang="ja-JP" altLang="en-US"/>
          </a:p>
        </p:txBody>
      </p:sp>
    </p:spTree>
    <p:extLst>
      <p:ext uri="{BB962C8B-B14F-4D97-AF65-F5344CB8AC3E}">
        <p14:creationId xmlns:p14="http://schemas.microsoft.com/office/powerpoint/2010/main" val="12090371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478E2FFD-F753-9959-2DE8-EF7C7214EA8C}"/>
              </a:ext>
            </a:extLst>
          </p:cNvPr>
          <p:cNvSpPr>
            <a:spLocks noGrp="1"/>
          </p:cNvSpPr>
          <p:nvPr>
            <p:ph type="dt" sz="half" idx="10"/>
          </p:nvPr>
        </p:nvSpPr>
        <p:spPr/>
        <p:txBody>
          <a:bodyPr/>
          <a:lstStyle/>
          <a:p>
            <a:fld id="{060E0D3E-1964-4777-8DF8-B0D87F1CE91C}" type="datetime1">
              <a:rPr kumimoji="1" lang="ja-JP" altLang="en-US" smtClean="0"/>
              <a:t>2026/7/9</a:t>
            </a:fld>
            <a:endParaRPr kumimoji="1" lang="ja-JP" altLang="en-US"/>
          </a:p>
        </p:txBody>
      </p:sp>
      <p:sp>
        <p:nvSpPr>
          <p:cNvPr id="3" name="フッター プレースホルダー 2">
            <a:extLst>
              <a:ext uri="{FF2B5EF4-FFF2-40B4-BE49-F238E27FC236}">
                <a16:creationId xmlns:a16="http://schemas.microsoft.com/office/drawing/2014/main" id="{F822C84C-1B8A-B851-705C-D5D1BDA5088F}"/>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A71A984C-68A3-9FFD-D74E-875D178AF660}"/>
              </a:ext>
            </a:extLst>
          </p:cNvPr>
          <p:cNvSpPr>
            <a:spLocks noGrp="1"/>
          </p:cNvSpPr>
          <p:nvPr>
            <p:ph type="sldNum" sz="quarter" idx="12"/>
          </p:nvPr>
        </p:nvSpPr>
        <p:spPr/>
        <p:txBody>
          <a:bodyPr/>
          <a:lstStyle/>
          <a:p>
            <a:fld id="{336D103E-743F-4B05-B1B2-74D6FB9408BE}" type="slidenum">
              <a:rPr kumimoji="1" lang="ja-JP" altLang="en-US" smtClean="0"/>
              <a:t>‹#›</a:t>
            </a:fld>
            <a:endParaRPr kumimoji="1" lang="ja-JP" altLang="en-US"/>
          </a:p>
        </p:txBody>
      </p:sp>
    </p:spTree>
    <p:extLst>
      <p:ext uri="{BB962C8B-B14F-4D97-AF65-F5344CB8AC3E}">
        <p14:creationId xmlns:p14="http://schemas.microsoft.com/office/powerpoint/2010/main" val="23324774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082406B-A5BA-65E9-2F4E-66E3A83718DD}"/>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0B2DA457-D58F-79AC-8C0F-CC5B848E0ED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AC60DE7C-14E6-EA26-3FE8-A6803B87E2F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BA2FEBE1-1437-17D0-5BF0-7B9BE5888156}"/>
              </a:ext>
            </a:extLst>
          </p:cNvPr>
          <p:cNvSpPr>
            <a:spLocks noGrp="1"/>
          </p:cNvSpPr>
          <p:nvPr>
            <p:ph type="dt" sz="half" idx="10"/>
          </p:nvPr>
        </p:nvSpPr>
        <p:spPr/>
        <p:txBody>
          <a:bodyPr/>
          <a:lstStyle/>
          <a:p>
            <a:fld id="{866F627E-18C4-4259-BC26-DF3251737CA2}" type="datetime1">
              <a:rPr kumimoji="1" lang="ja-JP" altLang="en-US" smtClean="0"/>
              <a:t>2026/7/9</a:t>
            </a:fld>
            <a:endParaRPr kumimoji="1" lang="ja-JP" altLang="en-US"/>
          </a:p>
        </p:txBody>
      </p:sp>
      <p:sp>
        <p:nvSpPr>
          <p:cNvPr id="6" name="フッター プレースホルダー 5">
            <a:extLst>
              <a:ext uri="{FF2B5EF4-FFF2-40B4-BE49-F238E27FC236}">
                <a16:creationId xmlns:a16="http://schemas.microsoft.com/office/drawing/2014/main" id="{033ED91B-1766-3452-23F4-2C77934C1F9F}"/>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F93A2512-7CAD-7D34-E180-D7B989416E4F}"/>
              </a:ext>
            </a:extLst>
          </p:cNvPr>
          <p:cNvSpPr>
            <a:spLocks noGrp="1"/>
          </p:cNvSpPr>
          <p:nvPr>
            <p:ph type="sldNum" sz="quarter" idx="12"/>
          </p:nvPr>
        </p:nvSpPr>
        <p:spPr/>
        <p:txBody>
          <a:bodyPr/>
          <a:lstStyle/>
          <a:p>
            <a:fld id="{336D103E-743F-4B05-B1B2-74D6FB9408BE}" type="slidenum">
              <a:rPr kumimoji="1" lang="ja-JP" altLang="en-US" smtClean="0"/>
              <a:t>‹#›</a:t>
            </a:fld>
            <a:endParaRPr kumimoji="1" lang="ja-JP" altLang="en-US"/>
          </a:p>
        </p:txBody>
      </p:sp>
    </p:spTree>
    <p:extLst>
      <p:ext uri="{BB962C8B-B14F-4D97-AF65-F5344CB8AC3E}">
        <p14:creationId xmlns:p14="http://schemas.microsoft.com/office/powerpoint/2010/main" val="38840111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019FF65-0190-1737-928F-952859BDE138}"/>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A1E4E06C-0DB3-6BED-0198-4A8CE9B2B7A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kumimoji="1" lang="ja-JP" altLang="en-US"/>
              <a:t>アイコンをクリックして図を追加</a:t>
            </a:r>
          </a:p>
        </p:txBody>
      </p:sp>
      <p:sp>
        <p:nvSpPr>
          <p:cNvPr id="4" name="テキスト プレースホルダー 3">
            <a:extLst>
              <a:ext uri="{FF2B5EF4-FFF2-40B4-BE49-F238E27FC236}">
                <a16:creationId xmlns:a16="http://schemas.microsoft.com/office/drawing/2014/main" id="{8F6913DD-0C63-45A0-2B92-B1D739EBCE4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0BA9249D-F96C-B0AF-59E4-C0CC82468EEB}"/>
              </a:ext>
            </a:extLst>
          </p:cNvPr>
          <p:cNvSpPr>
            <a:spLocks noGrp="1"/>
          </p:cNvSpPr>
          <p:nvPr>
            <p:ph type="dt" sz="half" idx="10"/>
          </p:nvPr>
        </p:nvSpPr>
        <p:spPr/>
        <p:txBody>
          <a:bodyPr/>
          <a:lstStyle/>
          <a:p>
            <a:fld id="{7237EFAF-050A-4B77-A510-920B9BBE0DAD}" type="datetime1">
              <a:rPr kumimoji="1" lang="ja-JP" altLang="en-US" smtClean="0"/>
              <a:t>2026/7/9</a:t>
            </a:fld>
            <a:endParaRPr kumimoji="1" lang="ja-JP" altLang="en-US"/>
          </a:p>
        </p:txBody>
      </p:sp>
      <p:sp>
        <p:nvSpPr>
          <p:cNvPr id="6" name="フッター プレースホルダー 5">
            <a:extLst>
              <a:ext uri="{FF2B5EF4-FFF2-40B4-BE49-F238E27FC236}">
                <a16:creationId xmlns:a16="http://schemas.microsoft.com/office/drawing/2014/main" id="{DBDF7287-2832-0CD7-CAFB-4E9C144B9986}"/>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0B6ECB13-DD3C-CD55-7A73-55D93DA2BC63}"/>
              </a:ext>
            </a:extLst>
          </p:cNvPr>
          <p:cNvSpPr>
            <a:spLocks noGrp="1"/>
          </p:cNvSpPr>
          <p:nvPr>
            <p:ph type="sldNum" sz="quarter" idx="12"/>
          </p:nvPr>
        </p:nvSpPr>
        <p:spPr/>
        <p:txBody>
          <a:bodyPr/>
          <a:lstStyle/>
          <a:p>
            <a:fld id="{336D103E-743F-4B05-B1B2-74D6FB9408BE}" type="slidenum">
              <a:rPr kumimoji="1" lang="ja-JP" altLang="en-US" smtClean="0"/>
              <a:t>‹#›</a:t>
            </a:fld>
            <a:endParaRPr kumimoji="1" lang="ja-JP" altLang="en-US"/>
          </a:p>
        </p:txBody>
      </p:sp>
    </p:spTree>
    <p:extLst>
      <p:ext uri="{BB962C8B-B14F-4D97-AF65-F5344CB8AC3E}">
        <p14:creationId xmlns:p14="http://schemas.microsoft.com/office/powerpoint/2010/main" val="17461653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C0E1412-4887-6742-C3AF-72A5F32A379C}"/>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125AA91C-2E5B-34AD-DBFF-7AB6F82E8D73}"/>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C76B62B0-DDAE-77BB-B9F2-F18A93112391}"/>
              </a:ext>
            </a:extLst>
          </p:cNvPr>
          <p:cNvSpPr>
            <a:spLocks noGrp="1"/>
          </p:cNvSpPr>
          <p:nvPr>
            <p:ph type="dt" sz="half" idx="10"/>
          </p:nvPr>
        </p:nvSpPr>
        <p:spPr/>
        <p:txBody>
          <a:bodyPr/>
          <a:lstStyle/>
          <a:p>
            <a:fld id="{A8C1A961-12F7-445E-9094-A72E14030010}" type="datetime1">
              <a:rPr kumimoji="1" lang="ja-JP" altLang="en-US" smtClean="0"/>
              <a:t>2026/7/9</a:t>
            </a:fld>
            <a:endParaRPr kumimoji="1" lang="ja-JP" altLang="en-US"/>
          </a:p>
        </p:txBody>
      </p:sp>
      <p:sp>
        <p:nvSpPr>
          <p:cNvPr id="5" name="フッター プレースホルダー 4">
            <a:extLst>
              <a:ext uri="{FF2B5EF4-FFF2-40B4-BE49-F238E27FC236}">
                <a16:creationId xmlns:a16="http://schemas.microsoft.com/office/drawing/2014/main" id="{518B9B8C-FBBD-D151-71F0-5F34CA9ADE1D}"/>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502EFD33-1AEC-B092-85C6-6F29A5E27A41}"/>
              </a:ext>
            </a:extLst>
          </p:cNvPr>
          <p:cNvSpPr>
            <a:spLocks noGrp="1"/>
          </p:cNvSpPr>
          <p:nvPr>
            <p:ph type="sldNum" sz="quarter" idx="12"/>
          </p:nvPr>
        </p:nvSpPr>
        <p:spPr/>
        <p:txBody>
          <a:bodyPr/>
          <a:lstStyle/>
          <a:p>
            <a:fld id="{336D103E-743F-4B05-B1B2-74D6FB9408BE}" type="slidenum">
              <a:rPr kumimoji="1" lang="ja-JP" altLang="en-US" smtClean="0"/>
              <a:t>‹#›</a:t>
            </a:fld>
            <a:endParaRPr kumimoji="1" lang="ja-JP" altLang="en-US"/>
          </a:p>
        </p:txBody>
      </p:sp>
    </p:spTree>
    <p:extLst>
      <p:ext uri="{BB962C8B-B14F-4D97-AF65-F5344CB8AC3E}">
        <p14:creationId xmlns:p14="http://schemas.microsoft.com/office/powerpoint/2010/main" val="2199103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DB02E13A-30D5-3528-6A36-A28DC1F1031D}"/>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90FCE4F7-1C2A-D8AD-D96D-8A95CDA5E29D}"/>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D9B88E11-BCEF-FAE0-7687-F5CC0EE3C806}"/>
              </a:ext>
            </a:extLst>
          </p:cNvPr>
          <p:cNvSpPr>
            <a:spLocks noGrp="1"/>
          </p:cNvSpPr>
          <p:nvPr>
            <p:ph type="dt" sz="half" idx="10"/>
          </p:nvPr>
        </p:nvSpPr>
        <p:spPr/>
        <p:txBody>
          <a:bodyPr/>
          <a:lstStyle/>
          <a:p>
            <a:fld id="{C5684587-BECC-4387-8523-8A0F6A3478AF}" type="datetime1">
              <a:rPr kumimoji="1" lang="ja-JP" altLang="en-US" smtClean="0"/>
              <a:t>2026/7/9</a:t>
            </a:fld>
            <a:endParaRPr kumimoji="1" lang="ja-JP" altLang="en-US"/>
          </a:p>
        </p:txBody>
      </p:sp>
      <p:sp>
        <p:nvSpPr>
          <p:cNvPr id="5" name="フッター プレースホルダー 4">
            <a:extLst>
              <a:ext uri="{FF2B5EF4-FFF2-40B4-BE49-F238E27FC236}">
                <a16:creationId xmlns:a16="http://schemas.microsoft.com/office/drawing/2014/main" id="{29F61A0D-703A-C267-764A-FE2AC37EF073}"/>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E8ECFB76-81A9-5422-AFC9-8A282EAE1CB6}"/>
              </a:ext>
            </a:extLst>
          </p:cNvPr>
          <p:cNvSpPr>
            <a:spLocks noGrp="1"/>
          </p:cNvSpPr>
          <p:nvPr>
            <p:ph type="sldNum" sz="quarter" idx="12"/>
          </p:nvPr>
        </p:nvSpPr>
        <p:spPr/>
        <p:txBody>
          <a:bodyPr/>
          <a:lstStyle/>
          <a:p>
            <a:fld id="{336D103E-743F-4B05-B1B2-74D6FB9408BE}" type="slidenum">
              <a:rPr kumimoji="1" lang="ja-JP" altLang="en-US" smtClean="0"/>
              <a:t>‹#›</a:t>
            </a:fld>
            <a:endParaRPr kumimoji="1" lang="ja-JP" altLang="en-US"/>
          </a:p>
        </p:txBody>
      </p:sp>
    </p:spTree>
    <p:extLst>
      <p:ext uri="{BB962C8B-B14F-4D97-AF65-F5344CB8AC3E}">
        <p14:creationId xmlns:p14="http://schemas.microsoft.com/office/powerpoint/2010/main" val="28926565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0C1CEE52-B702-FA09-9D7C-76EA2AA4536D}"/>
              </a:ext>
            </a:extLst>
          </p:cNvPr>
          <p:cNvSpPr>
            <a:spLocks noGrp="1"/>
          </p:cNvSpPr>
          <p:nvPr>
            <p:ph type="title"/>
          </p:nvPr>
        </p:nvSpPr>
        <p:spPr>
          <a:xfrm>
            <a:off x="336551" y="100268"/>
            <a:ext cx="11176000" cy="801002"/>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F2FB0699-B234-7225-859B-90E65178FCA7}"/>
              </a:ext>
            </a:extLst>
          </p:cNvPr>
          <p:cNvSpPr>
            <a:spLocks noGrp="1"/>
          </p:cNvSpPr>
          <p:nvPr>
            <p:ph type="body" idx="1"/>
          </p:nvPr>
        </p:nvSpPr>
        <p:spPr>
          <a:xfrm>
            <a:off x="336550" y="1037968"/>
            <a:ext cx="11376109" cy="5140410"/>
          </a:xfrm>
          <a:prstGeom prst="rect">
            <a:avLst/>
          </a:prstGeom>
        </p:spPr>
        <p:txBody>
          <a:bodyPr vert="horz" lIns="91440" tIns="45720" rIns="91440" bIns="45720" rtlCol="0" anchor="ctr">
            <a:normAutofit/>
          </a:bodyPr>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
        <p:nvSpPr>
          <p:cNvPr id="4" name="日付プレースホルダー 3">
            <a:extLst>
              <a:ext uri="{FF2B5EF4-FFF2-40B4-BE49-F238E27FC236}">
                <a16:creationId xmlns:a16="http://schemas.microsoft.com/office/drawing/2014/main" id="{701D15FB-3DAB-E7CA-6067-43575DAACD18}"/>
              </a:ext>
            </a:extLst>
          </p:cNvPr>
          <p:cNvSpPr>
            <a:spLocks noGrp="1"/>
          </p:cNvSpPr>
          <p:nvPr>
            <p:ph type="dt" sz="half" idx="2"/>
          </p:nvPr>
        </p:nvSpPr>
        <p:spPr>
          <a:xfrm>
            <a:off x="479338" y="6356349"/>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7D21C71-EC1B-4BC5-8DC9-38326386A9A7}" type="datetime1">
              <a:rPr kumimoji="1" lang="ja-JP" altLang="en-US" smtClean="0"/>
              <a:t>2026/7/9</a:t>
            </a:fld>
            <a:endParaRPr kumimoji="1" lang="ja-JP" altLang="en-US"/>
          </a:p>
        </p:txBody>
      </p:sp>
      <p:sp>
        <p:nvSpPr>
          <p:cNvPr id="5" name="フッター プレースホルダー 4">
            <a:extLst>
              <a:ext uri="{FF2B5EF4-FFF2-40B4-BE49-F238E27FC236}">
                <a16:creationId xmlns:a16="http://schemas.microsoft.com/office/drawing/2014/main" id="{A04B9967-D243-79CC-41AE-2BDAB62EF792}"/>
              </a:ext>
            </a:extLst>
          </p:cNvPr>
          <p:cNvSpPr>
            <a:spLocks noGrp="1"/>
          </p:cNvSpPr>
          <p:nvPr>
            <p:ph type="ftr" sz="quarter" idx="3"/>
          </p:nvPr>
        </p:nvSpPr>
        <p:spPr>
          <a:xfrm>
            <a:off x="3732770" y="6356349"/>
            <a:ext cx="4726459"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dirty="0"/>
          </a:p>
        </p:txBody>
      </p:sp>
      <p:sp>
        <p:nvSpPr>
          <p:cNvPr id="6" name="スライド番号プレースホルダー 5">
            <a:extLst>
              <a:ext uri="{FF2B5EF4-FFF2-40B4-BE49-F238E27FC236}">
                <a16:creationId xmlns:a16="http://schemas.microsoft.com/office/drawing/2014/main" id="{4F633AF0-844D-2F84-7AE0-F3917D9F5392}"/>
              </a:ext>
            </a:extLst>
          </p:cNvPr>
          <p:cNvSpPr>
            <a:spLocks noGrp="1"/>
          </p:cNvSpPr>
          <p:nvPr>
            <p:ph type="sldNum" sz="quarter" idx="4"/>
          </p:nvPr>
        </p:nvSpPr>
        <p:spPr>
          <a:xfrm>
            <a:off x="10839450" y="100268"/>
            <a:ext cx="1175952" cy="365125"/>
          </a:xfrm>
          <a:prstGeom prst="rect">
            <a:avLst/>
          </a:prstGeom>
        </p:spPr>
        <p:txBody>
          <a:bodyPr vert="horz" lIns="91440" tIns="45720" rIns="91440" bIns="45720" rtlCol="0" anchor="ctr"/>
          <a:lstStyle>
            <a:lvl1pPr algn="r">
              <a:defRPr sz="2000">
                <a:solidFill>
                  <a:schemeClr val="tx1">
                    <a:lumMod val="90000"/>
                    <a:lumOff val="10000"/>
                  </a:schemeClr>
                </a:solidFill>
              </a:defRPr>
            </a:lvl1pPr>
          </a:lstStyle>
          <a:p>
            <a:fld id="{336D103E-743F-4B05-B1B2-74D6FB9408BE}" type="slidenum">
              <a:rPr lang="ja-JP" altLang="en-US" smtClean="0"/>
              <a:pPr/>
              <a:t>‹#›</a:t>
            </a:fld>
            <a:endParaRPr lang="ja-JP" altLang="en-US"/>
          </a:p>
        </p:txBody>
      </p:sp>
    </p:spTree>
    <p:extLst>
      <p:ext uri="{BB962C8B-B14F-4D97-AF65-F5344CB8AC3E}">
        <p14:creationId xmlns:p14="http://schemas.microsoft.com/office/powerpoint/2010/main" val="413448664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kumimoji="1" sz="3600" b="1" kern="1200">
          <a:solidFill>
            <a:schemeClr val="tx1"/>
          </a:solidFill>
          <a:latin typeface="+mj-lt"/>
          <a:ea typeface="+mj-ea"/>
          <a:cs typeface="+mj-cs"/>
        </a:defRPr>
      </a:lvl1pPr>
    </p:titleStyle>
    <p:bodyStyle>
      <a:lvl1pPr marL="228600" indent="-228600" algn="l" defTabSz="914400" rtl="0" eaLnBrk="1" latinLnBrk="0" hangingPunct="1">
        <a:lnSpc>
          <a:spcPct val="100000"/>
        </a:lnSpc>
        <a:spcBef>
          <a:spcPts val="1000"/>
        </a:spcBef>
        <a:spcAft>
          <a:spcPts val="600"/>
        </a:spcAft>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100000"/>
        </a:lnSpc>
        <a:spcBef>
          <a:spcPts val="500"/>
        </a:spcBef>
        <a:spcAft>
          <a:spcPts val="600"/>
        </a:spcAft>
        <a:buFont typeface="Arial" panose="020B0604020202020204" pitchFamily="34" charset="0"/>
        <a:buChar char="•"/>
        <a:defRPr kumimoji="1" sz="28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spcAft>
          <a:spcPts val="600"/>
        </a:spcAft>
        <a:buFont typeface="Arial" panose="020B0604020202020204" pitchFamily="34" charset="0"/>
        <a:buChar char="•"/>
        <a:defRPr kumimoji="1" sz="24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spcAft>
          <a:spcPts val="600"/>
        </a:spcAft>
        <a:buFont typeface="Arial" panose="020B0604020202020204" pitchFamily="34" charset="0"/>
        <a:buChar char="•"/>
        <a:defRPr kumimoji="1" sz="24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spcAft>
          <a:spcPts val="600"/>
        </a:spcAft>
        <a:buFont typeface="Arial" panose="020B0604020202020204" pitchFamily="34" charset="0"/>
        <a:buChar char="•"/>
        <a:defRPr kumimoji="1" sz="2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6.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microsoft.com/office/2007/relationships/media" Target="../media/media2.mp4"/><Relationship Id="rId7" Type="http://schemas.openxmlformats.org/officeDocument/2006/relationships/image" Target="../media/image10.png"/><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9.png"/><Relationship Id="rId5" Type="http://schemas.openxmlformats.org/officeDocument/2006/relationships/slideLayout" Target="../slideLayouts/slideLayout6.xml"/><Relationship Id="rId4" Type="http://schemas.openxmlformats.org/officeDocument/2006/relationships/video" Target="../media/media2.mp4"/></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image" Target="../media/image13.png"/><Relationship Id="rId1" Type="http://schemas.openxmlformats.org/officeDocument/2006/relationships/slideLayout" Target="../slideLayouts/slideLayout6.xml"/><Relationship Id="rId6" Type="http://schemas.openxmlformats.org/officeDocument/2006/relationships/image" Target="../media/image17.png"/><Relationship Id="rId5" Type="http://schemas.openxmlformats.org/officeDocument/2006/relationships/image" Target="../media/image16.png"/><Relationship Id="rId10" Type="http://schemas.openxmlformats.org/officeDocument/2006/relationships/image" Target="../media/image21.png"/><Relationship Id="rId4" Type="http://schemas.openxmlformats.org/officeDocument/2006/relationships/image" Target="../media/image15.png"/><Relationship Id="rId9" Type="http://schemas.openxmlformats.org/officeDocument/2006/relationships/image" Target="../media/image2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23.png"/><Relationship Id="rId7" Type="http://schemas.openxmlformats.org/officeDocument/2006/relationships/image" Target="../media/image27.png"/><Relationship Id="rId2" Type="http://schemas.openxmlformats.org/officeDocument/2006/relationships/image" Target="../media/image22.png"/><Relationship Id="rId1" Type="http://schemas.openxmlformats.org/officeDocument/2006/relationships/slideLayout" Target="../slideLayouts/slideLayout6.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1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6.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s>
</file>

<file path=ppt/slides/_rels/slide20.xml.rels><?xml version="1.0" encoding="UTF-8" standalone="yes"?>
<Relationships xmlns="http://schemas.openxmlformats.org/package/2006/relationships"><Relationship Id="rId8" Type="http://schemas.openxmlformats.org/officeDocument/2006/relationships/image" Target="../media/image40.png"/><Relationship Id="rId13" Type="http://schemas.openxmlformats.org/officeDocument/2006/relationships/image" Target="../media/image45.png"/><Relationship Id="rId3" Type="http://schemas.openxmlformats.org/officeDocument/2006/relationships/image" Target="../media/image35.png"/><Relationship Id="rId7" Type="http://schemas.openxmlformats.org/officeDocument/2006/relationships/image" Target="../media/image39.png"/><Relationship Id="rId12" Type="http://schemas.openxmlformats.org/officeDocument/2006/relationships/image" Target="../media/image44.png"/><Relationship Id="rId2" Type="http://schemas.openxmlformats.org/officeDocument/2006/relationships/image" Target="../media/image34.png"/><Relationship Id="rId1" Type="http://schemas.openxmlformats.org/officeDocument/2006/relationships/slideLayout" Target="../slideLayouts/slideLayout6.xml"/><Relationship Id="rId6" Type="http://schemas.openxmlformats.org/officeDocument/2006/relationships/image" Target="../media/image38.png"/><Relationship Id="rId11" Type="http://schemas.openxmlformats.org/officeDocument/2006/relationships/image" Target="../media/image43.png"/><Relationship Id="rId5" Type="http://schemas.openxmlformats.org/officeDocument/2006/relationships/image" Target="../media/image37.png"/><Relationship Id="rId15" Type="http://schemas.openxmlformats.org/officeDocument/2006/relationships/image" Target="../media/image47.png"/><Relationship Id="rId10" Type="http://schemas.openxmlformats.org/officeDocument/2006/relationships/image" Target="../media/image42.png"/><Relationship Id="rId4" Type="http://schemas.openxmlformats.org/officeDocument/2006/relationships/image" Target="../media/image36.png"/><Relationship Id="rId9" Type="http://schemas.openxmlformats.org/officeDocument/2006/relationships/image" Target="../media/image41.png"/><Relationship Id="rId14" Type="http://schemas.openxmlformats.org/officeDocument/2006/relationships/image" Target="../media/image46.png"/></Relationships>
</file>

<file path=ppt/slides/_rels/slide21.xml.rels><?xml version="1.0" encoding="UTF-8" standalone="yes"?>
<Relationships xmlns="http://schemas.openxmlformats.org/package/2006/relationships"><Relationship Id="rId3" Type="http://schemas.openxmlformats.org/officeDocument/2006/relationships/image" Target="../media/image49.png"/><Relationship Id="rId7" Type="http://schemas.openxmlformats.org/officeDocument/2006/relationships/image" Target="../media/image53.png"/><Relationship Id="rId2" Type="http://schemas.openxmlformats.org/officeDocument/2006/relationships/image" Target="../media/image48.png"/><Relationship Id="rId1" Type="http://schemas.openxmlformats.org/officeDocument/2006/relationships/slideLayout" Target="../slideLayouts/slideLayout6.xml"/><Relationship Id="rId6" Type="http://schemas.openxmlformats.org/officeDocument/2006/relationships/image" Target="../media/image52.png"/><Relationship Id="rId5" Type="http://schemas.openxmlformats.org/officeDocument/2006/relationships/image" Target="../media/image51.png"/><Relationship Id="rId4" Type="http://schemas.openxmlformats.org/officeDocument/2006/relationships/image" Target="../media/image50.png"/></Relationships>
</file>

<file path=ppt/slides/_rels/slide22.xml.rels><?xml version="1.0" encoding="UTF-8" standalone="yes"?>
<Relationships xmlns="http://schemas.openxmlformats.org/package/2006/relationships"><Relationship Id="rId8" Type="http://schemas.openxmlformats.org/officeDocument/2006/relationships/image" Target="../media/image60.png"/><Relationship Id="rId13" Type="http://schemas.openxmlformats.org/officeDocument/2006/relationships/image" Target="../media/image65.png"/><Relationship Id="rId3" Type="http://schemas.openxmlformats.org/officeDocument/2006/relationships/image" Target="../media/image55.png"/><Relationship Id="rId7" Type="http://schemas.openxmlformats.org/officeDocument/2006/relationships/image" Target="../media/image59.png"/><Relationship Id="rId12" Type="http://schemas.openxmlformats.org/officeDocument/2006/relationships/image" Target="../media/image64.png"/><Relationship Id="rId2" Type="http://schemas.openxmlformats.org/officeDocument/2006/relationships/image" Target="../media/image54.png"/><Relationship Id="rId1" Type="http://schemas.openxmlformats.org/officeDocument/2006/relationships/slideLayout" Target="../slideLayouts/slideLayout6.xml"/><Relationship Id="rId6" Type="http://schemas.openxmlformats.org/officeDocument/2006/relationships/image" Target="../media/image58.png"/><Relationship Id="rId11" Type="http://schemas.openxmlformats.org/officeDocument/2006/relationships/image" Target="../media/image63.png"/><Relationship Id="rId5" Type="http://schemas.openxmlformats.org/officeDocument/2006/relationships/image" Target="../media/image57.png"/><Relationship Id="rId10" Type="http://schemas.openxmlformats.org/officeDocument/2006/relationships/image" Target="../media/image62.png"/><Relationship Id="rId4" Type="http://schemas.openxmlformats.org/officeDocument/2006/relationships/image" Target="../media/image56.png"/><Relationship Id="rId9" Type="http://schemas.openxmlformats.org/officeDocument/2006/relationships/image" Target="../media/image61.png"/><Relationship Id="rId14" Type="http://schemas.openxmlformats.org/officeDocument/2006/relationships/image" Target="../media/image66.png"/></Relationships>
</file>

<file path=ppt/slides/_rels/slide23.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67.png"/><Relationship Id="rId1" Type="http://schemas.openxmlformats.org/officeDocument/2006/relationships/slideLayout" Target="../slideLayouts/slideLayout6.xml"/><Relationship Id="rId5" Type="http://schemas.openxmlformats.org/officeDocument/2006/relationships/image" Target="../media/image70.png"/><Relationship Id="rId4" Type="http://schemas.openxmlformats.org/officeDocument/2006/relationships/image" Target="../media/image69.png"/></Relationships>
</file>

<file path=ppt/slides/_rels/slide24.xml.rels><?xml version="1.0" encoding="UTF-8" standalone="yes"?>
<Relationships xmlns="http://schemas.openxmlformats.org/package/2006/relationships"><Relationship Id="rId3" Type="http://schemas.openxmlformats.org/officeDocument/2006/relationships/image" Target="../media/image72.png"/><Relationship Id="rId7" Type="http://schemas.openxmlformats.org/officeDocument/2006/relationships/image" Target="../media/image76.png"/><Relationship Id="rId2" Type="http://schemas.openxmlformats.org/officeDocument/2006/relationships/image" Target="../media/image71.png"/><Relationship Id="rId1" Type="http://schemas.openxmlformats.org/officeDocument/2006/relationships/slideLayout" Target="../slideLayouts/slideLayout6.xml"/><Relationship Id="rId6" Type="http://schemas.openxmlformats.org/officeDocument/2006/relationships/image" Target="../media/image75.png"/><Relationship Id="rId5" Type="http://schemas.openxmlformats.org/officeDocument/2006/relationships/image" Target="../media/image74.png"/><Relationship Id="rId4" Type="http://schemas.openxmlformats.org/officeDocument/2006/relationships/image" Target="../media/image73.png"/></Relationships>
</file>

<file path=ppt/slides/_rels/slide25.xml.rels><?xml version="1.0" encoding="UTF-8" standalone="yes"?>
<Relationships xmlns="http://schemas.openxmlformats.org/package/2006/relationships"><Relationship Id="rId3" Type="http://schemas.openxmlformats.org/officeDocument/2006/relationships/image" Target="../media/image78.png"/><Relationship Id="rId7" Type="http://schemas.openxmlformats.org/officeDocument/2006/relationships/image" Target="../media/image82.png"/><Relationship Id="rId2" Type="http://schemas.openxmlformats.org/officeDocument/2006/relationships/image" Target="../media/image77.png"/><Relationship Id="rId1" Type="http://schemas.openxmlformats.org/officeDocument/2006/relationships/slideLayout" Target="../slideLayouts/slideLayout6.xml"/><Relationship Id="rId6" Type="http://schemas.openxmlformats.org/officeDocument/2006/relationships/image" Target="../media/image81.png"/><Relationship Id="rId5" Type="http://schemas.openxmlformats.org/officeDocument/2006/relationships/image" Target="../media/image80.png"/><Relationship Id="rId4" Type="http://schemas.openxmlformats.org/officeDocument/2006/relationships/image" Target="../media/image79.png"/></Relationships>
</file>

<file path=ppt/slides/_rels/slide26.xml.rels><?xml version="1.0" encoding="UTF-8" standalone="yes"?>
<Relationships xmlns="http://schemas.openxmlformats.org/package/2006/relationships"><Relationship Id="rId8" Type="http://schemas.openxmlformats.org/officeDocument/2006/relationships/image" Target="../media/image89.png"/><Relationship Id="rId3" Type="http://schemas.openxmlformats.org/officeDocument/2006/relationships/image" Target="../media/image84.png"/><Relationship Id="rId7" Type="http://schemas.openxmlformats.org/officeDocument/2006/relationships/image" Target="../media/image88.png"/><Relationship Id="rId2" Type="http://schemas.openxmlformats.org/officeDocument/2006/relationships/image" Target="../media/image83.png"/><Relationship Id="rId1" Type="http://schemas.openxmlformats.org/officeDocument/2006/relationships/slideLayout" Target="../slideLayouts/slideLayout6.xml"/><Relationship Id="rId6" Type="http://schemas.openxmlformats.org/officeDocument/2006/relationships/image" Target="../media/image87.png"/><Relationship Id="rId5" Type="http://schemas.openxmlformats.org/officeDocument/2006/relationships/image" Target="../media/image86.png"/><Relationship Id="rId10" Type="http://schemas.openxmlformats.org/officeDocument/2006/relationships/image" Target="../media/image91.png"/><Relationship Id="rId4" Type="http://schemas.openxmlformats.org/officeDocument/2006/relationships/image" Target="../media/image85.png"/><Relationship Id="rId9" Type="http://schemas.openxmlformats.org/officeDocument/2006/relationships/image" Target="../media/image90.png"/></Relationships>
</file>

<file path=ppt/slides/_rels/slide27.xml.rels><?xml version="1.0" encoding="UTF-8" standalone="yes"?>
<Relationships xmlns="http://schemas.openxmlformats.org/package/2006/relationships"><Relationship Id="rId8" Type="http://schemas.openxmlformats.org/officeDocument/2006/relationships/image" Target="../media/image98.png"/><Relationship Id="rId3" Type="http://schemas.openxmlformats.org/officeDocument/2006/relationships/image" Target="../media/image93.png"/><Relationship Id="rId7" Type="http://schemas.openxmlformats.org/officeDocument/2006/relationships/image" Target="../media/image97.png"/><Relationship Id="rId2" Type="http://schemas.openxmlformats.org/officeDocument/2006/relationships/image" Target="../media/image92.png"/><Relationship Id="rId1" Type="http://schemas.openxmlformats.org/officeDocument/2006/relationships/slideLayout" Target="../slideLayouts/slideLayout6.xml"/><Relationship Id="rId6" Type="http://schemas.openxmlformats.org/officeDocument/2006/relationships/image" Target="../media/image96.png"/><Relationship Id="rId5" Type="http://schemas.openxmlformats.org/officeDocument/2006/relationships/image" Target="../media/image95.png"/><Relationship Id="rId4" Type="http://schemas.openxmlformats.org/officeDocument/2006/relationships/image" Target="../media/image94.png"/></Relationships>
</file>

<file path=ppt/slides/_rels/slide28.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image" Target="../media/image99.png"/><Relationship Id="rId1" Type="http://schemas.openxmlformats.org/officeDocument/2006/relationships/slideLayout" Target="../slideLayouts/slideLayout6.xml"/><Relationship Id="rId5" Type="http://schemas.openxmlformats.org/officeDocument/2006/relationships/image" Target="../media/image102.png"/><Relationship Id="rId4" Type="http://schemas.openxmlformats.org/officeDocument/2006/relationships/image" Target="../media/image101.png"/></Relationships>
</file>

<file path=ppt/slides/_rels/slide29.xml.rels><?xml version="1.0" encoding="UTF-8" standalone="yes"?>
<Relationships xmlns="http://schemas.openxmlformats.org/package/2006/relationships"><Relationship Id="rId3" Type="http://schemas.openxmlformats.org/officeDocument/2006/relationships/image" Target="../media/image104.png"/><Relationship Id="rId2" Type="http://schemas.openxmlformats.org/officeDocument/2006/relationships/image" Target="../media/image103.png"/><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2" Type="http://schemas.openxmlformats.org/officeDocument/2006/relationships/image" Target="../media/image104.png"/><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image" Target="../media/image104.png"/><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image" Target="../media/image104.png"/><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image" Target="../media/image105.png"/><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2" Type="http://schemas.openxmlformats.org/officeDocument/2006/relationships/image" Target="../media/image106.png"/><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3" Type="http://schemas.openxmlformats.org/officeDocument/2006/relationships/image" Target="../media/image108.png"/><Relationship Id="rId2" Type="http://schemas.openxmlformats.org/officeDocument/2006/relationships/image" Target="../media/image107.png"/><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2" Type="http://schemas.openxmlformats.org/officeDocument/2006/relationships/image" Target="../media/image109.png"/><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2" Type="http://schemas.openxmlformats.org/officeDocument/2006/relationships/image" Target="../media/image110.png"/><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3" Type="http://schemas.openxmlformats.org/officeDocument/2006/relationships/image" Target="../media/image112.jpeg"/><Relationship Id="rId2" Type="http://schemas.openxmlformats.org/officeDocument/2006/relationships/image" Target="../media/image111.jpeg"/><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8" Type="http://schemas.openxmlformats.org/officeDocument/2006/relationships/image" Target="../media/image600.png"/><Relationship Id="rId13" Type="http://schemas.openxmlformats.org/officeDocument/2006/relationships/image" Target="../media/image650.png"/><Relationship Id="rId3" Type="http://schemas.openxmlformats.org/officeDocument/2006/relationships/image" Target="../media/image550.png"/><Relationship Id="rId7" Type="http://schemas.openxmlformats.org/officeDocument/2006/relationships/image" Target="../media/image590.png"/><Relationship Id="rId12" Type="http://schemas.openxmlformats.org/officeDocument/2006/relationships/image" Target="../media/image640.png"/><Relationship Id="rId2" Type="http://schemas.openxmlformats.org/officeDocument/2006/relationships/image" Target="../media/image540.png"/><Relationship Id="rId1" Type="http://schemas.openxmlformats.org/officeDocument/2006/relationships/slideLayout" Target="../slideLayouts/slideLayout6.xml"/><Relationship Id="rId6" Type="http://schemas.openxmlformats.org/officeDocument/2006/relationships/image" Target="../media/image580.png"/><Relationship Id="rId11" Type="http://schemas.openxmlformats.org/officeDocument/2006/relationships/image" Target="../media/image630.png"/><Relationship Id="rId5" Type="http://schemas.openxmlformats.org/officeDocument/2006/relationships/image" Target="../media/image570.png"/><Relationship Id="rId10" Type="http://schemas.openxmlformats.org/officeDocument/2006/relationships/image" Target="../media/image620.png"/><Relationship Id="rId4" Type="http://schemas.openxmlformats.org/officeDocument/2006/relationships/image" Target="../media/image560.png"/><Relationship Id="rId9" Type="http://schemas.openxmlformats.org/officeDocument/2006/relationships/image" Target="../media/image61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6EC4492-536E-45F7-8D96-DD5F7ED7ECE6}"/>
              </a:ext>
            </a:extLst>
          </p:cNvPr>
          <p:cNvSpPr>
            <a:spLocks noGrp="1"/>
          </p:cNvSpPr>
          <p:nvPr>
            <p:ph type="ctrTitle"/>
          </p:nvPr>
        </p:nvSpPr>
        <p:spPr/>
        <p:txBody>
          <a:bodyPr/>
          <a:lstStyle/>
          <a:p>
            <a:r>
              <a:rPr kumimoji="1" lang="en-US" altLang="ja-JP" dirty="0"/>
              <a:t>ΔΣ</a:t>
            </a:r>
            <a:r>
              <a:rPr kumimoji="1" lang="ja-JP" altLang="en-US" dirty="0"/>
              <a:t>変調器の</a:t>
            </a:r>
            <a:r>
              <a:rPr kumimoji="1" lang="en-US" altLang="ja-JP" dirty="0"/>
              <a:t>ADC</a:t>
            </a:r>
            <a:endParaRPr kumimoji="1" lang="ja-JP" altLang="en-US" dirty="0"/>
          </a:p>
        </p:txBody>
      </p:sp>
      <p:sp>
        <p:nvSpPr>
          <p:cNvPr id="3" name="字幕 2">
            <a:extLst>
              <a:ext uri="{FF2B5EF4-FFF2-40B4-BE49-F238E27FC236}">
                <a16:creationId xmlns:a16="http://schemas.microsoft.com/office/drawing/2014/main" id="{7997785A-7A3E-54CC-A0DD-A72D89D9432D}"/>
              </a:ext>
            </a:extLst>
          </p:cNvPr>
          <p:cNvSpPr>
            <a:spLocks noGrp="1"/>
          </p:cNvSpPr>
          <p:nvPr>
            <p:ph type="subTitle" idx="1"/>
          </p:nvPr>
        </p:nvSpPr>
        <p:spPr/>
        <p:txBody>
          <a:bodyPr/>
          <a:lstStyle/>
          <a:p>
            <a:r>
              <a:rPr kumimoji="1" lang="en-US" altLang="ja-JP" dirty="0"/>
              <a:t>ISHI</a:t>
            </a:r>
            <a:r>
              <a:rPr kumimoji="1" lang="ja-JP" altLang="en-US" dirty="0"/>
              <a:t>会</a:t>
            </a:r>
            <a:br>
              <a:rPr kumimoji="1" lang="en-US" altLang="ja-JP" dirty="0"/>
            </a:br>
            <a:r>
              <a:rPr kumimoji="1" lang="ja-JP" altLang="en-US" dirty="0"/>
              <a:t>フルデジタルで音声を操るためのロジック回路</a:t>
            </a:r>
            <a:r>
              <a:rPr lang="ja-JP" altLang="en-US" dirty="0"/>
              <a:t> </a:t>
            </a:r>
            <a:r>
              <a:rPr lang="en-US" altLang="ja-JP" dirty="0"/>
              <a:t>4</a:t>
            </a:r>
            <a:r>
              <a:rPr lang="ja-JP" altLang="en-US" dirty="0"/>
              <a:t>回目</a:t>
            </a:r>
            <a:endParaRPr kumimoji="1" lang="en-US" altLang="ja-JP" dirty="0"/>
          </a:p>
        </p:txBody>
      </p:sp>
    </p:spTree>
    <p:extLst>
      <p:ext uri="{BB962C8B-B14F-4D97-AF65-F5344CB8AC3E}">
        <p14:creationId xmlns:p14="http://schemas.microsoft.com/office/powerpoint/2010/main" val="11679636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3222B19-9EB0-3F88-952C-27A2DD272372}"/>
              </a:ext>
            </a:extLst>
          </p:cNvPr>
          <p:cNvSpPr>
            <a:spLocks noGrp="1"/>
          </p:cNvSpPr>
          <p:nvPr>
            <p:ph type="title"/>
          </p:nvPr>
        </p:nvSpPr>
        <p:spPr/>
        <p:txBody>
          <a:bodyPr/>
          <a:lstStyle/>
          <a:p>
            <a:r>
              <a:rPr kumimoji="1" lang="ja-JP" altLang="en-US" dirty="0"/>
              <a:t>目次</a:t>
            </a:r>
          </a:p>
        </p:txBody>
      </p:sp>
      <p:sp>
        <p:nvSpPr>
          <p:cNvPr id="3" name="コンテンツ プレースホルダー 2">
            <a:extLst>
              <a:ext uri="{FF2B5EF4-FFF2-40B4-BE49-F238E27FC236}">
                <a16:creationId xmlns:a16="http://schemas.microsoft.com/office/drawing/2014/main" id="{8F7D4D82-DFF0-B78E-D2F8-5CA38FC867B8}"/>
              </a:ext>
            </a:extLst>
          </p:cNvPr>
          <p:cNvSpPr>
            <a:spLocks noGrp="1"/>
          </p:cNvSpPr>
          <p:nvPr>
            <p:ph idx="1"/>
          </p:nvPr>
        </p:nvSpPr>
        <p:spPr/>
        <p:txBody>
          <a:bodyPr>
            <a:normAutofit/>
          </a:bodyPr>
          <a:lstStyle/>
          <a:p>
            <a:pPr>
              <a:spcBef>
                <a:spcPts val="0"/>
              </a:spcBef>
            </a:pPr>
            <a:r>
              <a:rPr lang="ja-JP" altLang="en-US" sz="2400" dirty="0"/>
              <a:t>先週の回答</a:t>
            </a:r>
            <a:endParaRPr lang="en-US" altLang="ja-JP" sz="2400" dirty="0"/>
          </a:p>
          <a:p>
            <a:pPr lvl="1">
              <a:spcBef>
                <a:spcPts val="0"/>
              </a:spcBef>
            </a:pPr>
            <a:r>
              <a:rPr lang="en-US" altLang="ja-JP" sz="2400" dirty="0"/>
              <a:t>PWM</a:t>
            </a:r>
            <a:r>
              <a:rPr lang="ja-JP" altLang="en-US" sz="2400" dirty="0"/>
              <a:t>を使って</a:t>
            </a:r>
            <a:r>
              <a:rPr lang="en-US" altLang="ja-JP" sz="2400" dirty="0"/>
              <a:t>LED</a:t>
            </a:r>
            <a:r>
              <a:rPr lang="ja-JP" altLang="en-US" sz="2400" dirty="0"/>
              <a:t>の調光をします。</a:t>
            </a:r>
            <a:endParaRPr lang="en-US" altLang="ja-JP" sz="2400" dirty="0"/>
          </a:p>
          <a:p>
            <a:pPr>
              <a:spcBef>
                <a:spcPts val="0"/>
              </a:spcBef>
            </a:pPr>
            <a:r>
              <a:rPr lang="en-US" altLang="ja-JP" sz="2400" dirty="0"/>
              <a:t>Δ</a:t>
            </a:r>
            <a:r>
              <a:rPr lang="ja-JP" altLang="en-US" sz="2400" dirty="0"/>
              <a:t>変調と</a:t>
            </a:r>
            <a:r>
              <a:rPr lang="en-US" altLang="ja-JP" sz="2400" dirty="0"/>
              <a:t>ΔΣ</a:t>
            </a:r>
            <a:r>
              <a:rPr lang="ja-JP" altLang="en-US" sz="2400" dirty="0"/>
              <a:t>変調</a:t>
            </a:r>
            <a:endParaRPr lang="en-US" altLang="ja-JP" sz="2400" dirty="0"/>
          </a:p>
          <a:p>
            <a:pPr>
              <a:spcBef>
                <a:spcPts val="0"/>
              </a:spcBef>
            </a:pPr>
            <a:r>
              <a:rPr lang="en-US" altLang="ja-JP" sz="2400" dirty="0"/>
              <a:t>ΔΣ</a:t>
            </a:r>
            <a:r>
              <a:rPr lang="ja-JP" altLang="en-US" sz="2400" dirty="0"/>
              <a:t>変調のシミュレーション</a:t>
            </a:r>
            <a:endParaRPr lang="en-US" altLang="ja-JP" sz="2400" dirty="0"/>
          </a:p>
          <a:p>
            <a:pPr>
              <a:spcBef>
                <a:spcPts val="0"/>
              </a:spcBef>
            </a:pPr>
            <a:r>
              <a:rPr lang="en-US" altLang="ja-JP" sz="2400" dirty="0"/>
              <a:t>ΔΣ</a:t>
            </a:r>
            <a:r>
              <a:rPr lang="ja-JP" altLang="en-US" sz="2400" dirty="0"/>
              <a:t>変調の</a:t>
            </a:r>
            <a:r>
              <a:rPr lang="en-US" altLang="ja-JP" sz="2400" dirty="0"/>
              <a:t>FPGA</a:t>
            </a:r>
            <a:r>
              <a:rPr lang="ja-JP" altLang="en-US" sz="2400" dirty="0"/>
              <a:t>への実装</a:t>
            </a:r>
            <a:endParaRPr lang="en-US" altLang="ja-JP" sz="2400" dirty="0"/>
          </a:p>
        </p:txBody>
      </p:sp>
      <p:sp>
        <p:nvSpPr>
          <p:cNvPr id="4" name="スライド番号プレースホルダー 3">
            <a:extLst>
              <a:ext uri="{FF2B5EF4-FFF2-40B4-BE49-F238E27FC236}">
                <a16:creationId xmlns:a16="http://schemas.microsoft.com/office/drawing/2014/main" id="{04C34DB5-D1AB-5914-23DD-9ADFCEC85F19}"/>
              </a:ext>
            </a:extLst>
          </p:cNvPr>
          <p:cNvSpPr>
            <a:spLocks noGrp="1"/>
          </p:cNvSpPr>
          <p:nvPr>
            <p:ph type="sldNum" sz="quarter" idx="12"/>
          </p:nvPr>
        </p:nvSpPr>
        <p:spPr/>
        <p:txBody>
          <a:bodyPr/>
          <a:lstStyle/>
          <a:p>
            <a:fld id="{336D103E-743F-4B05-B1B2-74D6FB9408BE}" type="slidenum">
              <a:rPr kumimoji="1" lang="ja-JP" altLang="en-US" smtClean="0"/>
              <a:t>2</a:t>
            </a:fld>
            <a:endParaRPr kumimoji="1" lang="ja-JP" altLang="en-US"/>
          </a:p>
        </p:txBody>
      </p:sp>
    </p:spTree>
    <p:extLst>
      <p:ext uri="{BB962C8B-B14F-4D97-AF65-F5344CB8AC3E}">
        <p14:creationId xmlns:p14="http://schemas.microsoft.com/office/powerpoint/2010/main" val="38257529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3">
            <a:extLst>
              <a:ext uri="{FF2B5EF4-FFF2-40B4-BE49-F238E27FC236}">
                <a16:creationId xmlns:a16="http://schemas.microsoft.com/office/drawing/2014/main" id="{4C9C5568-1AD6-67FD-22A5-D2645A62109F}"/>
              </a:ext>
            </a:extLst>
          </p:cNvPr>
          <p:cNvSpPr>
            <a:spLocks noGrp="1"/>
          </p:cNvSpPr>
          <p:nvPr>
            <p:ph type="title"/>
          </p:nvPr>
        </p:nvSpPr>
        <p:spPr/>
        <p:txBody>
          <a:bodyPr/>
          <a:lstStyle/>
          <a:p>
            <a:r>
              <a:rPr lang="en-US" altLang="ja-JP" dirty="0"/>
              <a:t>PWM</a:t>
            </a:r>
            <a:r>
              <a:rPr lang="ja-JP" altLang="en-US" dirty="0"/>
              <a:t>を用いた</a:t>
            </a:r>
            <a:r>
              <a:rPr lang="en-US" altLang="ja-JP" dirty="0"/>
              <a:t>LED</a:t>
            </a:r>
            <a:r>
              <a:rPr lang="ja-JP" altLang="en-US" dirty="0"/>
              <a:t>の調光</a:t>
            </a:r>
          </a:p>
        </p:txBody>
      </p:sp>
      <p:sp>
        <p:nvSpPr>
          <p:cNvPr id="5" name="テキスト プレースホルダー 4">
            <a:extLst>
              <a:ext uri="{FF2B5EF4-FFF2-40B4-BE49-F238E27FC236}">
                <a16:creationId xmlns:a16="http://schemas.microsoft.com/office/drawing/2014/main" id="{8A4E78E2-63BD-D48C-141A-E1854669D356}"/>
              </a:ext>
            </a:extLst>
          </p:cNvPr>
          <p:cNvSpPr>
            <a:spLocks noGrp="1"/>
          </p:cNvSpPr>
          <p:nvPr>
            <p:ph type="body" idx="1"/>
          </p:nvPr>
        </p:nvSpPr>
        <p:spPr/>
        <p:txBody>
          <a:bodyPr/>
          <a:lstStyle/>
          <a:p>
            <a:endParaRPr lang="ja-JP" altLang="en-US"/>
          </a:p>
        </p:txBody>
      </p:sp>
      <p:sp>
        <p:nvSpPr>
          <p:cNvPr id="3" name="スライド番号プレースホルダー 2">
            <a:extLst>
              <a:ext uri="{FF2B5EF4-FFF2-40B4-BE49-F238E27FC236}">
                <a16:creationId xmlns:a16="http://schemas.microsoft.com/office/drawing/2014/main" id="{9495DF75-4C9E-156C-B724-71A0AA7E5200}"/>
              </a:ext>
            </a:extLst>
          </p:cNvPr>
          <p:cNvSpPr>
            <a:spLocks noGrp="1"/>
          </p:cNvSpPr>
          <p:nvPr>
            <p:ph type="sldNum" sz="quarter" idx="12"/>
          </p:nvPr>
        </p:nvSpPr>
        <p:spPr/>
        <p:txBody>
          <a:bodyPr/>
          <a:lstStyle/>
          <a:p>
            <a:fld id="{336D103E-743F-4B05-B1B2-74D6FB9408BE}" type="slidenum">
              <a:rPr kumimoji="1" lang="ja-JP" altLang="en-US" smtClean="0"/>
              <a:t>3</a:t>
            </a:fld>
            <a:endParaRPr kumimoji="1" lang="ja-JP" altLang="en-US"/>
          </a:p>
        </p:txBody>
      </p:sp>
    </p:spTree>
    <p:extLst>
      <p:ext uri="{BB962C8B-B14F-4D97-AF65-F5344CB8AC3E}">
        <p14:creationId xmlns:p14="http://schemas.microsoft.com/office/powerpoint/2010/main" val="7710020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9235E61-EA4E-3E03-CC17-DE19B20587E6}"/>
              </a:ext>
            </a:extLst>
          </p:cNvPr>
          <p:cNvSpPr>
            <a:spLocks noGrp="1"/>
          </p:cNvSpPr>
          <p:nvPr>
            <p:ph type="title"/>
          </p:nvPr>
        </p:nvSpPr>
        <p:spPr/>
        <p:txBody>
          <a:bodyPr/>
          <a:lstStyle/>
          <a:p>
            <a:r>
              <a:rPr kumimoji="1" lang="en-US" altLang="ja-JP" dirty="0"/>
              <a:t>PWM (Pulse Width Modulation)</a:t>
            </a:r>
            <a:r>
              <a:rPr kumimoji="1" lang="ja-JP" altLang="en-US" dirty="0"/>
              <a:t>とは</a:t>
            </a:r>
            <a:r>
              <a:rPr kumimoji="1" lang="en-US" altLang="ja-JP" dirty="0"/>
              <a:t>?</a:t>
            </a:r>
            <a:endParaRPr kumimoji="1" lang="ja-JP" altLang="en-US" dirty="0"/>
          </a:p>
        </p:txBody>
      </p:sp>
      <p:sp>
        <p:nvSpPr>
          <p:cNvPr id="4" name="スライド番号プレースホルダー 3">
            <a:extLst>
              <a:ext uri="{FF2B5EF4-FFF2-40B4-BE49-F238E27FC236}">
                <a16:creationId xmlns:a16="http://schemas.microsoft.com/office/drawing/2014/main" id="{E29D0E22-4A9D-1E2C-CA17-F5BCB99D051B}"/>
              </a:ext>
            </a:extLst>
          </p:cNvPr>
          <p:cNvSpPr>
            <a:spLocks noGrp="1"/>
          </p:cNvSpPr>
          <p:nvPr>
            <p:ph type="sldNum" sz="quarter" idx="12"/>
          </p:nvPr>
        </p:nvSpPr>
        <p:spPr/>
        <p:txBody>
          <a:bodyPr/>
          <a:lstStyle/>
          <a:p>
            <a:fld id="{336D103E-743F-4B05-B1B2-74D6FB9408BE}" type="slidenum">
              <a:rPr kumimoji="1" lang="ja-JP" altLang="en-US" smtClean="0"/>
              <a:t>4</a:t>
            </a:fld>
            <a:endParaRPr kumimoji="1" lang="ja-JP" altLang="en-US"/>
          </a:p>
        </p:txBody>
      </p:sp>
      <p:cxnSp>
        <p:nvCxnSpPr>
          <p:cNvPr id="9" name="直線コネクタ 8">
            <a:extLst>
              <a:ext uri="{FF2B5EF4-FFF2-40B4-BE49-F238E27FC236}">
                <a16:creationId xmlns:a16="http://schemas.microsoft.com/office/drawing/2014/main" id="{2A6E2308-10D5-F18E-D8B0-1B83C65F4ED3}"/>
              </a:ext>
            </a:extLst>
          </p:cNvPr>
          <p:cNvCxnSpPr>
            <a:cxnSpLocks/>
          </p:cNvCxnSpPr>
          <p:nvPr/>
        </p:nvCxnSpPr>
        <p:spPr>
          <a:xfrm>
            <a:off x="610804" y="6301383"/>
            <a:ext cx="4756245" cy="0"/>
          </a:xfrm>
          <a:prstGeom prst="line">
            <a:avLst/>
          </a:prstGeom>
          <a:ln w="19050">
            <a:solidFill>
              <a:schemeClr val="accent4">
                <a:lumMod val="60000"/>
                <a:lumOff val="40000"/>
              </a:schemeClr>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grpSp>
        <p:nvGrpSpPr>
          <p:cNvPr id="179" name="グループ化 178">
            <a:extLst>
              <a:ext uri="{FF2B5EF4-FFF2-40B4-BE49-F238E27FC236}">
                <a16:creationId xmlns:a16="http://schemas.microsoft.com/office/drawing/2014/main" id="{31C7D848-D88E-DECA-903A-569ADDA2C48A}"/>
              </a:ext>
            </a:extLst>
          </p:cNvPr>
          <p:cNvGrpSpPr/>
          <p:nvPr/>
        </p:nvGrpSpPr>
        <p:grpSpPr>
          <a:xfrm>
            <a:off x="850263" y="1413921"/>
            <a:ext cx="4272282" cy="586234"/>
            <a:chOff x="850263" y="1106846"/>
            <a:chExt cx="4272282" cy="586234"/>
          </a:xfrm>
        </p:grpSpPr>
        <p:grpSp>
          <p:nvGrpSpPr>
            <p:cNvPr id="44" name="グループ化 43">
              <a:extLst>
                <a:ext uri="{FF2B5EF4-FFF2-40B4-BE49-F238E27FC236}">
                  <a16:creationId xmlns:a16="http://schemas.microsoft.com/office/drawing/2014/main" id="{150BA6BD-5889-0E8A-8A4E-73506993DD14}"/>
                </a:ext>
              </a:extLst>
            </p:cNvPr>
            <p:cNvGrpSpPr/>
            <p:nvPr/>
          </p:nvGrpSpPr>
          <p:grpSpPr>
            <a:xfrm>
              <a:off x="850265" y="1106846"/>
              <a:ext cx="4272280" cy="586234"/>
              <a:chOff x="850265" y="1106846"/>
              <a:chExt cx="4272280" cy="586234"/>
            </a:xfrm>
          </p:grpSpPr>
          <p:cxnSp>
            <p:nvCxnSpPr>
              <p:cNvPr id="12" name="直線コネクタ 11">
                <a:extLst>
                  <a:ext uri="{FF2B5EF4-FFF2-40B4-BE49-F238E27FC236}">
                    <a16:creationId xmlns:a16="http://schemas.microsoft.com/office/drawing/2014/main" id="{ED635FBC-76E9-11AF-77C8-C0E68734A2F3}"/>
                  </a:ext>
                </a:extLst>
              </p:cNvPr>
              <p:cNvCxnSpPr>
                <a:cxnSpLocks/>
              </p:cNvCxnSpPr>
              <p:nvPr/>
            </p:nvCxnSpPr>
            <p:spPr>
              <a:xfrm>
                <a:off x="850265" y="1106846"/>
                <a:ext cx="0" cy="586234"/>
              </a:xfrm>
              <a:prstGeom prst="line">
                <a:avLst/>
              </a:prstGeom>
              <a:ln w="19050">
                <a:solidFill>
                  <a:schemeClr val="accent4">
                    <a:lumMod val="60000"/>
                    <a:lumOff val="4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5" name="直線コネクタ 14">
                <a:extLst>
                  <a:ext uri="{FF2B5EF4-FFF2-40B4-BE49-F238E27FC236}">
                    <a16:creationId xmlns:a16="http://schemas.microsoft.com/office/drawing/2014/main" id="{FF67CF52-7825-EB5F-40AE-F93E8A63B931}"/>
                  </a:ext>
                </a:extLst>
              </p:cNvPr>
              <p:cNvCxnSpPr>
                <a:cxnSpLocks/>
              </p:cNvCxnSpPr>
              <p:nvPr/>
            </p:nvCxnSpPr>
            <p:spPr>
              <a:xfrm>
                <a:off x="1704721" y="1106846"/>
                <a:ext cx="0" cy="586234"/>
              </a:xfrm>
              <a:prstGeom prst="line">
                <a:avLst/>
              </a:prstGeom>
              <a:ln w="19050">
                <a:solidFill>
                  <a:schemeClr val="accent4">
                    <a:lumMod val="60000"/>
                    <a:lumOff val="4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6" name="直線コネクタ 15">
                <a:extLst>
                  <a:ext uri="{FF2B5EF4-FFF2-40B4-BE49-F238E27FC236}">
                    <a16:creationId xmlns:a16="http://schemas.microsoft.com/office/drawing/2014/main" id="{A90EAA52-F3C8-3292-8A5D-78220E4022DD}"/>
                  </a:ext>
                </a:extLst>
              </p:cNvPr>
              <p:cNvCxnSpPr>
                <a:cxnSpLocks/>
              </p:cNvCxnSpPr>
              <p:nvPr/>
            </p:nvCxnSpPr>
            <p:spPr>
              <a:xfrm>
                <a:off x="2559177" y="1106846"/>
                <a:ext cx="0" cy="586234"/>
              </a:xfrm>
              <a:prstGeom prst="line">
                <a:avLst/>
              </a:prstGeom>
              <a:ln w="19050">
                <a:solidFill>
                  <a:schemeClr val="accent4">
                    <a:lumMod val="60000"/>
                    <a:lumOff val="4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7" name="直線コネクタ 16">
                <a:extLst>
                  <a:ext uri="{FF2B5EF4-FFF2-40B4-BE49-F238E27FC236}">
                    <a16:creationId xmlns:a16="http://schemas.microsoft.com/office/drawing/2014/main" id="{05BB54BB-A895-BE5A-0A69-C8211E22E24E}"/>
                  </a:ext>
                </a:extLst>
              </p:cNvPr>
              <p:cNvCxnSpPr>
                <a:cxnSpLocks/>
              </p:cNvCxnSpPr>
              <p:nvPr/>
            </p:nvCxnSpPr>
            <p:spPr>
              <a:xfrm>
                <a:off x="3413633" y="1106846"/>
                <a:ext cx="0" cy="586234"/>
              </a:xfrm>
              <a:prstGeom prst="line">
                <a:avLst/>
              </a:prstGeom>
              <a:ln w="19050">
                <a:solidFill>
                  <a:schemeClr val="accent4">
                    <a:lumMod val="60000"/>
                    <a:lumOff val="4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8" name="直線コネクタ 17">
                <a:extLst>
                  <a:ext uri="{FF2B5EF4-FFF2-40B4-BE49-F238E27FC236}">
                    <a16:creationId xmlns:a16="http://schemas.microsoft.com/office/drawing/2014/main" id="{C294FD98-A5CC-AE80-AAFC-F13591074958}"/>
                  </a:ext>
                </a:extLst>
              </p:cNvPr>
              <p:cNvCxnSpPr>
                <a:cxnSpLocks/>
              </p:cNvCxnSpPr>
              <p:nvPr/>
            </p:nvCxnSpPr>
            <p:spPr>
              <a:xfrm>
                <a:off x="4268089" y="1106846"/>
                <a:ext cx="0" cy="586234"/>
              </a:xfrm>
              <a:prstGeom prst="line">
                <a:avLst/>
              </a:prstGeom>
              <a:ln w="19050">
                <a:solidFill>
                  <a:schemeClr val="accent4">
                    <a:lumMod val="60000"/>
                    <a:lumOff val="4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9" name="直線コネクタ 18">
                <a:extLst>
                  <a:ext uri="{FF2B5EF4-FFF2-40B4-BE49-F238E27FC236}">
                    <a16:creationId xmlns:a16="http://schemas.microsoft.com/office/drawing/2014/main" id="{5DF6BF93-8765-C148-B6AD-FA4E068018A5}"/>
                  </a:ext>
                </a:extLst>
              </p:cNvPr>
              <p:cNvCxnSpPr>
                <a:cxnSpLocks/>
              </p:cNvCxnSpPr>
              <p:nvPr/>
            </p:nvCxnSpPr>
            <p:spPr>
              <a:xfrm>
                <a:off x="5122545" y="1106846"/>
                <a:ext cx="0" cy="586234"/>
              </a:xfrm>
              <a:prstGeom prst="line">
                <a:avLst/>
              </a:prstGeom>
              <a:ln w="19050">
                <a:solidFill>
                  <a:schemeClr val="accent4">
                    <a:lumMod val="60000"/>
                    <a:lumOff val="4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cxnSp>
          <p:nvCxnSpPr>
            <p:cNvPr id="96" name="直線コネクタ 95">
              <a:extLst>
                <a:ext uri="{FF2B5EF4-FFF2-40B4-BE49-F238E27FC236}">
                  <a16:creationId xmlns:a16="http://schemas.microsoft.com/office/drawing/2014/main" id="{0C796DF8-2CF1-112E-8925-317B64F996E2}"/>
                </a:ext>
              </a:extLst>
            </p:cNvPr>
            <p:cNvCxnSpPr>
              <a:cxnSpLocks/>
            </p:cNvCxnSpPr>
            <p:nvPr/>
          </p:nvCxnSpPr>
          <p:spPr>
            <a:xfrm flipH="1">
              <a:off x="850263" y="1628881"/>
              <a:ext cx="4272282" cy="0"/>
            </a:xfrm>
            <a:prstGeom prst="line">
              <a:avLst/>
            </a:prstGeom>
            <a:ln w="38100">
              <a:solidFill>
                <a:schemeClr val="tx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183" name="グループ化 182">
            <a:extLst>
              <a:ext uri="{FF2B5EF4-FFF2-40B4-BE49-F238E27FC236}">
                <a16:creationId xmlns:a16="http://schemas.microsoft.com/office/drawing/2014/main" id="{4E304C4D-7DD7-7F81-8651-6F9339439D46}"/>
              </a:ext>
            </a:extLst>
          </p:cNvPr>
          <p:cNvGrpSpPr/>
          <p:nvPr/>
        </p:nvGrpSpPr>
        <p:grpSpPr>
          <a:xfrm>
            <a:off x="847730" y="5362907"/>
            <a:ext cx="4274815" cy="586234"/>
            <a:chOff x="847730" y="4703482"/>
            <a:chExt cx="4274815" cy="586234"/>
          </a:xfrm>
        </p:grpSpPr>
        <p:grpSp>
          <p:nvGrpSpPr>
            <p:cNvPr id="66" name="グループ化 65">
              <a:extLst>
                <a:ext uri="{FF2B5EF4-FFF2-40B4-BE49-F238E27FC236}">
                  <a16:creationId xmlns:a16="http://schemas.microsoft.com/office/drawing/2014/main" id="{2D10B7E8-7C3E-3542-1770-BE8EEE74C89C}"/>
                </a:ext>
              </a:extLst>
            </p:cNvPr>
            <p:cNvGrpSpPr/>
            <p:nvPr/>
          </p:nvGrpSpPr>
          <p:grpSpPr>
            <a:xfrm>
              <a:off x="850265" y="4703482"/>
              <a:ext cx="4272280" cy="586234"/>
              <a:chOff x="850265" y="1106846"/>
              <a:chExt cx="4272280" cy="586234"/>
            </a:xfrm>
          </p:grpSpPr>
          <p:cxnSp>
            <p:nvCxnSpPr>
              <p:cNvPr id="67" name="直線コネクタ 66">
                <a:extLst>
                  <a:ext uri="{FF2B5EF4-FFF2-40B4-BE49-F238E27FC236}">
                    <a16:creationId xmlns:a16="http://schemas.microsoft.com/office/drawing/2014/main" id="{CDBCD7F0-2962-C9A3-0420-FFEB7C23A88C}"/>
                  </a:ext>
                </a:extLst>
              </p:cNvPr>
              <p:cNvCxnSpPr>
                <a:cxnSpLocks/>
              </p:cNvCxnSpPr>
              <p:nvPr/>
            </p:nvCxnSpPr>
            <p:spPr>
              <a:xfrm>
                <a:off x="850265" y="1106846"/>
                <a:ext cx="0" cy="586234"/>
              </a:xfrm>
              <a:prstGeom prst="line">
                <a:avLst/>
              </a:prstGeom>
              <a:ln w="19050">
                <a:solidFill>
                  <a:schemeClr val="accent4">
                    <a:lumMod val="60000"/>
                    <a:lumOff val="4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8" name="直線コネクタ 67">
                <a:extLst>
                  <a:ext uri="{FF2B5EF4-FFF2-40B4-BE49-F238E27FC236}">
                    <a16:creationId xmlns:a16="http://schemas.microsoft.com/office/drawing/2014/main" id="{89B04EFA-A824-FB3D-A651-DB6F7CEBA64E}"/>
                  </a:ext>
                </a:extLst>
              </p:cNvPr>
              <p:cNvCxnSpPr>
                <a:cxnSpLocks/>
              </p:cNvCxnSpPr>
              <p:nvPr/>
            </p:nvCxnSpPr>
            <p:spPr>
              <a:xfrm>
                <a:off x="1704721" y="1106846"/>
                <a:ext cx="0" cy="586234"/>
              </a:xfrm>
              <a:prstGeom prst="line">
                <a:avLst/>
              </a:prstGeom>
              <a:ln w="19050">
                <a:solidFill>
                  <a:schemeClr val="accent4">
                    <a:lumMod val="60000"/>
                    <a:lumOff val="4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9" name="直線コネクタ 68">
                <a:extLst>
                  <a:ext uri="{FF2B5EF4-FFF2-40B4-BE49-F238E27FC236}">
                    <a16:creationId xmlns:a16="http://schemas.microsoft.com/office/drawing/2014/main" id="{CBA73CBE-EC51-6D9A-C4D9-849D298FF6A8}"/>
                  </a:ext>
                </a:extLst>
              </p:cNvPr>
              <p:cNvCxnSpPr>
                <a:cxnSpLocks/>
              </p:cNvCxnSpPr>
              <p:nvPr/>
            </p:nvCxnSpPr>
            <p:spPr>
              <a:xfrm>
                <a:off x="2559177" y="1106846"/>
                <a:ext cx="0" cy="586234"/>
              </a:xfrm>
              <a:prstGeom prst="line">
                <a:avLst/>
              </a:prstGeom>
              <a:ln w="19050">
                <a:solidFill>
                  <a:schemeClr val="accent4">
                    <a:lumMod val="60000"/>
                    <a:lumOff val="4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0" name="直線コネクタ 69">
                <a:extLst>
                  <a:ext uri="{FF2B5EF4-FFF2-40B4-BE49-F238E27FC236}">
                    <a16:creationId xmlns:a16="http://schemas.microsoft.com/office/drawing/2014/main" id="{6AFDA7F9-7F3F-9062-2C93-D2B85D328D02}"/>
                  </a:ext>
                </a:extLst>
              </p:cNvPr>
              <p:cNvCxnSpPr>
                <a:cxnSpLocks/>
              </p:cNvCxnSpPr>
              <p:nvPr/>
            </p:nvCxnSpPr>
            <p:spPr>
              <a:xfrm>
                <a:off x="3413633" y="1106846"/>
                <a:ext cx="0" cy="586234"/>
              </a:xfrm>
              <a:prstGeom prst="line">
                <a:avLst/>
              </a:prstGeom>
              <a:ln w="19050">
                <a:solidFill>
                  <a:schemeClr val="accent4">
                    <a:lumMod val="60000"/>
                    <a:lumOff val="4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1" name="直線コネクタ 70">
                <a:extLst>
                  <a:ext uri="{FF2B5EF4-FFF2-40B4-BE49-F238E27FC236}">
                    <a16:creationId xmlns:a16="http://schemas.microsoft.com/office/drawing/2014/main" id="{2FCDC79C-DAF5-255F-7088-7E355C23DE9B}"/>
                  </a:ext>
                </a:extLst>
              </p:cNvPr>
              <p:cNvCxnSpPr>
                <a:cxnSpLocks/>
              </p:cNvCxnSpPr>
              <p:nvPr/>
            </p:nvCxnSpPr>
            <p:spPr>
              <a:xfrm>
                <a:off x="4268089" y="1106846"/>
                <a:ext cx="0" cy="586234"/>
              </a:xfrm>
              <a:prstGeom prst="line">
                <a:avLst/>
              </a:prstGeom>
              <a:ln w="19050">
                <a:solidFill>
                  <a:schemeClr val="accent4">
                    <a:lumMod val="60000"/>
                    <a:lumOff val="4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2" name="直線コネクタ 71">
                <a:extLst>
                  <a:ext uri="{FF2B5EF4-FFF2-40B4-BE49-F238E27FC236}">
                    <a16:creationId xmlns:a16="http://schemas.microsoft.com/office/drawing/2014/main" id="{91AD1031-4A6B-FB7D-77BC-2056D9A1845E}"/>
                  </a:ext>
                </a:extLst>
              </p:cNvPr>
              <p:cNvCxnSpPr>
                <a:cxnSpLocks/>
              </p:cNvCxnSpPr>
              <p:nvPr/>
            </p:nvCxnSpPr>
            <p:spPr>
              <a:xfrm>
                <a:off x="5122545" y="1106846"/>
                <a:ext cx="0" cy="586234"/>
              </a:xfrm>
              <a:prstGeom prst="line">
                <a:avLst/>
              </a:prstGeom>
              <a:ln w="19050">
                <a:solidFill>
                  <a:schemeClr val="accent4">
                    <a:lumMod val="60000"/>
                    <a:lumOff val="4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cxnSp>
          <p:nvCxnSpPr>
            <p:cNvPr id="105" name="直線コネクタ 104">
              <a:extLst>
                <a:ext uri="{FF2B5EF4-FFF2-40B4-BE49-F238E27FC236}">
                  <a16:creationId xmlns:a16="http://schemas.microsoft.com/office/drawing/2014/main" id="{29C9AF00-842E-A173-894A-D239921C312B}"/>
                </a:ext>
              </a:extLst>
            </p:cNvPr>
            <p:cNvCxnSpPr>
              <a:cxnSpLocks/>
            </p:cNvCxnSpPr>
            <p:nvPr/>
          </p:nvCxnSpPr>
          <p:spPr>
            <a:xfrm flipH="1">
              <a:off x="847730" y="4771282"/>
              <a:ext cx="4272282" cy="0"/>
            </a:xfrm>
            <a:prstGeom prst="line">
              <a:avLst/>
            </a:prstGeom>
            <a:ln w="38100">
              <a:solidFill>
                <a:schemeClr val="tx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180" name="グループ化 179">
            <a:extLst>
              <a:ext uri="{FF2B5EF4-FFF2-40B4-BE49-F238E27FC236}">
                <a16:creationId xmlns:a16="http://schemas.microsoft.com/office/drawing/2014/main" id="{7C850BE3-45D0-8C8B-C583-FEFE1819B98D}"/>
              </a:ext>
            </a:extLst>
          </p:cNvPr>
          <p:cNvGrpSpPr/>
          <p:nvPr/>
        </p:nvGrpSpPr>
        <p:grpSpPr>
          <a:xfrm>
            <a:off x="847730" y="2401168"/>
            <a:ext cx="4274815" cy="586234"/>
            <a:chOff x="847730" y="2000054"/>
            <a:chExt cx="4274815" cy="586234"/>
          </a:xfrm>
        </p:grpSpPr>
        <p:grpSp>
          <p:nvGrpSpPr>
            <p:cNvPr id="45" name="グループ化 44">
              <a:extLst>
                <a:ext uri="{FF2B5EF4-FFF2-40B4-BE49-F238E27FC236}">
                  <a16:creationId xmlns:a16="http://schemas.microsoft.com/office/drawing/2014/main" id="{9145B37E-A500-4F3A-2581-6946244DD2F2}"/>
                </a:ext>
              </a:extLst>
            </p:cNvPr>
            <p:cNvGrpSpPr/>
            <p:nvPr/>
          </p:nvGrpSpPr>
          <p:grpSpPr>
            <a:xfrm>
              <a:off x="850265" y="2000054"/>
              <a:ext cx="4272280" cy="586234"/>
              <a:chOff x="850265" y="1106846"/>
              <a:chExt cx="4272280" cy="586234"/>
            </a:xfrm>
          </p:grpSpPr>
          <p:cxnSp>
            <p:nvCxnSpPr>
              <p:cNvPr id="46" name="直線コネクタ 45">
                <a:extLst>
                  <a:ext uri="{FF2B5EF4-FFF2-40B4-BE49-F238E27FC236}">
                    <a16:creationId xmlns:a16="http://schemas.microsoft.com/office/drawing/2014/main" id="{1E961342-8EF5-5D24-5FE7-D4CE63FCFED9}"/>
                  </a:ext>
                </a:extLst>
              </p:cNvPr>
              <p:cNvCxnSpPr>
                <a:cxnSpLocks/>
              </p:cNvCxnSpPr>
              <p:nvPr/>
            </p:nvCxnSpPr>
            <p:spPr>
              <a:xfrm>
                <a:off x="850265" y="1106846"/>
                <a:ext cx="0" cy="586234"/>
              </a:xfrm>
              <a:prstGeom prst="line">
                <a:avLst/>
              </a:prstGeom>
              <a:ln w="19050">
                <a:solidFill>
                  <a:schemeClr val="accent4">
                    <a:lumMod val="60000"/>
                    <a:lumOff val="4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7" name="直線コネクタ 46">
                <a:extLst>
                  <a:ext uri="{FF2B5EF4-FFF2-40B4-BE49-F238E27FC236}">
                    <a16:creationId xmlns:a16="http://schemas.microsoft.com/office/drawing/2014/main" id="{F4F6E1CE-1CCE-48B0-3717-D1A6D92EA63E}"/>
                  </a:ext>
                </a:extLst>
              </p:cNvPr>
              <p:cNvCxnSpPr>
                <a:cxnSpLocks/>
              </p:cNvCxnSpPr>
              <p:nvPr/>
            </p:nvCxnSpPr>
            <p:spPr>
              <a:xfrm>
                <a:off x="1704721" y="1106846"/>
                <a:ext cx="0" cy="586234"/>
              </a:xfrm>
              <a:prstGeom prst="line">
                <a:avLst/>
              </a:prstGeom>
              <a:ln w="19050">
                <a:solidFill>
                  <a:schemeClr val="accent4">
                    <a:lumMod val="60000"/>
                    <a:lumOff val="4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8" name="直線コネクタ 47">
                <a:extLst>
                  <a:ext uri="{FF2B5EF4-FFF2-40B4-BE49-F238E27FC236}">
                    <a16:creationId xmlns:a16="http://schemas.microsoft.com/office/drawing/2014/main" id="{F7E3FE44-5B48-0921-352B-BD00DB4B1A30}"/>
                  </a:ext>
                </a:extLst>
              </p:cNvPr>
              <p:cNvCxnSpPr>
                <a:cxnSpLocks/>
              </p:cNvCxnSpPr>
              <p:nvPr/>
            </p:nvCxnSpPr>
            <p:spPr>
              <a:xfrm>
                <a:off x="2559177" y="1106846"/>
                <a:ext cx="0" cy="586234"/>
              </a:xfrm>
              <a:prstGeom prst="line">
                <a:avLst/>
              </a:prstGeom>
              <a:ln w="19050">
                <a:solidFill>
                  <a:schemeClr val="accent4">
                    <a:lumMod val="60000"/>
                    <a:lumOff val="4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9" name="直線コネクタ 48">
                <a:extLst>
                  <a:ext uri="{FF2B5EF4-FFF2-40B4-BE49-F238E27FC236}">
                    <a16:creationId xmlns:a16="http://schemas.microsoft.com/office/drawing/2014/main" id="{25883B6F-4FCB-E4BD-1E18-D695C1B5AED1}"/>
                  </a:ext>
                </a:extLst>
              </p:cNvPr>
              <p:cNvCxnSpPr>
                <a:cxnSpLocks/>
              </p:cNvCxnSpPr>
              <p:nvPr/>
            </p:nvCxnSpPr>
            <p:spPr>
              <a:xfrm>
                <a:off x="3413633" y="1106846"/>
                <a:ext cx="0" cy="586234"/>
              </a:xfrm>
              <a:prstGeom prst="line">
                <a:avLst/>
              </a:prstGeom>
              <a:ln w="19050">
                <a:solidFill>
                  <a:schemeClr val="accent4">
                    <a:lumMod val="60000"/>
                    <a:lumOff val="4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0" name="直線コネクタ 49">
                <a:extLst>
                  <a:ext uri="{FF2B5EF4-FFF2-40B4-BE49-F238E27FC236}">
                    <a16:creationId xmlns:a16="http://schemas.microsoft.com/office/drawing/2014/main" id="{1FF86FBB-AF69-7BDD-41DA-35CF80EBCF03}"/>
                  </a:ext>
                </a:extLst>
              </p:cNvPr>
              <p:cNvCxnSpPr>
                <a:cxnSpLocks/>
              </p:cNvCxnSpPr>
              <p:nvPr/>
            </p:nvCxnSpPr>
            <p:spPr>
              <a:xfrm>
                <a:off x="4268089" y="1106846"/>
                <a:ext cx="0" cy="586234"/>
              </a:xfrm>
              <a:prstGeom prst="line">
                <a:avLst/>
              </a:prstGeom>
              <a:ln w="19050">
                <a:solidFill>
                  <a:schemeClr val="accent4">
                    <a:lumMod val="60000"/>
                    <a:lumOff val="4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1" name="直線コネクタ 50">
                <a:extLst>
                  <a:ext uri="{FF2B5EF4-FFF2-40B4-BE49-F238E27FC236}">
                    <a16:creationId xmlns:a16="http://schemas.microsoft.com/office/drawing/2014/main" id="{806DD7E9-9B2C-4CE6-34EC-3E6B95205E58}"/>
                  </a:ext>
                </a:extLst>
              </p:cNvPr>
              <p:cNvCxnSpPr>
                <a:cxnSpLocks/>
              </p:cNvCxnSpPr>
              <p:nvPr/>
            </p:nvCxnSpPr>
            <p:spPr>
              <a:xfrm>
                <a:off x="5122545" y="1106846"/>
                <a:ext cx="0" cy="586234"/>
              </a:xfrm>
              <a:prstGeom prst="line">
                <a:avLst/>
              </a:prstGeom>
              <a:ln w="19050">
                <a:solidFill>
                  <a:schemeClr val="accent4">
                    <a:lumMod val="60000"/>
                    <a:lumOff val="4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166" name="グループ化 165">
              <a:extLst>
                <a:ext uri="{FF2B5EF4-FFF2-40B4-BE49-F238E27FC236}">
                  <a16:creationId xmlns:a16="http://schemas.microsoft.com/office/drawing/2014/main" id="{EBC5C960-A123-16C6-F5E3-31A2A2BCD94D}"/>
                </a:ext>
              </a:extLst>
            </p:cNvPr>
            <p:cNvGrpSpPr/>
            <p:nvPr/>
          </p:nvGrpSpPr>
          <p:grpSpPr>
            <a:xfrm>
              <a:off x="847730" y="2048401"/>
              <a:ext cx="4272289" cy="473689"/>
              <a:chOff x="847730" y="2048401"/>
              <a:chExt cx="4272289" cy="473689"/>
            </a:xfrm>
          </p:grpSpPr>
          <p:cxnSp>
            <p:nvCxnSpPr>
              <p:cNvPr id="97" name="直線コネクタ 96">
                <a:extLst>
                  <a:ext uri="{FF2B5EF4-FFF2-40B4-BE49-F238E27FC236}">
                    <a16:creationId xmlns:a16="http://schemas.microsoft.com/office/drawing/2014/main" id="{88A36ECB-BF8E-8814-74B2-B084E6E31D1E}"/>
                  </a:ext>
                </a:extLst>
              </p:cNvPr>
              <p:cNvCxnSpPr>
                <a:cxnSpLocks/>
              </p:cNvCxnSpPr>
              <p:nvPr/>
            </p:nvCxnSpPr>
            <p:spPr>
              <a:xfrm rot="5400000">
                <a:off x="621344" y="2293171"/>
                <a:ext cx="457837" cy="0"/>
              </a:xfrm>
              <a:prstGeom prst="line">
                <a:avLst/>
              </a:prstGeom>
              <a:ln w="38100">
                <a:solidFill>
                  <a:schemeClr val="tx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8" name="直線コネクタ 97">
                <a:extLst>
                  <a:ext uri="{FF2B5EF4-FFF2-40B4-BE49-F238E27FC236}">
                    <a16:creationId xmlns:a16="http://schemas.microsoft.com/office/drawing/2014/main" id="{745E51CF-E866-9FAD-8958-1C19131ADA29}"/>
                  </a:ext>
                </a:extLst>
              </p:cNvPr>
              <p:cNvCxnSpPr>
                <a:cxnSpLocks/>
              </p:cNvCxnSpPr>
              <p:nvPr/>
            </p:nvCxnSpPr>
            <p:spPr>
              <a:xfrm rot="5400000">
                <a:off x="834958" y="2293172"/>
                <a:ext cx="457837" cy="0"/>
              </a:xfrm>
              <a:prstGeom prst="line">
                <a:avLst/>
              </a:prstGeom>
              <a:ln w="38100">
                <a:solidFill>
                  <a:schemeClr val="tx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6" name="直線コネクタ 105">
                <a:extLst>
                  <a:ext uri="{FF2B5EF4-FFF2-40B4-BE49-F238E27FC236}">
                    <a16:creationId xmlns:a16="http://schemas.microsoft.com/office/drawing/2014/main" id="{A60396FE-6948-0395-50A0-E7D9A191235A}"/>
                  </a:ext>
                </a:extLst>
              </p:cNvPr>
              <p:cNvCxnSpPr>
                <a:cxnSpLocks/>
              </p:cNvCxnSpPr>
              <p:nvPr/>
            </p:nvCxnSpPr>
            <p:spPr>
              <a:xfrm flipH="1">
                <a:off x="847730" y="2064252"/>
                <a:ext cx="216146" cy="0"/>
              </a:xfrm>
              <a:prstGeom prst="line">
                <a:avLst/>
              </a:prstGeom>
              <a:ln w="38100">
                <a:solidFill>
                  <a:schemeClr val="tx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8" name="直線コネクタ 107">
                <a:extLst>
                  <a:ext uri="{FF2B5EF4-FFF2-40B4-BE49-F238E27FC236}">
                    <a16:creationId xmlns:a16="http://schemas.microsoft.com/office/drawing/2014/main" id="{ECB1DFBC-2967-223E-57B8-4919B27326AA}"/>
                  </a:ext>
                </a:extLst>
              </p:cNvPr>
              <p:cNvCxnSpPr>
                <a:cxnSpLocks/>
              </p:cNvCxnSpPr>
              <p:nvPr/>
            </p:nvCxnSpPr>
            <p:spPr>
              <a:xfrm flipH="1">
                <a:off x="1063876" y="2516245"/>
                <a:ext cx="643374" cy="0"/>
              </a:xfrm>
              <a:prstGeom prst="line">
                <a:avLst/>
              </a:prstGeom>
              <a:ln w="38100">
                <a:solidFill>
                  <a:schemeClr val="tx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8" name="直線コネクタ 117">
                <a:extLst>
                  <a:ext uri="{FF2B5EF4-FFF2-40B4-BE49-F238E27FC236}">
                    <a16:creationId xmlns:a16="http://schemas.microsoft.com/office/drawing/2014/main" id="{31EF7B14-B180-C980-19E8-4B14E8E99E45}"/>
                  </a:ext>
                </a:extLst>
              </p:cNvPr>
              <p:cNvCxnSpPr>
                <a:cxnSpLocks/>
              </p:cNvCxnSpPr>
              <p:nvPr/>
            </p:nvCxnSpPr>
            <p:spPr>
              <a:xfrm rot="5400000">
                <a:off x="1473266" y="2287327"/>
                <a:ext cx="457837" cy="0"/>
              </a:xfrm>
              <a:prstGeom prst="line">
                <a:avLst/>
              </a:prstGeom>
              <a:ln w="38100">
                <a:solidFill>
                  <a:schemeClr val="tx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9" name="直線コネクタ 118">
                <a:extLst>
                  <a:ext uri="{FF2B5EF4-FFF2-40B4-BE49-F238E27FC236}">
                    <a16:creationId xmlns:a16="http://schemas.microsoft.com/office/drawing/2014/main" id="{94E48A1E-B3C0-3E50-AB7F-7EEBD58DAA41}"/>
                  </a:ext>
                </a:extLst>
              </p:cNvPr>
              <p:cNvCxnSpPr>
                <a:cxnSpLocks/>
              </p:cNvCxnSpPr>
              <p:nvPr/>
            </p:nvCxnSpPr>
            <p:spPr>
              <a:xfrm rot="5400000">
                <a:off x="1686880" y="2287328"/>
                <a:ext cx="457837" cy="0"/>
              </a:xfrm>
              <a:prstGeom prst="line">
                <a:avLst/>
              </a:prstGeom>
              <a:ln w="38100">
                <a:solidFill>
                  <a:schemeClr val="tx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20" name="直線コネクタ 119">
                <a:extLst>
                  <a:ext uri="{FF2B5EF4-FFF2-40B4-BE49-F238E27FC236}">
                    <a16:creationId xmlns:a16="http://schemas.microsoft.com/office/drawing/2014/main" id="{FCB7AF91-D14F-67A7-D505-29737C945ED4}"/>
                  </a:ext>
                </a:extLst>
              </p:cNvPr>
              <p:cNvCxnSpPr>
                <a:cxnSpLocks/>
              </p:cNvCxnSpPr>
              <p:nvPr/>
            </p:nvCxnSpPr>
            <p:spPr>
              <a:xfrm flipH="1">
                <a:off x="1699652" y="2058408"/>
                <a:ext cx="216146" cy="0"/>
              </a:xfrm>
              <a:prstGeom prst="line">
                <a:avLst/>
              </a:prstGeom>
              <a:ln w="38100">
                <a:solidFill>
                  <a:schemeClr val="tx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21" name="直線コネクタ 120">
                <a:extLst>
                  <a:ext uri="{FF2B5EF4-FFF2-40B4-BE49-F238E27FC236}">
                    <a16:creationId xmlns:a16="http://schemas.microsoft.com/office/drawing/2014/main" id="{0A546542-ECC5-D967-86B9-F5479485EBB7}"/>
                  </a:ext>
                </a:extLst>
              </p:cNvPr>
              <p:cNvCxnSpPr>
                <a:cxnSpLocks/>
              </p:cNvCxnSpPr>
              <p:nvPr/>
            </p:nvCxnSpPr>
            <p:spPr>
              <a:xfrm flipH="1">
                <a:off x="1915798" y="2510401"/>
                <a:ext cx="643374" cy="0"/>
              </a:xfrm>
              <a:prstGeom prst="line">
                <a:avLst/>
              </a:prstGeom>
              <a:ln w="38100">
                <a:solidFill>
                  <a:schemeClr val="tx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22" name="直線コネクタ 121">
                <a:extLst>
                  <a:ext uri="{FF2B5EF4-FFF2-40B4-BE49-F238E27FC236}">
                    <a16:creationId xmlns:a16="http://schemas.microsoft.com/office/drawing/2014/main" id="{FA543A51-B90F-EF28-37A4-F11C49C8240B}"/>
                  </a:ext>
                </a:extLst>
              </p:cNvPr>
              <p:cNvCxnSpPr>
                <a:cxnSpLocks/>
              </p:cNvCxnSpPr>
              <p:nvPr/>
            </p:nvCxnSpPr>
            <p:spPr>
              <a:xfrm rot="5400000">
                <a:off x="2332786" y="2283165"/>
                <a:ext cx="457837" cy="0"/>
              </a:xfrm>
              <a:prstGeom prst="line">
                <a:avLst/>
              </a:prstGeom>
              <a:ln w="38100">
                <a:solidFill>
                  <a:schemeClr val="tx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23" name="直線コネクタ 122">
                <a:extLst>
                  <a:ext uri="{FF2B5EF4-FFF2-40B4-BE49-F238E27FC236}">
                    <a16:creationId xmlns:a16="http://schemas.microsoft.com/office/drawing/2014/main" id="{16275056-AEB2-93D5-E466-46C0C2E8922D}"/>
                  </a:ext>
                </a:extLst>
              </p:cNvPr>
              <p:cNvCxnSpPr>
                <a:cxnSpLocks/>
              </p:cNvCxnSpPr>
              <p:nvPr/>
            </p:nvCxnSpPr>
            <p:spPr>
              <a:xfrm rot="5400000">
                <a:off x="2546400" y="2283166"/>
                <a:ext cx="457837" cy="0"/>
              </a:xfrm>
              <a:prstGeom prst="line">
                <a:avLst/>
              </a:prstGeom>
              <a:ln w="38100">
                <a:solidFill>
                  <a:schemeClr val="tx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24" name="直線コネクタ 123">
                <a:extLst>
                  <a:ext uri="{FF2B5EF4-FFF2-40B4-BE49-F238E27FC236}">
                    <a16:creationId xmlns:a16="http://schemas.microsoft.com/office/drawing/2014/main" id="{22F476F4-52BA-D22A-55B8-1375B446E869}"/>
                  </a:ext>
                </a:extLst>
              </p:cNvPr>
              <p:cNvCxnSpPr>
                <a:cxnSpLocks/>
              </p:cNvCxnSpPr>
              <p:nvPr/>
            </p:nvCxnSpPr>
            <p:spPr>
              <a:xfrm flipH="1">
                <a:off x="2559172" y="2054246"/>
                <a:ext cx="216146" cy="0"/>
              </a:xfrm>
              <a:prstGeom prst="line">
                <a:avLst/>
              </a:prstGeom>
              <a:ln w="38100">
                <a:solidFill>
                  <a:schemeClr val="tx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25" name="直線コネクタ 124">
                <a:extLst>
                  <a:ext uri="{FF2B5EF4-FFF2-40B4-BE49-F238E27FC236}">
                    <a16:creationId xmlns:a16="http://schemas.microsoft.com/office/drawing/2014/main" id="{79BB6D20-28FE-A626-8895-C90356A87084}"/>
                  </a:ext>
                </a:extLst>
              </p:cNvPr>
              <p:cNvCxnSpPr>
                <a:cxnSpLocks/>
              </p:cNvCxnSpPr>
              <p:nvPr/>
            </p:nvCxnSpPr>
            <p:spPr>
              <a:xfrm flipH="1">
                <a:off x="2775318" y="2506239"/>
                <a:ext cx="643374" cy="0"/>
              </a:xfrm>
              <a:prstGeom prst="line">
                <a:avLst/>
              </a:prstGeom>
              <a:ln w="38100">
                <a:solidFill>
                  <a:schemeClr val="tx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26" name="直線コネクタ 125">
                <a:extLst>
                  <a:ext uri="{FF2B5EF4-FFF2-40B4-BE49-F238E27FC236}">
                    <a16:creationId xmlns:a16="http://schemas.microsoft.com/office/drawing/2014/main" id="{A154A7B8-CC64-023B-0367-6B0AF10697A5}"/>
                  </a:ext>
                </a:extLst>
              </p:cNvPr>
              <p:cNvCxnSpPr>
                <a:cxnSpLocks/>
              </p:cNvCxnSpPr>
              <p:nvPr/>
            </p:nvCxnSpPr>
            <p:spPr>
              <a:xfrm rot="5400000">
                <a:off x="3187241" y="2284913"/>
                <a:ext cx="457837" cy="0"/>
              </a:xfrm>
              <a:prstGeom prst="line">
                <a:avLst/>
              </a:prstGeom>
              <a:ln w="38100">
                <a:solidFill>
                  <a:schemeClr val="tx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27" name="直線コネクタ 126">
                <a:extLst>
                  <a:ext uri="{FF2B5EF4-FFF2-40B4-BE49-F238E27FC236}">
                    <a16:creationId xmlns:a16="http://schemas.microsoft.com/office/drawing/2014/main" id="{8B8113A2-C2BA-B606-897C-FFC4B9C93181}"/>
                  </a:ext>
                </a:extLst>
              </p:cNvPr>
              <p:cNvCxnSpPr>
                <a:cxnSpLocks/>
              </p:cNvCxnSpPr>
              <p:nvPr/>
            </p:nvCxnSpPr>
            <p:spPr>
              <a:xfrm rot="5400000">
                <a:off x="3400855" y="2284914"/>
                <a:ext cx="457837" cy="0"/>
              </a:xfrm>
              <a:prstGeom prst="line">
                <a:avLst/>
              </a:prstGeom>
              <a:ln w="38100">
                <a:solidFill>
                  <a:schemeClr val="tx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28" name="直線コネクタ 127">
                <a:extLst>
                  <a:ext uri="{FF2B5EF4-FFF2-40B4-BE49-F238E27FC236}">
                    <a16:creationId xmlns:a16="http://schemas.microsoft.com/office/drawing/2014/main" id="{337B83A1-E47B-1063-298E-85122BD60895}"/>
                  </a:ext>
                </a:extLst>
              </p:cNvPr>
              <p:cNvCxnSpPr>
                <a:cxnSpLocks/>
              </p:cNvCxnSpPr>
              <p:nvPr/>
            </p:nvCxnSpPr>
            <p:spPr>
              <a:xfrm flipH="1">
                <a:off x="3413627" y="2055994"/>
                <a:ext cx="216146" cy="0"/>
              </a:xfrm>
              <a:prstGeom prst="line">
                <a:avLst/>
              </a:prstGeom>
              <a:ln w="38100">
                <a:solidFill>
                  <a:schemeClr val="tx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29" name="直線コネクタ 128">
                <a:extLst>
                  <a:ext uri="{FF2B5EF4-FFF2-40B4-BE49-F238E27FC236}">
                    <a16:creationId xmlns:a16="http://schemas.microsoft.com/office/drawing/2014/main" id="{A1F4F23A-96FC-9345-B5B1-69C3F0FF3D72}"/>
                  </a:ext>
                </a:extLst>
              </p:cNvPr>
              <p:cNvCxnSpPr>
                <a:cxnSpLocks/>
              </p:cNvCxnSpPr>
              <p:nvPr/>
            </p:nvCxnSpPr>
            <p:spPr>
              <a:xfrm flipH="1">
                <a:off x="3629773" y="2507987"/>
                <a:ext cx="643374" cy="0"/>
              </a:xfrm>
              <a:prstGeom prst="line">
                <a:avLst/>
              </a:prstGeom>
              <a:ln w="38100">
                <a:solidFill>
                  <a:schemeClr val="tx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0" name="直線コネクタ 129">
                <a:extLst>
                  <a:ext uri="{FF2B5EF4-FFF2-40B4-BE49-F238E27FC236}">
                    <a16:creationId xmlns:a16="http://schemas.microsoft.com/office/drawing/2014/main" id="{DD80358C-B3BC-F91C-746C-4B852E0DC51A}"/>
                  </a:ext>
                </a:extLst>
              </p:cNvPr>
              <p:cNvCxnSpPr>
                <a:cxnSpLocks/>
              </p:cNvCxnSpPr>
              <p:nvPr/>
            </p:nvCxnSpPr>
            <p:spPr>
              <a:xfrm rot="5400000">
                <a:off x="4034113" y="2277320"/>
                <a:ext cx="457837" cy="0"/>
              </a:xfrm>
              <a:prstGeom prst="line">
                <a:avLst/>
              </a:prstGeom>
              <a:ln w="38100">
                <a:solidFill>
                  <a:schemeClr val="tx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1" name="直線コネクタ 130">
                <a:extLst>
                  <a:ext uri="{FF2B5EF4-FFF2-40B4-BE49-F238E27FC236}">
                    <a16:creationId xmlns:a16="http://schemas.microsoft.com/office/drawing/2014/main" id="{6D1C6D6E-D5CE-D13C-35B1-D4126699E2E9}"/>
                  </a:ext>
                </a:extLst>
              </p:cNvPr>
              <p:cNvCxnSpPr>
                <a:cxnSpLocks/>
              </p:cNvCxnSpPr>
              <p:nvPr/>
            </p:nvCxnSpPr>
            <p:spPr>
              <a:xfrm rot="5400000">
                <a:off x="4247727" y="2277321"/>
                <a:ext cx="457837" cy="0"/>
              </a:xfrm>
              <a:prstGeom prst="line">
                <a:avLst/>
              </a:prstGeom>
              <a:ln w="38100">
                <a:solidFill>
                  <a:schemeClr val="tx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2" name="直線コネクタ 131">
                <a:extLst>
                  <a:ext uri="{FF2B5EF4-FFF2-40B4-BE49-F238E27FC236}">
                    <a16:creationId xmlns:a16="http://schemas.microsoft.com/office/drawing/2014/main" id="{40A75027-7C93-E6F0-C376-C890ADC5A6AE}"/>
                  </a:ext>
                </a:extLst>
              </p:cNvPr>
              <p:cNvCxnSpPr>
                <a:cxnSpLocks/>
              </p:cNvCxnSpPr>
              <p:nvPr/>
            </p:nvCxnSpPr>
            <p:spPr>
              <a:xfrm flipH="1">
                <a:off x="4260499" y="2048401"/>
                <a:ext cx="216146" cy="0"/>
              </a:xfrm>
              <a:prstGeom prst="line">
                <a:avLst/>
              </a:prstGeom>
              <a:ln w="38100">
                <a:solidFill>
                  <a:schemeClr val="tx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3" name="直線コネクタ 132">
                <a:extLst>
                  <a:ext uri="{FF2B5EF4-FFF2-40B4-BE49-F238E27FC236}">
                    <a16:creationId xmlns:a16="http://schemas.microsoft.com/office/drawing/2014/main" id="{DA391AEA-5B2F-883E-A510-9F3E3250F8B1}"/>
                  </a:ext>
                </a:extLst>
              </p:cNvPr>
              <p:cNvCxnSpPr>
                <a:cxnSpLocks/>
              </p:cNvCxnSpPr>
              <p:nvPr/>
            </p:nvCxnSpPr>
            <p:spPr>
              <a:xfrm flipH="1">
                <a:off x="4476645" y="2500394"/>
                <a:ext cx="643374" cy="0"/>
              </a:xfrm>
              <a:prstGeom prst="line">
                <a:avLst/>
              </a:prstGeom>
              <a:ln w="38100">
                <a:solidFill>
                  <a:schemeClr val="tx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grpSp>
        <p:nvGrpSpPr>
          <p:cNvPr id="181" name="グループ化 180">
            <a:extLst>
              <a:ext uri="{FF2B5EF4-FFF2-40B4-BE49-F238E27FC236}">
                <a16:creationId xmlns:a16="http://schemas.microsoft.com/office/drawing/2014/main" id="{52EB0A57-0C5A-61F7-4A6C-3E3EF47AD1F7}"/>
              </a:ext>
            </a:extLst>
          </p:cNvPr>
          <p:cNvGrpSpPr/>
          <p:nvPr/>
        </p:nvGrpSpPr>
        <p:grpSpPr>
          <a:xfrm>
            <a:off x="847730" y="3388415"/>
            <a:ext cx="4274815" cy="586234"/>
            <a:chOff x="847730" y="2905164"/>
            <a:chExt cx="4274815" cy="586234"/>
          </a:xfrm>
        </p:grpSpPr>
        <p:grpSp>
          <p:nvGrpSpPr>
            <p:cNvPr id="52" name="グループ化 51">
              <a:extLst>
                <a:ext uri="{FF2B5EF4-FFF2-40B4-BE49-F238E27FC236}">
                  <a16:creationId xmlns:a16="http://schemas.microsoft.com/office/drawing/2014/main" id="{B4313344-43B4-9F2B-92A8-83BF86EE8F0A}"/>
                </a:ext>
              </a:extLst>
            </p:cNvPr>
            <p:cNvGrpSpPr/>
            <p:nvPr/>
          </p:nvGrpSpPr>
          <p:grpSpPr>
            <a:xfrm>
              <a:off x="850265" y="2905164"/>
              <a:ext cx="4272280" cy="586234"/>
              <a:chOff x="850265" y="1106846"/>
              <a:chExt cx="4272280" cy="586234"/>
            </a:xfrm>
          </p:grpSpPr>
          <p:cxnSp>
            <p:nvCxnSpPr>
              <p:cNvPr id="53" name="直線コネクタ 52">
                <a:extLst>
                  <a:ext uri="{FF2B5EF4-FFF2-40B4-BE49-F238E27FC236}">
                    <a16:creationId xmlns:a16="http://schemas.microsoft.com/office/drawing/2014/main" id="{88D31A41-9E1D-58D2-A54E-46A5865B9D0C}"/>
                  </a:ext>
                </a:extLst>
              </p:cNvPr>
              <p:cNvCxnSpPr>
                <a:cxnSpLocks/>
              </p:cNvCxnSpPr>
              <p:nvPr/>
            </p:nvCxnSpPr>
            <p:spPr>
              <a:xfrm>
                <a:off x="850265" y="1106846"/>
                <a:ext cx="0" cy="586234"/>
              </a:xfrm>
              <a:prstGeom prst="line">
                <a:avLst/>
              </a:prstGeom>
              <a:ln w="19050">
                <a:solidFill>
                  <a:schemeClr val="accent4">
                    <a:lumMod val="60000"/>
                    <a:lumOff val="4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4" name="直線コネクタ 53">
                <a:extLst>
                  <a:ext uri="{FF2B5EF4-FFF2-40B4-BE49-F238E27FC236}">
                    <a16:creationId xmlns:a16="http://schemas.microsoft.com/office/drawing/2014/main" id="{14391600-EF94-5E3A-327D-CA58E4F407CB}"/>
                  </a:ext>
                </a:extLst>
              </p:cNvPr>
              <p:cNvCxnSpPr>
                <a:cxnSpLocks/>
              </p:cNvCxnSpPr>
              <p:nvPr/>
            </p:nvCxnSpPr>
            <p:spPr>
              <a:xfrm>
                <a:off x="1704721" y="1106846"/>
                <a:ext cx="0" cy="586234"/>
              </a:xfrm>
              <a:prstGeom prst="line">
                <a:avLst/>
              </a:prstGeom>
              <a:ln w="19050">
                <a:solidFill>
                  <a:schemeClr val="accent4">
                    <a:lumMod val="60000"/>
                    <a:lumOff val="4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5" name="直線コネクタ 54">
                <a:extLst>
                  <a:ext uri="{FF2B5EF4-FFF2-40B4-BE49-F238E27FC236}">
                    <a16:creationId xmlns:a16="http://schemas.microsoft.com/office/drawing/2014/main" id="{F765E8A2-BFBC-DFC6-3351-32760B6D3EA6}"/>
                  </a:ext>
                </a:extLst>
              </p:cNvPr>
              <p:cNvCxnSpPr>
                <a:cxnSpLocks/>
              </p:cNvCxnSpPr>
              <p:nvPr/>
            </p:nvCxnSpPr>
            <p:spPr>
              <a:xfrm>
                <a:off x="2559177" y="1106846"/>
                <a:ext cx="0" cy="586234"/>
              </a:xfrm>
              <a:prstGeom prst="line">
                <a:avLst/>
              </a:prstGeom>
              <a:ln w="19050">
                <a:solidFill>
                  <a:schemeClr val="accent4">
                    <a:lumMod val="60000"/>
                    <a:lumOff val="4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6" name="直線コネクタ 55">
                <a:extLst>
                  <a:ext uri="{FF2B5EF4-FFF2-40B4-BE49-F238E27FC236}">
                    <a16:creationId xmlns:a16="http://schemas.microsoft.com/office/drawing/2014/main" id="{2612B88B-2A69-8963-ABB4-F7C5C900E78E}"/>
                  </a:ext>
                </a:extLst>
              </p:cNvPr>
              <p:cNvCxnSpPr>
                <a:cxnSpLocks/>
              </p:cNvCxnSpPr>
              <p:nvPr/>
            </p:nvCxnSpPr>
            <p:spPr>
              <a:xfrm>
                <a:off x="3413633" y="1106846"/>
                <a:ext cx="0" cy="586234"/>
              </a:xfrm>
              <a:prstGeom prst="line">
                <a:avLst/>
              </a:prstGeom>
              <a:ln w="19050">
                <a:solidFill>
                  <a:schemeClr val="accent4">
                    <a:lumMod val="60000"/>
                    <a:lumOff val="4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7" name="直線コネクタ 56">
                <a:extLst>
                  <a:ext uri="{FF2B5EF4-FFF2-40B4-BE49-F238E27FC236}">
                    <a16:creationId xmlns:a16="http://schemas.microsoft.com/office/drawing/2014/main" id="{E4EE0FB4-AA67-2070-C9D0-E27D99FDE31C}"/>
                  </a:ext>
                </a:extLst>
              </p:cNvPr>
              <p:cNvCxnSpPr>
                <a:cxnSpLocks/>
              </p:cNvCxnSpPr>
              <p:nvPr/>
            </p:nvCxnSpPr>
            <p:spPr>
              <a:xfrm>
                <a:off x="4268089" y="1106846"/>
                <a:ext cx="0" cy="586234"/>
              </a:xfrm>
              <a:prstGeom prst="line">
                <a:avLst/>
              </a:prstGeom>
              <a:ln w="19050">
                <a:solidFill>
                  <a:schemeClr val="accent4">
                    <a:lumMod val="60000"/>
                    <a:lumOff val="4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8" name="直線コネクタ 57">
                <a:extLst>
                  <a:ext uri="{FF2B5EF4-FFF2-40B4-BE49-F238E27FC236}">
                    <a16:creationId xmlns:a16="http://schemas.microsoft.com/office/drawing/2014/main" id="{F67BA383-7E3C-EBBD-5F75-8113EA9C0835}"/>
                  </a:ext>
                </a:extLst>
              </p:cNvPr>
              <p:cNvCxnSpPr>
                <a:cxnSpLocks/>
              </p:cNvCxnSpPr>
              <p:nvPr/>
            </p:nvCxnSpPr>
            <p:spPr>
              <a:xfrm>
                <a:off x="5122545" y="1106846"/>
                <a:ext cx="0" cy="586234"/>
              </a:xfrm>
              <a:prstGeom prst="line">
                <a:avLst/>
              </a:prstGeom>
              <a:ln w="19050">
                <a:solidFill>
                  <a:schemeClr val="accent4">
                    <a:lumMod val="60000"/>
                    <a:lumOff val="4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167" name="グループ化 166">
              <a:extLst>
                <a:ext uri="{FF2B5EF4-FFF2-40B4-BE49-F238E27FC236}">
                  <a16:creationId xmlns:a16="http://schemas.microsoft.com/office/drawing/2014/main" id="{3BE6B732-EE16-4CDE-5749-C2624832989A}"/>
                </a:ext>
              </a:extLst>
            </p:cNvPr>
            <p:cNvGrpSpPr/>
            <p:nvPr/>
          </p:nvGrpSpPr>
          <p:grpSpPr>
            <a:xfrm>
              <a:off x="847730" y="2969363"/>
              <a:ext cx="4274332" cy="476830"/>
              <a:chOff x="847730" y="2969363"/>
              <a:chExt cx="4274332" cy="476830"/>
            </a:xfrm>
          </p:grpSpPr>
          <p:cxnSp>
            <p:nvCxnSpPr>
              <p:cNvPr id="100" name="直線コネクタ 99">
                <a:extLst>
                  <a:ext uri="{FF2B5EF4-FFF2-40B4-BE49-F238E27FC236}">
                    <a16:creationId xmlns:a16="http://schemas.microsoft.com/office/drawing/2014/main" id="{93ECE5C6-B7AD-887B-40C6-EFA0F4C04407}"/>
                  </a:ext>
                </a:extLst>
              </p:cNvPr>
              <p:cNvCxnSpPr>
                <a:cxnSpLocks/>
              </p:cNvCxnSpPr>
              <p:nvPr/>
            </p:nvCxnSpPr>
            <p:spPr>
              <a:xfrm rot="5400000">
                <a:off x="618813" y="3198282"/>
                <a:ext cx="457837" cy="0"/>
              </a:xfrm>
              <a:prstGeom prst="line">
                <a:avLst/>
              </a:prstGeom>
              <a:ln w="38100">
                <a:solidFill>
                  <a:schemeClr val="tx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2" name="直線コネクタ 101">
                <a:extLst>
                  <a:ext uri="{FF2B5EF4-FFF2-40B4-BE49-F238E27FC236}">
                    <a16:creationId xmlns:a16="http://schemas.microsoft.com/office/drawing/2014/main" id="{1084D630-4115-8F66-63CF-751D65430D05}"/>
                  </a:ext>
                </a:extLst>
              </p:cNvPr>
              <p:cNvCxnSpPr>
                <a:cxnSpLocks/>
              </p:cNvCxnSpPr>
              <p:nvPr/>
            </p:nvCxnSpPr>
            <p:spPr>
              <a:xfrm rot="5400000">
                <a:off x="1046039" y="3200082"/>
                <a:ext cx="457837" cy="0"/>
              </a:xfrm>
              <a:prstGeom prst="line">
                <a:avLst/>
              </a:prstGeom>
              <a:ln w="38100">
                <a:solidFill>
                  <a:schemeClr val="tx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0" name="直線コネクタ 109">
                <a:extLst>
                  <a:ext uri="{FF2B5EF4-FFF2-40B4-BE49-F238E27FC236}">
                    <a16:creationId xmlns:a16="http://schemas.microsoft.com/office/drawing/2014/main" id="{FC3A4935-F5BD-F004-EE35-3B65E0D54226}"/>
                  </a:ext>
                </a:extLst>
              </p:cNvPr>
              <p:cNvCxnSpPr>
                <a:cxnSpLocks/>
              </p:cNvCxnSpPr>
              <p:nvPr/>
            </p:nvCxnSpPr>
            <p:spPr>
              <a:xfrm flipH="1">
                <a:off x="847730" y="2969363"/>
                <a:ext cx="427228" cy="0"/>
              </a:xfrm>
              <a:prstGeom prst="line">
                <a:avLst/>
              </a:prstGeom>
              <a:ln w="38100">
                <a:solidFill>
                  <a:schemeClr val="tx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2" name="直線コネクタ 111">
                <a:extLst>
                  <a:ext uri="{FF2B5EF4-FFF2-40B4-BE49-F238E27FC236}">
                    <a16:creationId xmlns:a16="http://schemas.microsoft.com/office/drawing/2014/main" id="{114B1630-85EA-D641-194A-4416CC7382DC}"/>
                  </a:ext>
                </a:extLst>
              </p:cNvPr>
              <p:cNvCxnSpPr>
                <a:cxnSpLocks/>
              </p:cNvCxnSpPr>
              <p:nvPr/>
            </p:nvCxnSpPr>
            <p:spPr>
              <a:xfrm flipH="1">
                <a:off x="1274957" y="3427201"/>
                <a:ext cx="427228" cy="0"/>
              </a:xfrm>
              <a:prstGeom prst="line">
                <a:avLst/>
              </a:prstGeom>
              <a:ln w="38100">
                <a:solidFill>
                  <a:schemeClr val="tx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4" name="直線コネクタ 133">
                <a:extLst>
                  <a:ext uri="{FF2B5EF4-FFF2-40B4-BE49-F238E27FC236}">
                    <a16:creationId xmlns:a16="http://schemas.microsoft.com/office/drawing/2014/main" id="{82C9EFF5-175F-5210-7D4E-6227F5FB73C6}"/>
                  </a:ext>
                </a:extLst>
              </p:cNvPr>
              <p:cNvCxnSpPr>
                <a:cxnSpLocks/>
              </p:cNvCxnSpPr>
              <p:nvPr/>
            </p:nvCxnSpPr>
            <p:spPr>
              <a:xfrm rot="5400000">
                <a:off x="1478331" y="3201881"/>
                <a:ext cx="457837" cy="0"/>
              </a:xfrm>
              <a:prstGeom prst="line">
                <a:avLst/>
              </a:prstGeom>
              <a:ln w="38100">
                <a:solidFill>
                  <a:schemeClr val="tx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5" name="直線コネクタ 134">
                <a:extLst>
                  <a:ext uri="{FF2B5EF4-FFF2-40B4-BE49-F238E27FC236}">
                    <a16:creationId xmlns:a16="http://schemas.microsoft.com/office/drawing/2014/main" id="{29BCF4A6-29DC-C939-474C-382D9BD1D5DE}"/>
                  </a:ext>
                </a:extLst>
              </p:cNvPr>
              <p:cNvCxnSpPr>
                <a:cxnSpLocks/>
              </p:cNvCxnSpPr>
              <p:nvPr/>
            </p:nvCxnSpPr>
            <p:spPr>
              <a:xfrm rot="5400000">
                <a:off x="1905557" y="3203681"/>
                <a:ext cx="457837" cy="0"/>
              </a:xfrm>
              <a:prstGeom prst="line">
                <a:avLst/>
              </a:prstGeom>
              <a:ln w="38100">
                <a:solidFill>
                  <a:schemeClr val="tx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6" name="直線コネクタ 135">
                <a:extLst>
                  <a:ext uri="{FF2B5EF4-FFF2-40B4-BE49-F238E27FC236}">
                    <a16:creationId xmlns:a16="http://schemas.microsoft.com/office/drawing/2014/main" id="{2F974D1F-EF72-4588-6AD3-291DEC381939}"/>
                  </a:ext>
                </a:extLst>
              </p:cNvPr>
              <p:cNvCxnSpPr>
                <a:cxnSpLocks/>
              </p:cNvCxnSpPr>
              <p:nvPr/>
            </p:nvCxnSpPr>
            <p:spPr>
              <a:xfrm flipH="1">
                <a:off x="1707248" y="2972962"/>
                <a:ext cx="427228" cy="0"/>
              </a:xfrm>
              <a:prstGeom prst="line">
                <a:avLst/>
              </a:prstGeom>
              <a:ln w="38100">
                <a:solidFill>
                  <a:schemeClr val="tx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7" name="直線コネクタ 136">
                <a:extLst>
                  <a:ext uri="{FF2B5EF4-FFF2-40B4-BE49-F238E27FC236}">
                    <a16:creationId xmlns:a16="http://schemas.microsoft.com/office/drawing/2014/main" id="{6B2CF83D-706D-4017-1964-D78085D6D4E3}"/>
                  </a:ext>
                </a:extLst>
              </p:cNvPr>
              <p:cNvCxnSpPr>
                <a:cxnSpLocks/>
              </p:cNvCxnSpPr>
              <p:nvPr/>
            </p:nvCxnSpPr>
            <p:spPr>
              <a:xfrm flipH="1">
                <a:off x="2134475" y="3430800"/>
                <a:ext cx="427228" cy="0"/>
              </a:xfrm>
              <a:prstGeom prst="line">
                <a:avLst/>
              </a:prstGeom>
              <a:ln w="38100">
                <a:solidFill>
                  <a:schemeClr val="tx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8" name="直線コネクタ 137">
                <a:extLst>
                  <a:ext uri="{FF2B5EF4-FFF2-40B4-BE49-F238E27FC236}">
                    <a16:creationId xmlns:a16="http://schemas.microsoft.com/office/drawing/2014/main" id="{B57746C1-C4B1-EF08-B8CA-F67A783FE927}"/>
                  </a:ext>
                </a:extLst>
              </p:cNvPr>
              <p:cNvCxnSpPr>
                <a:cxnSpLocks/>
              </p:cNvCxnSpPr>
              <p:nvPr/>
            </p:nvCxnSpPr>
            <p:spPr>
              <a:xfrm rot="5400000">
                <a:off x="2332783" y="3208846"/>
                <a:ext cx="457837" cy="0"/>
              </a:xfrm>
              <a:prstGeom prst="line">
                <a:avLst/>
              </a:prstGeom>
              <a:ln w="38100">
                <a:solidFill>
                  <a:schemeClr val="tx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9" name="直線コネクタ 138">
                <a:extLst>
                  <a:ext uri="{FF2B5EF4-FFF2-40B4-BE49-F238E27FC236}">
                    <a16:creationId xmlns:a16="http://schemas.microsoft.com/office/drawing/2014/main" id="{3E81014C-33F5-AAFD-1F3F-2EF618F14E3E}"/>
                  </a:ext>
                </a:extLst>
              </p:cNvPr>
              <p:cNvCxnSpPr>
                <a:cxnSpLocks/>
              </p:cNvCxnSpPr>
              <p:nvPr/>
            </p:nvCxnSpPr>
            <p:spPr>
              <a:xfrm rot="5400000">
                <a:off x="2760009" y="3210646"/>
                <a:ext cx="457837" cy="0"/>
              </a:xfrm>
              <a:prstGeom prst="line">
                <a:avLst/>
              </a:prstGeom>
              <a:ln w="38100">
                <a:solidFill>
                  <a:schemeClr val="tx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40" name="直線コネクタ 139">
                <a:extLst>
                  <a:ext uri="{FF2B5EF4-FFF2-40B4-BE49-F238E27FC236}">
                    <a16:creationId xmlns:a16="http://schemas.microsoft.com/office/drawing/2014/main" id="{C8A76201-9881-720F-218A-BF8BD6AF237F}"/>
                  </a:ext>
                </a:extLst>
              </p:cNvPr>
              <p:cNvCxnSpPr>
                <a:cxnSpLocks/>
              </p:cNvCxnSpPr>
              <p:nvPr/>
            </p:nvCxnSpPr>
            <p:spPr>
              <a:xfrm flipH="1">
                <a:off x="2561700" y="2979927"/>
                <a:ext cx="427228" cy="0"/>
              </a:xfrm>
              <a:prstGeom prst="line">
                <a:avLst/>
              </a:prstGeom>
              <a:ln w="38100">
                <a:solidFill>
                  <a:schemeClr val="tx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41" name="直線コネクタ 140">
                <a:extLst>
                  <a:ext uri="{FF2B5EF4-FFF2-40B4-BE49-F238E27FC236}">
                    <a16:creationId xmlns:a16="http://schemas.microsoft.com/office/drawing/2014/main" id="{7CB6EBFC-E825-4BF1-3002-1BBE0CCDA0A4}"/>
                  </a:ext>
                </a:extLst>
              </p:cNvPr>
              <p:cNvCxnSpPr>
                <a:cxnSpLocks/>
              </p:cNvCxnSpPr>
              <p:nvPr/>
            </p:nvCxnSpPr>
            <p:spPr>
              <a:xfrm flipH="1">
                <a:off x="2988927" y="3437765"/>
                <a:ext cx="427228" cy="0"/>
              </a:xfrm>
              <a:prstGeom prst="line">
                <a:avLst/>
              </a:prstGeom>
              <a:ln w="38100">
                <a:solidFill>
                  <a:schemeClr val="tx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42" name="直線コネクタ 141">
                <a:extLst>
                  <a:ext uri="{FF2B5EF4-FFF2-40B4-BE49-F238E27FC236}">
                    <a16:creationId xmlns:a16="http://schemas.microsoft.com/office/drawing/2014/main" id="{CD5EC048-6C1B-D063-5D5D-1041746BDCAB}"/>
                  </a:ext>
                </a:extLst>
              </p:cNvPr>
              <p:cNvCxnSpPr>
                <a:cxnSpLocks/>
              </p:cNvCxnSpPr>
              <p:nvPr/>
            </p:nvCxnSpPr>
            <p:spPr>
              <a:xfrm rot="5400000">
                <a:off x="3185198" y="3209951"/>
                <a:ext cx="457837" cy="0"/>
              </a:xfrm>
              <a:prstGeom prst="line">
                <a:avLst/>
              </a:prstGeom>
              <a:ln w="38100">
                <a:solidFill>
                  <a:schemeClr val="tx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43" name="直線コネクタ 142">
                <a:extLst>
                  <a:ext uri="{FF2B5EF4-FFF2-40B4-BE49-F238E27FC236}">
                    <a16:creationId xmlns:a16="http://schemas.microsoft.com/office/drawing/2014/main" id="{1232C66C-BA11-1A99-392F-B3CE7B27B805}"/>
                  </a:ext>
                </a:extLst>
              </p:cNvPr>
              <p:cNvCxnSpPr>
                <a:cxnSpLocks/>
              </p:cNvCxnSpPr>
              <p:nvPr/>
            </p:nvCxnSpPr>
            <p:spPr>
              <a:xfrm rot="5400000">
                <a:off x="3612424" y="3211751"/>
                <a:ext cx="457837" cy="0"/>
              </a:xfrm>
              <a:prstGeom prst="line">
                <a:avLst/>
              </a:prstGeom>
              <a:ln w="38100">
                <a:solidFill>
                  <a:schemeClr val="tx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44" name="直線コネクタ 143">
                <a:extLst>
                  <a:ext uri="{FF2B5EF4-FFF2-40B4-BE49-F238E27FC236}">
                    <a16:creationId xmlns:a16="http://schemas.microsoft.com/office/drawing/2014/main" id="{C01016F3-822D-FBCF-379B-4AA2E19575DB}"/>
                  </a:ext>
                </a:extLst>
              </p:cNvPr>
              <p:cNvCxnSpPr>
                <a:cxnSpLocks/>
              </p:cNvCxnSpPr>
              <p:nvPr/>
            </p:nvCxnSpPr>
            <p:spPr>
              <a:xfrm flipH="1">
                <a:off x="3414115" y="2981032"/>
                <a:ext cx="427228" cy="0"/>
              </a:xfrm>
              <a:prstGeom prst="line">
                <a:avLst/>
              </a:prstGeom>
              <a:ln w="38100">
                <a:solidFill>
                  <a:schemeClr val="tx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45" name="直線コネクタ 144">
                <a:extLst>
                  <a:ext uri="{FF2B5EF4-FFF2-40B4-BE49-F238E27FC236}">
                    <a16:creationId xmlns:a16="http://schemas.microsoft.com/office/drawing/2014/main" id="{C58995CE-2433-FBE6-5A87-B110477A83F2}"/>
                  </a:ext>
                </a:extLst>
              </p:cNvPr>
              <p:cNvCxnSpPr>
                <a:cxnSpLocks/>
              </p:cNvCxnSpPr>
              <p:nvPr/>
            </p:nvCxnSpPr>
            <p:spPr>
              <a:xfrm flipH="1">
                <a:off x="3841342" y="3438870"/>
                <a:ext cx="427228" cy="0"/>
              </a:xfrm>
              <a:prstGeom prst="line">
                <a:avLst/>
              </a:prstGeom>
              <a:ln w="38100">
                <a:solidFill>
                  <a:schemeClr val="tx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46" name="直線コネクタ 145">
                <a:extLst>
                  <a:ext uri="{FF2B5EF4-FFF2-40B4-BE49-F238E27FC236}">
                    <a16:creationId xmlns:a16="http://schemas.microsoft.com/office/drawing/2014/main" id="{9F6DCC77-FE1C-389B-E1EF-A46BE193C8AA}"/>
                  </a:ext>
                </a:extLst>
              </p:cNvPr>
              <p:cNvCxnSpPr>
                <a:cxnSpLocks/>
              </p:cNvCxnSpPr>
              <p:nvPr/>
            </p:nvCxnSpPr>
            <p:spPr>
              <a:xfrm rot="5400000">
                <a:off x="4038690" y="3215475"/>
                <a:ext cx="457837" cy="0"/>
              </a:xfrm>
              <a:prstGeom prst="line">
                <a:avLst/>
              </a:prstGeom>
              <a:ln w="38100">
                <a:solidFill>
                  <a:schemeClr val="tx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47" name="直線コネクタ 146">
                <a:extLst>
                  <a:ext uri="{FF2B5EF4-FFF2-40B4-BE49-F238E27FC236}">
                    <a16:creationId xmlns:a16="http://schemas.microsoft.com/office/drawing/2014/main" id="{A81210DC-F196-7033-98B4-9AF6D41BEBCE}"/>
                  </a:ext>
                </a:extLst>
              </p:cNvPr>
              <p:cNvCxnSpPr>
                <a:cxnSpLocks/>
              </p:cNvCxnSpPr>
              <p:nvPr/>
            </p:nvCxnSpPr>
            <p:spPr>
              <a:xfrm rot="5400000">
                <a:off x="4465916" y="3217275"/>
                <a:ext cx="457837" cy="0"/>
              </a:xfrm>
              <a:prstGeom prst="line">
                <a:avLst/>
              </a:prstGeom>
              <a:ln w="38100">
                <a:solidFill>
                  <a:schemeClr val="tx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48" name="直線コネクタ 147">
                <a:extLst>
                  <a:ext uri="{FF2B5EF4-FFF2-40B4-BE49-F238E27FC236}">
                    <a16:creationId xmlns:a16="http://schemas.microsoft.com/office/drawing/2014/main" id="{8EC18C00-AF3F-26EE-6CB4-1C579C882509}"/>
                  </a:ext>
                </a:extLst>
              </p:cNvPr>
              <p:cNvCxnSpPr>
                <a:cxnSpLocks/>
              </p:cNvCxnSpPr>
              <p:nvPr/>
            </p:nvCxnSpPr>
            <p:spPr>
              <a:xfrm flipH="1">
                <a:off x="4267607" y="2986556"/>
                <a:ext cx="427228" cy="0"/>
              </a:xfrm>
              <a:prstGeom prst="line">
                <a:avLst/>
              </a:prstGeom>
              <a:ln w="38100">
                <a:solidFill>
                  <a:schemeClr val="tx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49" name="直線コネクタ 148">
                <a:extLst>
                  <a:ext uri="{FF2B5EF4-FFF2-40B4-BE49-F238E27FC236}">
                    <a16:creationId xmlns:a16="http://schemas.microsoft.com/office/drawing/2014/main" id="{06451182-6224-FCFA-1E3F-1BCABD3B35B9}"/>
                  </a:ext>
                </a:extLst>
              </p:cNvPr>
              <p:cNvCxnSpPr>
                <a:cxnSpLocks/>
              </p:cNvCxnSpPr>
              <p:nvPr/>
            </p:nvCxnSpPr>
            <p:spPr>
              <a:xfrm flipH="1">
                <a:off x="4694834" y="3444394"/>
                <a:ext cx="427228" cy="0"/>
              </a:xfrm>
              <a:prstGeom prst="line">
                <a:avLst/>
              </a:prstGeom>
              <a:ln w="38100">
                <a:solidFill>
                  <a:schemeClr val="tx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grpSp>
        <p:nvGrpSpPr>
          <p:cNvPr id="182" name="グループ化 181">
            <a:extLst>
              <a:ext uri="{FF2B5EF4-FFF2-40B4-BE49-F238E27FC236}">
                <a16:creationId xmlns:a16="http://schemas.microsoft.com/office/drawing/2014/main" id="{DEB5BB84-5D80-0E8D-CD0C-09F6198D6AD6}"/>
              </a:ext>
            </a:extLst>
          </p:cNvPr>
          <p:cNvGrpSpPr/>
          <p:nvPr/>
        </p:nvGrpSpPr>
        <p:grpSpPr>
          <a:xfrm>
            <a:off x="847730" y="4375662"/>
            <a:ext cx="4274815" cy="586234"/>
            <a:chOff x="847730" y="3804323"/>
            <a:chExt cx="4274815" cy="586234"/>
          </a:xfrm>
        </p:grpSpPr>
        <p:grpSp>
          <p:nvGrpSpPr>
            <p:cNvPr id="59" name="グループ化 58">
              <a:extLst>
                <a:ext uri="{FF2B5EF4-FFF2-40B4-BE49-F238E27FC236}">
                  <a16:creationId xmlns:a16="http://schemas.microsoft.com/office/drawing/2014/main" id="{16C281E7-4485-E7B5-8DED-739FEE72EA32}"/>
                </a:ext>
              </a:extLst>
            </p:cNvPr>
            <p:cNvGrpSpPr/>
            <p:nvPr/>
          </p:nvGrpSpPr>
          <p:grpSpPr>
            <a:xfrm>
              <a:off x="850265" y="3804323"/>
              <a:ext cx="4272280" cy="586234"/>
              <a:chOff x="850265" y="1106846"/>
              <a:chExt cx="4272280" cy="586234"/>
            </a:xfrm>
          </p:grpSpPr>
          <p:cxnSp>
            <p:nvCxnSpPr>
              <p:cNvPr id="60" name="直線コネクタ 59">
                <a:extLst>
                  <a:ext uri="{FF2B5EF4-FFF2-40B4-BE49-F238E27FC236}">
                    <a16:creationId xmlns:a16="http://schemas.microsoft.com/office/drawing/2014/main" id="{1EF3DA67-BFBA-CB96-6735-8961FD5EEF76}"/>
                  </a:ext>
                </a:extLst>
              </p:cNvPr>
              <p:cNvCxnSpPr>
                <a:cxnSpLocks/>
              </p:cNvCxnSpPr>
              <p:nvPr/>
            </p:nvCxnSpPr>
            <p:spPr>
              <a:xfrm>
                <a:off x="850265" y="1106846"/>
                <a:ext cx="0" cy="586234"/>
              </a:xfrm>
              <a:prstGeom prst="line">
                <a:avLst/>
              </a:prstGeom>
              <a:ln w="19050">
                <a:solidFill>
                  <a:schemeClr val="accent4">
                    <a:lumMod val="60000"/>
                    <a:lumOff val="4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1" name="直線コネクタ 60">
                <a:extLst>
                  <a:ext uri="{FF2B5EF4-FFF2-40B4-BE49-F238E27FC236}">
                    <a16:creationId xmlns:a16="http://schemas.microsoft.com/office/drawing/2014/main" id="{748D228D-56A3-35D7-2F5F-5F202C8BCC13}"/>
                  </a:ext>
                </a:extLst>
              </p:cNvPr>
              <p:cNvCxnSpPr>
                <a:cxnSpLocks/>
              </p:cNvCxnSpPr>
              <p:nvPr/>
            </p:nvCxnSpPr>
            <p:spPr>
              <a:xfrm>
                <a:off x="1704721" y="1106846"/>
                <a:ext cx="0" cy="586234"/>
              </a:xfrm>
              <a:prstGeom prst="line">
                <a:avLst/>
              </a:prstGeom>
              <a:ln w="19050">
                <a:solidFill>
                  <a:schemeClr val="accent4">
                    <a:lumMod val="60000"/>
                    <a:lumOff val="4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2" name="直線コネクタ 61">
                <a:extLst>
                  <a:ext uri="{FF2B5EF4-FFF2-40B4-BE49-F238E27FC236}">
                    <a16:creationId xmlns:a16="http://schemas.microsoft.com/office/drawing/2014/main" id="{884D9AC7-FD07-ECAA-670F-034716522068}"/>
                  </a:ext>
                </a:extLst>
              </p:cNvPr>
              <p:cNvCxnSpPr>
                <a:cxnSpLocks/>
              </p:cNvCxnSpPr>
              <p:nvPr/>
            </p:nvCxnSpPr>
            <p:spPr>
              <a:xfrm>
                <a:off x="2559177" y="1106846"/>
                <a:ext cx="0" cy="586234"/>
              </a:xfrm>
              <a:prstGeom prst="line">
                <a:avLst/>
              </a:prstGeom>
              <a:ln w="19050">
                <a:solidFill>
                  <a:schemeClr val="accent4">
                    <a:lumMod val="60000"/>
                    <a:lumOff val="4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3" name="直線コネクタ 62">
                <a:extLst>
                  <a:ext uri="{FF2B5EF4-FFF2-40B4-BE49-F238E27FC236}">
                    <a16:creationId xmlns:a16="http://schemas.microsoft.com/office/drawing/2014/main" id="{50BB6683-4F8B-C7FF-1E30-D037CFE7C61B}"/>
                  </a:ext>
                </a:extLst>
              </p:cNvPr>
              <p:cNvCxnSpPr>
                <a:cxnSpLocks/>
              </p:cNvCxnSpPr>
              <p:nvPr/>
            </p:nvCxnSpPr>
            <p:spPr>
              <a:xfrm>
                <a:off x="3413633" y="1106846"/>
                <a:ext cx="0" cy="586234"/>
              </a:xfrm>
              <a:prstGeom prst="line">
                <a:avLst/>
              </a:prstGeom>
              <a:ln w="19050">
                <a:solidFill>
                  <a:schemeClr val="accent4">
                    <a:lumMod val="60000"/>
                    <a:lumOff val="4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4" name="直線コネクタ 63">
                <a:extLst>
                  <a:ext uri="{FF2B5EF4-FFF2-40B4-BE49-F238E27FC236}">
                    <a16:creationId xmlns:a16="http://schemas.microsoft.com/office/drawing/2014/main" id="{4E6CB1ED-39B5-FEEF-DE9F-668C0111053B}"/>
                  </a:ext>
                </a:extLst>
              </p:cNvPr>
              <p:cNvCxnSpPr>
                <a:cxnSpLocks/>
              </p:cNvCxnSpPr>
              <p:nvPr/>
            </p:nvCxnSpPr>
            <p:spPr>
              <a:xfrm>
                <a:off x="4268089" y="1106846"/>
                <a:ext cx="0" cy="586234"/>
              </a:xfrm>
              <a:prstGeom prst="line">
                <a:avLst/>
              </a:prstGeom>
              <a:ln w="19050">
                <a:solidFill>
                  <a:schemeClr val="accent4">
                    <a:lumMod val="60000"/>
                    <a:lumOff val="4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5" name="直線コネクタ 64">
                <a:extLst>
                  <a:ext uri="{FF2B5EF4-FFF2-40B4-BE49-F238E27FC236}">
                    <a16:creationId xmlns:a16="http://schemas.microsoft.com/office/drawing/2014/main" id="{E9B5E5D5-D6C4-E0A7-EA27-B50103CC27FB}"/>
                  </a:ext>
                </a:extLst>
              </p:cNvPr>
              <p:cNvCxnSpPr>
                <a:cxnSpLocks/>
              </p:cNvCxnSpPr>
              <p:nvPr/>
            </p:nvCxnSpPr>
            <p:spPr>
              <a:xfrm>
                <a:off x="5122545" y="1106846"/>
                <a:ext cx="0" cy="586234"/>
              </a:xfrm>
              <a:prstGeom prst="line">
                <a:avLst/>
              </a:prstGeom>
              <a:ln w="19050">
                <a:solidFill>
                  <a:schemeClr val="accent4">
                    <a:lumMod val="60000"/>
                    <a:lumOff val="4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168" name="グループ化 167">
              <a:extLst>
                <a:ext uri="{FF2B5EF4-FFF2-40B4-BE49-F238E27FC236}">
                  <a16:creationId xmlns:a16="http://schemas.microsoft.com/office/drawing/2014/main" id="{3775C2EE-B4FB-BCBE-9D67-F6C3EF11B5DC}"/>
                </a:ext>
              </a:extLst>
            </p:cNvPr>
            <p:cNvGrpSpPr/>
            <p:nvPr/>
          </p:nvGrpSpPr>
          <p:grpSpPr>
            <a:xfrm>
              <a:off x="847730" y="3864113"/>
              <a:ext cx="4274329" cy="465849"/>
              <a:chOff x="847730" y="3864113"/>
              <a:chExt cx="4274329" cy="465849"/>
            </a:xfrm>
          </p:grpSpPr>
          <p:cxnSp>
            <p:nvCxnSpPr>
              <p:cNvPr id="101" name="直線コネクタ 100">
                <a:extLst>
                  <a:ext uri="{FF2B5EF4-FFF2-40B4-BE49-F238E27FC236}">
                    <a16:creationId xmlns:a16="http://schemas.microsoft.com/office/drawing/2014/main" id="{68A8DEAE-7DE0-B102-F335-B63B9995B155}"/>
                  </a:ext>
                </a:extLst>
              </p:cNvPr>
              <p:cNvCxnSpPr>
                <a:cxnSpLocks/>
              </p:cNvCxnSpPr>
              <p:nvPr/>
            </p:nvCxnSpPr>
            <p:spPr>
              <a:xfrm rot="5400000">
                <a:off x="618814" y="4097440"/>
                <a:ext cx="457837" cy="0"/>
              </a:xfrm>
              <a:prstGeom prst="line">
                <a:avLst/>
              </a:prstGeom>
              <a:ln w="38100">
                <a:solidFill>
                  <a:schemeClr val="tx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3" name="直線コネクタ 112">
                <a:extLst>
                  <a:ext uri="{FF2B5EF4-FFF2-40B4-BE49-F238E27FC236}">
                    <a16:creationId xmlns:a16="http://schemas.microsoft.com/office/drawing/2014/main" id="{5D5EA58F-EBDE-90B0-FC03-9B19A41E10C8}"/>
                  </a:ext>
                </a:extLst>
              </p:cNvPr>
              <p:cNvCxnSpPr>
                <a:cxnSpLocks/>
              </p:cNvCxnSpPr>
              <p:nvPr/>
            </p:nvCxnSpPr>
            <p:spPr>
              <a:xfrm rot="5400000">
                <a:off x="1259651" y="4095382"/>
                <a:ext cx="457837" cy="0"/>
              </a:xfrm>
              <a:prstGeom prst="line">
                <a:avLst/>
              </a:prstGeom>
              <a:ln w="38100">
                <a:solidFill>
                  <a:schemeClr val="tx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4" name="直線コネクタ 113">
                <a:extLst>
                  <a:ext uri="{FF2B5EF4-FFF2-40B4-BE49-F238E27FC236}">
                    <a16:creationId xmlns:a16="http://schemas.microsoft.com/office/drawing/2014/main" id="{1B23387C-6BFC-C3C4-8BCF-88422BA7D31C}"/>
                  </a:ext>
                </a:extLst>
              </p:cNvPr>
              <p:cNvCxnSpPr>
                <a:cxnSpLocks/>
              </p:cNvCxnSpPr>
              <p:nvPr/>
            </p:nvCxnSpPr>
            <p:spPr>
              <a:xfrm flipH="1">
                <a:off x="847730" y="3868521"/>
                <a:ext cx="640840" cy="0"/>
              </a:xfrm>
              <a:prstGeom prst="line">
                <a:avLst/>
              </a:prstGeom>
              <a:ln w="38100">
                <a:solidFill>
                  <a:schemeClr val="tx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6" name="直線コネクタ 115">
                <a:extLst>
                  <a:ext uri="{FF2B5EF4-FFF2-40B4-BE49-F238E27FC236}">
                    <a16:creationId xmlns:a16="http://schemas.microsoft.com/office/drawing/2014/main" id="{F8CBD233-46F9-AA2B-0031-AF784A914171}"/>
                  </a:ext>
                </a:extLst>
              </p:cNvPr>
              <p:cNvCxnSpPr>
                <a:cxnSpLocks/>
              </p:cNvCxnSpPr>
              <p:nvPr/>
            </p:nvCxnSpPr>
            <p:spPr>
              <a:xfrm flipH="1">
                <a:off x="1491109" y="4324301"/>
                <a:ext cx="211076" cy="0"/>
              </a:xfrm>
              <a:prstGeom prst="line">
                <a:avLst/>
              </a:prstGeom>
              <a:ln w="38100">
                <a:solidFill>
                  <a:schemeClr val="tx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50" name="直線コネクタ 149">
                <a:extLst>
                  <a:ext uri="{FF2B5EF4-FFF2-40B4-BE49-F238E27FC236}">
                    <a16:creationId xmlns:a16="http://schemas.microsoft.com/office/drawing/2014/main" id="{9A751E49-3257-CD3B-F254-E9AA3BD54734}"/>
                  </a:ext>
                </a:extLst>
              </p:cNvPr>
              <p:cNvCxnSpPr>
                <a:cxnSpLocks/>
              </p:cNvCxnSpPr>
              <p:nvPr/>
            </p:nvCxnSpPr>
            <p:spPr>
              <a:xfrm rot="5400000">
                <a:off x="1478329" y="4101044"/>
                <a:ext cx="457837" cy="0"/>
              </a:xfrm>
              <a:prstGeom prst="line">
                <a:avLst/>
              </a:prstGeom>
              <a:ln w="38100">
                <a:solidFill>
                  <a:schemeClr val="tx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51" name="直線コネクタ 150">
                <a:extLst>
                  <a:ext uri="{FF2B5EF4-FFF2-40B4-BE49-F238E27FC236}">
                    <a16:creationId xmlns:a16="http://schemas.microsoft.com/office/drawing/2014/main" id="{0C3BDCAA-D728-ED40-D328-335063CEF48B}"/>
                  </a:ext>
                </a:extLst>
              </p:cNvPr>
              <p:cNvCxnSpPr>
                <a:cxnSpLocks/>
              </p:cNvCxnSpPr>
              <p:nvPr/>
            </p:nvCxnSpPr>
            <p:spPr>
              <a:xfrm rot="5400000">
                <a:off x="2119166" y="4098986"/>
                <a:ext cx="457837" cy="0"/>
              </a:xfrm>
              <a:prstGeom prst="line">
                <a:avLst/>
              </a:prstGeom>
              <a:ln w="38100">
                <a:solidFill>
                  <a:schemeClr val="tx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52" name="直線コネクタ 151">
                <a:extLst>
                  <a:ext uri="{FF2B5EF4-FFF2-40B4-BE49-F238E27FC236}">
                    <a16:creationId xmlns:a16="http://schemas.microsoft.com/office/drawing/2014/main" id="{223973BE-D635-371A-4D7B-5DB0B2EB1BD6}"/>
                  </a:ext>
                </a:extLst>
              </p:cNvPr>
              <p:cNvCxnSpPr>
                <a:cxnSpLocks/>
              </p:cNvCxnSpPr>
              <p:nvPr/>
            </p:nvCxnSpPr>
            <p:spPr>
              <a:xfrm flipH="1">
                <a:off x="1707245" y="3872125"/>
                <a:ext cx="640840" cy="0"/>
              </a:xfrm>
              <a:prstGeom prst="line">
                <a:avLst/>
              </a:prstGeom>
              <a:ln w="38100">
                <a:solidFill>
                  <a:schemeClr val="tx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53" name="直線コネクタ 152">
                <a:extLst>
                  <a:ext uri="{FF2B5EF4-FFF2-40B4-BE49-F238E27FC236}">
                    <a16:creationId xmlns:a16="http://schemas.microsoft.com/office/drawing/2014/main" id="{53805B46-C509-DCCF-C4AE-BA5AB2386BA9}"/>
                  </a:ext>
                </a:extLst>
              </p:cNvPr>
              <p:cNvCxnSpPr>
                <a:cxnSpLocks/>
              </p:cNvCxnSpPr>
              <p:nvPr/>
            </p:nvCxnSpPr>
            <p:spPr>
              <a:xfrm flipH="1">
                <a:off x="2350624" y="4327905"/>
                <a:ext cx="211076" cy="0"/>
              </a:xfrm>
              <a:prstGeom prst="line">
                <a:avLst/>
              </a:prstGeom>
              <a:ln w="38100">
                <a:solidFill>
                  <a:schemeClr val="tx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54" name="直線コネクタ 153">
                <a:extLst>
                  <a:ext uri="{FF2B5EF4-FFF2-40B4-BE49-F238E27FC236}">
                    <a16:creationId xmlns:a16="http://schemas.microsoft.com/office/drawing/2014/main" id="{BEFC8E15-C707-7581-4C54-0072B5EBCBF1}"/>
                  </a:ext>
                </a:extLst>
              </p:cNvPr>
              <p:cNvCxnSpPr>
                <a:cxnSpLocks/>
              </p:cNvCxnSpPr>
              <p:nvPr/>
            </p:nvCxnSpPr>
            <p:spPr>
              <a:xfrm rot="5400000">
                <a:off x="2332781" y="4097440"/>
                <a:ext cx="457837" cy="0"/>
              </a:xfrm>
              <a:prstGeom prst="line">
                <a:avLst/>
              </a:prstGeom>
              <a:ln w="38100">
                <a:solidFill>
                  <a:schemeClr val="tx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55" name="直線コネクタ 154">
                <a:extLst>
                  <a:ext uri="{FF2B5EF4-FFF2-40B4-BE49-F238E27FC236}">
                    <a16:creationId xmlns:a16="http://schemas.microsoft.com/office/drawing/2014/main" id="{8B9ADA5F-376C-F828-0F01-F8FE6128FFA2}"/>
                  </a:ext>
                </a:extLst>
              </p:cNvPr>
              <p:cNvCxnSpPr>
                <a:cxnSpLocks/>
              </p:cNvCxnSpPr>
              <p:nvPr/>
            </p:nvCxnSpPr>
            <p:spPr>
              <a:xfrm rot="5400000">
                <a:off x="2973618" y="4095382"/>
                <a:ext cx="457837" cy="0"/>
              </a:xfrm>
              <a:prstGeom prst="line">
                <a:avLst/>
              </a:prstGeom>
              <a:ln w="38100">
                <a:solidFill>
                  <a:schemeClr val="tx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56" name="直線コネクタ 155">
                <a:extLst>
                  <a:ext uri="{FF2B5EF4-FFF2-40B4-BE49-F238E27FC236}">
                    <a16:creationId xmlns:a16="http://schemas.microsoft.com/office/drawing/2014/main" id="{75C58BC1-DCE0-35EC-EC30-0F0E19480EF0}"/>
                  </a:ext>
                </a:extLst>
              </p:cNvPr>
              <p:cNvCxnSpPr>
                <a:cxnSpLocks/>
              </p:cNvCxnSpPr>
              <p:nvPr/>
            </p:nvCxnSpPr>
            <p:spPr>
              <a:xfrm flipH="1">
                <a:off x="2561697" y="3868521"/>
                <a:ext cx="640840" cy="0"/>
              </a:xfrm>
              <a:prstGeom prst="line">
                <a:avLst/>
              </a:prstGeom>
              <a:ln w="38100">
                <a:solidFill>
                  <a:schemeClr val="tx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57" name="直線コネクタ 156">
                <a:extLst>
                  <a:ext uri="{FF2B5EF4-FFF2-40B4-BE49-F238E27FC236}">
                    <a16:creationId xmlns:a16="http://schemas.microsoft.com/office/drawing/2014/main" id="{6ED6A54B-2DD9-8983-9098-06854BEAD6F4}"/>
                  </a:ext>
                </a:extLst>
              </p:cNvPr>
              <p:cNvCxnSpPr>
                <a:cxnSpLocks/>
              </p:cNvCxnSpPr>
              <p:nvPr/>
            </p:nvCxnSpPr>
            <p:spPr>
              <a:xfrm flipH="1">
                <a:off x="3205076" y="4324301"/>
                <a:ext cx="211076" cy="0"/>
              </a:xfrm>
              <a:prstGeom prst="line">
                <a:avLst/>
              </a:prstGeom>
              <a:ln w="38100">
                <a:solidFill>
                  <a:schemeClr val="tx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58" name="直線コネクタ 157">
                <a:extLst>
                  <a:ext uri="{FF2B5EF4-FFF2-40B4-BE49-F238E27FC236}">
                    <a16:creationId xmlns:a16="http://schemas.microsoft.com/office/drawing/2014/main" id="{2B3C4337-3178-EE66-CD8D-36B0958D3C46}"/>
                  </a:ext>
                </a:extLst>
              </p:cNvPr>
              <p:cNvCxnSpPr>
                <a:cxnSpLocks/>
              </p:cNvCxnSpPr>
              <p:nvPr/>
            </p:nvCxnSpPr>
            <p:spPr>
              <a:xfrm rot="5400000">
                <a:off x="3182175" y="4097440"/>
                <a:ext cx="457837" cy="0"/>
              </a:xfrm>
              <a:prstGeom prst="line">
                <a:avLst/>
              </a:prstGeom>
              <a:ln w="38100">
                <a:solidFill>
                  <a:schemeClr val="tx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59" name="直線コネクタ 158">
                <a:extLst>
                  <a:ext uri="{FF2B5EF4-FFF2-40B4-BE49-F238E27FC236}">
                    <a16:creationId xmlns:a16="http://schemas.microsoft.com/office/drawing/2014/main" id="{47702F5E-C5DB-7A2A-73B4-D61022C6FCF9}"/>
                  </a:ext>
                </a:extLst>
              </p:cNvPr>
              <p:cNvCxnSpPr>
                <a:cxnSpLocks/>
              </p:cNvCxnSpPr>
              <p:nvPr/>
            </p:nvCxnSpPr>
            <p:spPr>
              <a:xfrm rot="5400000">
                <a:off x="3823012" y="4095382"/>
                <a:ext cx="457837" cy="0"/>
              </a:xfrm>
              <a:prstGeom prst="line">
                <a:avLst/>
              </a:prstGeom>
              <a:ln w="38100">
                <a:solidFill>
                  <a:schemeClr val="tx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60" name="直線コネクタ 159">
                <a:extLst>
                  <a:ext uri="{FF2B5EF4-FFF2-40B4-BE49-F238E27FC236}">
                    <a16:creationId xmlns:a16="http://schemas.microsoft.com/office/drawing/2014/main" id="{50B1D440-9D76-4B18-334C-B85576126A25}"/>
                  </a:ext>
                </a:extLst>
              </p:cNvPr>
              <p:cNvCxnSpPr>
                <a:cxnSpLocks/>
              </p:cNvCxnSpPr>
              <p:nvPr/>
            </p:nvCxnSpPr>
            <p:spPr>
              <a:xfrm flipH="1">
                <a:off x="3411091" y="3868521"/>
                <a:ext cx="640840" cy="0"/>
              </a:xfrm>
              <a:prstGeom prst="line">
                <a:avLst/>
              </a:prstGeom>
              <a:ln w="38100">
                <a:solidFill>
                  <a:schemeClr val="tx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61" name="直線コネクタ 160">
                <a:extLst>
                  <a:ext uri="{FF2B5EF4-FFF2-40B4-BE49-F238E27FC236}">
                    <a16:creationId xmlns:a16="http://schemas.microsoft.com/office/drawing/2014/main" id="{426C7F48-C75C-494B-CC6B-3A81BACB8779}"/>
                  </a:ext>
                </a:extLst>
              </p:cNvPr>
              <p:cNvCxnSpPr>
                <a:cxnSpLocks/>
              </p:cNvCxnSpPr>
              <p:nvPr/>
            </p:nvCxnSpPr>
            <p:spPr>
              <a:xfrm flipH="1">
                <a:off x="4054470" y="4324301"/>
                <a:ext cx="211076" cy="0"/>
              </a:xfrm>
              <a:prstGeom prst="line">
                <a:avLst/>
              </a:prstGeom>
              <a:ln w="38100">
                <a:solidFill>
                  <a:schemeClr val="tx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62" name="直線コネクタ 161">
                <a:extLst>
                  <a:ext uri="{FF2B5EF4-FFF2-40B4-BE49-F238E27FC236}">
                    <a16:creationId xmlns:a16="http://schemas.microsoft.com/office/drawing/2014/main" id="{80DD586E-CB2C-65E2-B5F6-CEC6C14855AD}"/>
                  </a:ext>
                </a:extLst>
              </p:cNvPr>
              <p:cNvCxnSpPr>
                <a:cxnSpLocks/>
              </p:cNvCxnSpPr>
              <p:nvPr/>
            </p:nvCxnSpPr>
            <p:spPr>
              <a:xfrm rot="5400000">
                <a:off x="4038688" y="4095090"/>
                <a:ext cx="457837" cy="0"/>
              </a:xfrm>
              <a:prstGeom prst="line">
                <a:avLst/>
              </a:prstGeom>
              <a:ln w="38100">
                <a:solidFill>
                  <a:schemeClr val="tx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63" name="直線コネクタ 162">
                <a:extLst>
                  <a:ext uri="{FF2B5EF4-FFF2-40B4-BE49-F238E27FC236}">
                    <a16:creationId xmlns:a16="http://schemas.microsoft.com/office/drawing/2014/main" id="{7092E019-8FDA-AEA7-B540-66CAB0BFC5D8}"/>
                  </a:ext>
                </a:extLst>
              </p:cNvPr>
              <p:cNvCxnSpPr>
                <a:cxnSpLocks/>
              </p:cNvCxnSpPr>
              <p:nvPr/>
            </p:nvCxnSpPr>
            <p:spPr>
              <a:xfrm rot="5400000">
                <a:off x="4679525" y="4093032"/>
                <a:ext cx="457837" cy="0"/>
              </a:xfrm>
              <a:prstGeom prst="line">
                <a:avLst/>
              </a:prstGeom>
              <a:ln w="38100">
                <a:solidFill>
                  <a:schemeClr val="tx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64" name="直線コネクタ 163">
                <a:extLst>
                  <a:ext uri="{FF2B5EF4-FFF2-40B4-BE49-F238E27FC236}">
                    <a16:creationId xmlns:a16="http://schemas.microsoft.com/office/drawing/2014/main" id="{7277527A-A27B-E15F-DCE5-00A18751D703}"/>
                  </a:ext>
                </a:extLst>
              </p:cNvPr>
              <p:cNvCxnSpPr>
                <a:cxnSpLocks/>
              </p:cNvCxnSpPr>
              <p:nvPr/>
            </p:nvCxnSpPr>
            <p:spPr>
              <a:xfrm flipH="1">
                <a:off x="4267604" y="3866171"/>
                <a:ext cx="640840" cy="0"/>
              </a:xfrm>
              <a:prstGeom prst="line">
                <a:avLst/>
              </a:prstGeom>
              <a:ln w="38100">
                <a:solidFill>
                  <a:schemeClr val="tx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65" name="直線コネクタ 164">
                <a:extLst>
                  <a:ext uri="{FF2B5EF4-FFF2-40B4-BE49-F238E27FC236}">
                    <a16:creationId xmlns:a16="http://schemas.microsoft.com/office/drawing/2014/main" id="{CD1CA232-337A-7339-2CF8-5CF3743A80A2}"/>
                  </a:ext>
                </a:extLst>
              </p:cNvPr>
              <p:cNvCxnSpPr>
                <a:cxnSpLocks/>
              </p:cNvCxnSpPr>
              <p:nvPr/>
            </p:nvCxnSpPr>
            <p:spPr>
              <a:xfrm flipH="1">
                <a:off x="4910983" y="4321951"/>
                <a:ext cx="211076" cy="0"/>
              </a:xfrm>
              <a:prstGeom prst="line">
                <a:avLst/>
              </a:prstGeom>
              <a:ln w="38100">
                <a:solidFill>
                  <a:schemeClr val="tx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sp>
        <p:nvSpPr>
          <p:cNvPr id="177" name="テキスト ボックス 176">
            <a:extLst>
              <a:ext uri="{FF2B5EF4-FFF2-40B4-BE49-F238E27FC236}">
                <a16:creationId xmlns:a16="http://schemas.microsoft.com/office/drawing/2014/main" id="{866D42A1-EA8C-46B5-2BEA-85F2656F3206}"/>
              </a:ext>
            </a:extLst>
          </p:cNvPr>
          <p:cNvSpPr txBox="1"/>
          <p:nvPr/>
        </p:nvSpPr>
        <p:spPr>
          <a:xfrm>
            <a:off x="535993" y="1800550"/>
            <a:ext cx="284052" cy="307777"/>
          </a:xfrm>
          <a:prstGeom prst="rect">
            <a:avLst/>
          </a:prstGeom>
          <a:noFill/>
        </p:spPr>
        <p:txBody>
          <a:bodyPr wrap="none" rtlCol="0">
            <a:spAutoFit/>
          </a:bodyPr>
          <a:lstStyle/>
          <a:p>
            <a:pPr algn="l"/>
            <a:r>
              <a:rPr lang="en-US" altLang="ja-JP" sz="1400" dirty="0">
                <a:solidFill>
                  <a:schemeClr val="tx1">
                    <a:lumMod val="90000"/>
                    <a:lumOff val="10000"/>
                  </a:schemeClr>
                </a:solidFill>
              </a:rPr>
              <a:t>L</a:t>
            </a:r>
            <a:endParaRPr kumimoji="1" lang="ja-JP" altLang="en-US" sz="1400" dirty="0">
              <a:solidFill>
                <a:schemeClr val="tx1">
                  <a:lumMod val="90000"/>
                  <a:lumOff val="10000"/>
                </a:schemeClr>
              </a:solidFill>
            </a:endParaRPr>
          </a:p>
        </p:txBody>
      </p:sp>
      <p:sp>
        <p:nvSpPr>
          <p:cNvPr id="178" name="テキスト ボックス 177">
            <a:extLst>
              <a:ext uri="{FF2B5EF4-FFF2-40B4-BE49-F238E27FC236}">
                <a16:creationId xmlns:a16="http://schemas.microsoft.com/office/drawing/2014/main" id="{A2C9A8E1-B8E8-33BD-647A-FE1699D1C8E5}"/>
              </a:ext>
            </a:extLst>
          </p:cNvPr>
          <p:cNvSpPr txBox="1"/>
          <p:nvPr/>
        </p:nvSpPr>
        <p:spPr>
          <a:xfrm>
            <a:off x="520764" y="1350724"/>
            <a:ext cx="314510" cy="307777"/>
          </a:xfrm>
          <a:prstGeom prst="rect">
            <a:avLst/>
          </a:prstGeom>
          <a:noFill/>
        </p:spPr>
        <p:txBody>
          <a:bodyPr wrap="none" rtlCol="0">
            <a:spAutoFit/>
          </a:bodyPr>
          <a:lstStyle/>
          <a:p>
            <a:pPr algn="l"/>
            <a:r>
              <a:rPr kumimoji="1" lang="en-US" altLang="ja-JP" sz="1400" dirty="0">
                <a:solidFill>
                  <a:schemeClr val="tx1">
                    <a:lumMod val="90000"/>
                    <a:lumOff val="10000"/>
                  </a:schemeClr>
                </a:solidFill>
              </a:rPr>
              <a:t>H</a:t>
            </a:r>
            <a:endParaRPr kumimoji="1" lang="ja-JP" altLang="en-US" sz="1400" dirty="0">
              <a:solidFill>
                <a:schemeClr val="tx1">
                  <a:lumMod val="90000"/>
                  <a:lumOff val="10000"/>
                </a:schemeClr>
              </a:solidFill>
            </a:endParaRPr>
          </a:p>
        </p:txBody>
      </p:sp>
      <p:sp>
        <p:nvSpPr>
          <p:cNvPr id="184" name="テキスト ボックス 183">
            <a:extLst>
              <a:ext uri="{FF2B5EF4-FFF2-40B4-BE49-F238E27FC236}">
                <a16:creationId xmlns:a16="http://schemas.microsoft.com/office/drawing/2014/main" id="{6B8EB1CD-E2F2-2040-B203-1D7763FDE055}"/>
              </a:ext>
            </a:extLst>
          </p:cNvPr>
          <p:cNvSpPr txBox="1"/>
          <p:nvPr/>
        </p:nvSpPr>
        <p:spPr>
          <a:xfrm>
            <a:off x="2736987" y="1111135"/>
            <a:ext cx="543739" cy="369332"/>
          </a:xfrm>
          <a:prstGeom prst="rect">
            <a:avLst/>
          </a:prstGeom>
          <a:noFill/>
        </p:spPr>
        <p:txBody>
          <a:bodyPr wrap="none" rtlCol="0">
            <a:spAutoFit/>
          </a:bodyPr>
          <a:lstStyle/>
          <a:p>
            <a:pPr algn="l"/>
            <a:r>
              <a:rPr kumimoji="1" lang="en-US" altLang="ja-JP" dirty="0">
                <a:solidFill>
                  <a:schemeClr val="tx1">
                    <a:lumMod val="90000"/>
                    <a:lumOff val="10000"/>
                  </a:schemeClr>
                </a:solidFill>
              </a:rPr>
              <a:t>0</a:t>
            </a:r>
            <a:r>
              <a:rPr kumimoji="1" lang="ja-JP" altLang="en-US" dirty="0">
                <a:solidFill>
                  <a:schemeClr val="tx1">
                    <a:lumMod val="90000"/>
                    <a:lumOff val="10000"/>
                  </a:schemeClr>
                </a:solidFill>
              </a:rPr>
              <a:t>％</a:t>
            </a:r>
          </a:p>
        </p:txBody>
      </p:sp>
      <p:sp>
        <p:nvSpPr>
          <p:cNvPr id="185" name="テキスト ボックス 184">
            <a:extLst>
              <a:ext uri="{FF2B5EF4-FFF2-40B4-BE49-F238E27FC236}">
                <a16:creationId xmlns:a16="http://schemas.microsoft.com/office/drawing/2014/main" id="{41185E0F-CF3A-3897-BEAE-29BDA1F9009F}"/>
              </a:ext>
            </a:extLst>
          </p:cNvPr>
          <p:cNvSpPr txBox="1"/>
          <p:nvPr/>
        </p:nvSpPr>
        <p:spPr>
          <a:xfrm>
            <a:off x="2687294" y="2084422"/>
            <a:ext cx="671979" cy="369332"/>
          </a:xfrm>
          <a:prstGeom prst="rect">
            <a:avLst/>
          </a:prstGeom>
          <a:noFill/>
        </p:spPr>
        <p:txBody>
          <a:bodyPr wrap="none" rtlCol="0">
            <a:spAutoFit/>
          </a:bodyPr>
          <a:lstStyle/>
          <a:p>
            <a:pPr algn="l"/>
            <a:r>
              <a:rPr lang="en-US" altLang="ja-JP" dirty="0">
                <a:solidFill>
                  <a:schemeClr val="tx1">
                    <a:lumMod val="90000"/>
                    <a:lumOff val="10000"/>
                  </a:schemeClr>
                </a:solidFill>
              </a:rPr>
              <a:t>25</a:t>
            </a:r>
            <a:r>
              <a:rPr kumimoji="1" lang="ja-JP" altLang="en-US" dirty="0">
                <a:solidFill>
                  <a:schemeClr val="tx1">
                    <a:lumMod val="90000"/>
                    <a:lumOff val="10000"/>
                  </a:schemeClr>
                </a:solidFill>
              </a:rPr>
              <a:t>％</a:t>
            </a:r>
          </a:p>
        </p:txBody>
      </p:sp>
      <p:sp>
        <p:nvSpPr>
          <p:cNvPr id="186" name="テキスト ボックス 185">
            <a:extLst>
              <a:ext uri="{FF2B5EF4-FFF2-40B4-BE49-F238E27FC236}">
                <a16:creationId xmlns:a16="http://schemas.microsoft.com/office/drawing/2014/main" id="{AF8F5096-7399-C8D9-536D-B15000439591}"/>
              </a:ext>
            </a:extLst>
          </p:cNvPr>
          <p:cNvSpPr txBox="1"/>
          <p:nvPr/>
        </p:nvSpPr>
        <p:spPr>
          <a:xfrm>
            <a:off x="2687294" y="3093020"/>
            <a:ext cx="671979" cy="369332"/>
          </a:xfrm>
          <a:prstGeom prst="rect">
            <a:avLst/>
          </a:prstGeom>
          <a:noFill/>
        </p:spPr>
        <p:txBody>
          <a:bodyPr wrap="none" rtlCol="0">
            <a:spAutoFit/>
          </a:bodyPr>
          <a:lstStyle/>
          <a:p>
            <a:pPr algn="l"/>
            <a:r>
              <a:rPr kumimoji="1" lang="en-US" altLang="ja-JP">
                <a:solidFill>
                  <a:schemeClr val="tx1">
                    <a:lumMod val="90000"/>
                    <a:lumOff val="10000"/>
                  </a:schemeClr>
                </a:solidFill>
              </a:rPr>
              <a:t>50</a:t>
            </a:r>
            <a:r>
              <a:rPr kumimoji="1" lang="ja-JP" altLang="en-US" dirty="0">
                <a:solidFill>
                  <a:schemeClr val="tx1">
                    <a:lumMod val="90000"/>
                    <a:lumOff val="10000"/>
                  </a:schemeClr>
                </a:solidFill>
              </a:rPr>
              <a:t>％</a:t>
            </a:r>
          </a:p>
        </p:txBody>
      </p:sp>
      <p:sp>
        <p:nvSpPr>
          <p:cNvPr id="187" name="テキスト ボックス 186">
            <a:extLst>
              <a:ext uri="{FF2B5EF4-FFF2-40B4-BE49-F238E27FC236}">
                <a16:creationId xmlns:a16="http://schemas.microsoft.com/office/drawing/2014/main" id="{F5FA8E5B-2C2E-3969-973D-682220624737}"/>
              </a:ext>
            </a:extLst>
          </p:cNvPr>
          <p:cNvSpPr txBox="1"/>
          <p:nvPr/>
        </p:nvSpPr>
        <p:spPr>
          <a:xfrm>
            <a:off x="2687294" y="4059173"/>
            <a:ext cx="671979" cy="369332"/>
          </a:xfrm>
          <a:prstGeom prst="rect">
            <a:avLst/>
          </a:prstGeom>
          <a:noFill/>
        </p:spPr>
        <p:txBody>
          <a:bodyPr wrap="none" rtlCol="0">
            <a:spAutoFit/>
          </a:bodyPr>
          <a:lstStyle/>
          <a:p>
            <a:pPr algn="l"/>
            <a:r>
              <a:rPr lang="en-US" altLang="ja-JP" dirty="0">
                <a:solidFill>
                  <a:schemeClr val="tx1">
                    <a:lumMod val="90000"/>
                    <a:lumOff val="10000"/>
                  </a:schemeClr>
                </a:solidFill>
              </a:rPr>
              <a:t>75</a:t>
            </a:r>
            <a:r>
              <a:rPr kumimoji="1" lang="ja-JP" altLang="en-US" dirty="0">
                <a:solidFill>
                  <a:schemeClr val="tx1">
                    <a:lumMod val="90000"/>
                    <a:lumOff val="10000"/>
                  </a:schemeClr>
                </a:solidFill>
              </a:rPr>
              <a:t>％</a:t>
            </a:r>
          </a:p>
        </p:txBody>
      </p:sp>
      <p:sp>
        <p:nvSpPr>
          <p:cNvPr id="188" name="テキスト ボックス 187">
            <a:extLst>
              <a:ext uri="{FF2B5EF4-FFF2-40B4-BE49-F238E27FC236}">
                <a16:creationId xmlns:a16="http://schemas.microsoft.com/office/drawing/2014/main" id="{AEE21DFE-305C-D42F-3781-125FE09E7E04}"/>
              </a:ext>
            </a:extLst>
          </p:cNvPr>
          <p:cNvSpPr txBox="1"/>
          <p:nvPr/>
        </p:nvSpPr>
        <p:spPr>
          <a:xfrm>
            <a:off x="2637601" y="5042247"/>
            <a:ext cx="800219" cy="369332"/>
          </a:xfrm>
          <a:prstGeom prst="rect">
            <a:avLst/>
          </a:prstGeom>
          <a:noFill/>
        </p:spPr>
        <p:txBody>
          <a:bodyPr wrap="none" rtlCol="0">
            <a:spAutoFit/>
          </a:bodyPr>
          <a:lstStyle/>
          <a:p>
            <a:pPr algn="l"/>
            <a:r>
              <a:rPr kumimoji="1" lang="en-US" altLang="ja-JP" dirty="0">
                <a:solidFill>
                  <a:schemeClr val="tx1">
                    <a:lumMod val="90000"/>
                    <a:lumOff val="10000"/>
                  </a:schemeClr>
                </a:solidFill>
              </a:rPr>
              <a:t>100</a:t>
            </a:r>
            <a:r>
              <a:rPr kumimoji="1" lang="ja-JP" altLang="en-US" dirty="0">
                <a:solidFill>
                  <a:schemeClr val="tx1">
                    <a:lumMod val="90000"/>
                    <a:lumOff val="10000"/>
                  </a:schemeClr>
                </a:solidFill>
              </a:rPr>
              <a:t>％</a:t>
            </a:r>
          </a:p>
        </p:txBody>
      </p:sp>
      <p:cxnSp>
        <p:nvCxnSpPr>
          <p:cNvPr id="190" name="直線矢印コネクタ 189">
            <a:extLst>
              <a:ext uri="{FF2B5EF4-FFF2-40B4-BE49-F238E27FC236}">
                <a16:creationId xmlns:a16="http://schemas.microsoft.com/office/drawing/2014/main" id="{83259A9D-B03E-8C23-1554-22BCF15BBD49}"/>
              </a:ext>
            </a:extLst>
          </p:cNvPr>
          <p:cNvCxnSpPr>
            <a:cxnSpLocks/>
          </p:cNvCxnSpPr>
          <p:nvPr/>
        </p:nvCxnSpPr>
        <p:spPr>
          <a:xfrm>
            <a:off x="4267604" y="1488102"/>
            <a:ext cx="852408" cy="0"/>
          </a:xfrm>
          <a:prstGeom prst="straightConnector1">
            <a:avLst/>
          </a:prstGeom>
          <a:ln w="19050">
            <a:solidFill>
              <a:schemeClr val="accent4">
                <a:lumMod val="60000"/>
                <a:lumOff val="40000"/>
              </a:schemeClr>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sp>
        <p:nvSpPr>
          <p:cNvPr id="194" name="テキスト ボックス 193">
            <a:extLst>
              <a:ext uri="{FF2B5EF4-FFF2-40B4-BE49-F238E27FC236}">
                <a16:creationId xmlns:a16="http://schemas.microsoft.com/office/drawing/2014/main" id="{865B263B-E041-0D3D-EF5E-337439D8DDFD}"/>
              </a:ext>
            </a:extLst>
          </p:cNvPr>
          <p:cNvSpPr txBox="1"/>
          <p:nvPr/>
        </p:nvSpPr>
        <p:spPr>
          <a:xfrm>
            <a:off x="4333773" y="1120739"/>
            <a:ext cx="720069" cy="338554"/>
          </a:xfrm>
          <a:prstGeom prst="rect">
            <a:avLst/>
          </a:prstGeom>
          <a:noFill/>
        </p:spPr>
        <p:txBody>
          <a:bodyPr wrap="none" rtlCol="0">
            <a:spAutoFit/>
          </a:bodyPr>
          <a:lstStyle/>
          <a:p>
            <a:pPr algn="l"/>
            <a:r>
              <a:rPr kumimoji="1" lang="ja-JP" altLang="en-US" sz="1600" dirty="0">
                <a:solidFill>
                  <a:schemeClr val="tx1">
                    <a:lumMod val="90000"/>
                    <a:lumOff val="10000"/>
                  </a:schemeClr>
                </a:solidFill>
              </a:rPr>
              <a:t>周期</a:t>
            </a:r>
            <a:r>
              <a:rPr kumimoji="1" lang="en-US" altLang="ja-JP" sz="1600" dirty="0">
                <a:solidFill>
                  <a:schemeClr val="tx1">
                    <a:lumMod val="90000"/>
                    <a:lumOff val="10000"/>
                  </a:schemeClr>
                </a:solidFill>
              </a:rPr>
              <a:t>T</a:t>
            </a:r>
            <a:endParaRPr kumimoji="1" lang="ja-JP" altLang="en-US" sz="1600" dirty="0">
              <a:solidFill>
                <a:schemeClr val="tx1">
                  <a:lumMod val="90000"/>
                  <a:lumOff val="10000"/>
                </a:schemeClr>
              </a:solidFill>
            </a:endParaRPr>
          </a:p>
        </p:txBody>
      </p:sp>
      <p:sp>
        <p:nvSpPr>
          <p:cNvPr id="195" name="テキスト ボックス 194">
            <a:extLst>
              <a:ext uri="{FF2B5EF4-FFF2-40B4-BE49-F238E27FC236}">
                <a16:creationId xmlns:a16="http://schemas.microsoft.com/office/drawing/2014/main" id="{704AA2FF-8529-DDB6-9834-CFDF89B321D0}"/>
              </a:ext>
            </a:extLst>
          </p:cNvPr>
          <p:cNvSpPr txBox="1"/>
          <p:nvPr/>
        </p:nvSpPr>
        <p:spPr>
          <a:xfrm>
            <a:off x="535993" y="2769310"/>
            <a:ext cx="284052" cy="307777"/>
          </a:xfrm>
          <a:prstGeom prst="rect">
            <a:avLst/>
          </a:prstGeom>
          <a:noFill/>
        </p:spPr>
        <p:txBody>
          <a:bodyPr wrap="none" rtlCol="0">
            <a:spAutoFit/>
          </a:bodyPr>
          <a:lstStyle/>
          <a:p>
            <a:pPr algn="l"/>
            <a:r>
              <a:rPr lang="en-US" altLang="ja-JP" sz="1400" dirty="0">
                <a:solidFill>
                  <a:schemeClr val="tx1">
                    <a:lumMod val="90000"/>
                    <a:lumOff val="10000"/>
                  </a:schemeClr>
                </a:solidFill>
              </a:rPr>
              <a:t>L</a:t>
            </a:r>
            <a:endParaRPr kumimoji="1" lang="ja-JP" altLang="en-US" sz="1400" dirty="0">
              <a:solidFill>
                <a:schemeClr val="tx1">
                  <a:lumMod val="90000"/>
                  <a:lumOff val="10000"/>
                </a:schemeClr>
              </a:solidFill>
            </a:endParaRPr>
          </a:p>
        </p:txBody>
      </p:sp>
      <p:sp>
        <p:nvSpPr>
          <p:cNvPr id="196" name="テキスト ボックス 195">
            <a:extLst>
              <a:ext uri="{FF2B5EF4-FFF2-40B4-BE49-F238E27FC236}">
                <a16:creationId xmlns:a16="http://schemas.microsoft.com/office/drawing/2014/main" id="{3E55B0A5-B416-1E3D-5882-3C889269EEAF}"/>
              </a:ext>
            </a:extLst>
          </p:cNvPr>
          <p:cNvSpPr txBox="1"/>
          <p:nvPr/>
        </p:nvSpPr>
        <p:spPr>
          <a:xfrm>
            <a:off x="520764" y="2319484"/>
            <a:ext cx="314510" cy="307777"/>
          </a:xfrm>
          <a:prstGeom prst="rect">
            <a:avLst/>
          </a:prstGeom>
          <a:noFill/>
        </p:spPr>
        <p:txBody>
          <a:bodyPr wrap="none" rtlCol="0">
            <a:spAutoFit/>
          </a:bodyPr>
          <a:lstStyle/>
          <a:p>
            <a:pPr algn="l"/>
            <a:r>
              <a:rPr kumimoji="1" lang="en-US" altLang="ja-JP" sz="1400" dirty="0">
                <a:solidFill>
                  <a:schemeClr val="tx1">
                    <a:lumMod val="90000"/>
                    <a:lumOff val="10000"/>
                  </a:schemeClr>
                </a:solidFill>
              </a:rPr>
              <a:t>H</a:t>
            </a:r>
            <a:endParaRPr kumimoji="1" lang="ja-JP" altLang="en-US" sz="1400" dirty="0">
              <a:solidFill>
                <a:schemeClr val="tx1">
                  <a:lumMod val="90000"/>
                  <a:lumOff val="10000"/>
                </a:schemeClr>
              </a:solidFill>
            </a:endParaRPr>
          </a:p>
        </p:txBody>
      </p:sp>
      <p:sp>
        <p:nvSpPr>
          <p:cNvPr id="197" name="テキスト ボックス 196">
            <a:extLst>
              <a:ext uri="{FF2B5EF4-FFF2-40B4-BE49-F238E27FC236}">
                <a16:creationId xmlns:a16="http://schemas.microsoft.com/office/drawing/2014/main" id="{5E52989E-8AB0-DB8A-3F28-D9C6C8B21523}"/>
              </a:ext>
            </a:extLst>
          </p:cNvPr>
          <p:cNvSpPr txBox="1"/>
          <p:nvPr/>
        </p:nvSpPr>
        <p:spPr>
          <a:xfrm>
            <a:off x="535993" y="3745212"/>
            <a:ext cx="284052" cy="307777"/>
          </a:xfrm>
          <a:prstGeom prst="rect">
            <a:avLst/>
          </a:prstGeom>
          <a:noFill/>
        </p:spPr>
        <p:txBody>
          <a:bodyPr wrap="none" rtlCol="0">
            <a:spAutoFit/>
          </a:bodyPr>
          <a:lstStyle/>
          <a:p>
            <a:pPr algn="l"/>
            <a:r>
              <a:rPr lang="en-US" altLang="ja-JP" sz="1400" dirty="0">
                <a:solidFill>
                  <a:schemeClr val="tx1">
                    <a:lumMod val="90000"/>
                    <a:lumOff val="10000"/>
                  </a:schemeClr>
                </a:solidFill>
              </a:rPr>
              <a:t>L</a:t>
            </a:r>
            <a:endParaRPr kumimoji="1" lang="ja-JP" altLang="en-US" sz="1400" dirty="0">
              <a:solidFill>
                <a:schemeClr val="tx1">
                  <a:lumMod val="90000"/>
                  <a:lumOff val="10000"/>
                </a:schemeClr>
              </a:solidFill>
            </a:endParaRPr>
          </a:p>
        </p:txBody>
      </p:sp>
      <p:sp>
        <p:nvSpPr>
          <p:cNvPr id="198" name="テキスト ボックス 197">
            <a:extLst>
              <a:ext uri="{FF2B5EF4-FFF2-40B4-BE49-F238E27FC236}">
                <a16:creationId xmlns:a16="http://schemas.microsoft.com/office/drawing/2014/main" id="{3E6D94A2-80AD-92D5-75D6-472A4863F55A}"/>
              </a:ext>
            </a:extLst>
          </p:cNvPr>
          <p:cNvSpPr txBox="1"/>
          <p:nvPr/>
        </p:nvSpPr>
        <p:spPr>
          <a:xfrm>
            <a:off x="520764" y="3295386"/>
            <a:ext cx="314510" cy="307777"/>
          </a:xfrm>
          <a:prstGeom prst="rect">
            <a:avLst/>
          </a:prstGeom>
          <a:noFill/>
        </p:spPr>
        <p:txBody>
          <a:bodyPr wrap="none" rtlCol="0">
            <a:spAutoFit/>
          </a:bodyPr>
          <a:lstStyle/>
          <a:p>
            <a:pPr algn="l"/>
            <a:r>
              <a:rPr kumimoji="1" lang="en-US" altLang="ja-JP" sz="1400" dirty="0">
                <a:solidFill>
                  <a:schemeClr val="tx1">
                    <a:lumMod val="90000"/>
                    <a:lumOff val="10000"/>
                  </a:schemeClr>
                </a:solidFill>
              </a:rPr>
              <a:t>H</a:t>
            </a:r>
            <a:endParaRPr kumimoji="1" lang="ja-JP" altLang="en-US" sz="1400" dirty="0">
              <a:solidFill>
                <a:schemeClr val="tx1">
                  <a:lumMod val="90000"/>
                  <a:lumOff val="10000"/>
                </a:schemeClr>
              </a:solidFill>
            </a:endParaRPr>
          </a:p>
        </p:txBody>
      </p:sp>
      <p:sp>
        <p:nvSpPr>
          <p:cNvPr id="199" name="テキスト ボックス 198">
            <a:extLst>
              <a:ext uri="{FF2B5EF4-FFF2-40B4-BE49-F238E27FC236}">
                <a16:creationId xmlns:a16="http://schemas.microsoft.com/office/drawing/2014/main" id="{9AC88900-C44A-BD3B-05FB-08E4E40F7A5E}"/>
              </a:ext>
            </a:extLst>
          </p:cNvPr>
          <p:cNvSpPr txBox="1"/>
          <p:nvPr/>
        </p:nvSpPr>
        <p:spPr>
          <a:xfrm>
            <a:off x="535993" y="4728908"/>
            <a:ext cx="284052" cy="307777"/>
          </a:xfrm>
          <a:prstGeom prst="rect">
            <a:avLst/>
          </a:prstGeom>
          <a:noFill/>
        </p:spPr>
        <p:txBody>
          <a:bodyPr wrap="none" rtlCol="0">
            <a:spAutoFit/>
          </a:bodyPr>
          <a:lstStyle/>
          <a:p>
            <a:pPr algn="l"/>
            <a:r>
              <a:rPr lang="en-US" altLang="ja-JP" sz="1400" dirty="0">
                <a:solidFill>
                  <a:schemeClr val="tx1">
                    <a:lumMod val="90000"/>
                    <a:lumOff val="10000"/>
                  </a:schemeClr>
                </a:solidFill>
              </a:rPr>
              <a:t>L</a:t>
            </a:r>
            <a:endParaRPr kumimoji="1" lang="ja-JP" altLang="en-US" sz="1400" dirty="0">
              <a:solidFill>
                <a:schemeClr val="tx1">
                  <a:lumMod val="90000"/>
                  <a:lumOff val="10000"/>
                </a:schemeClr>
              </a:solidFill>
            </a:endParaRPr>
          </a:p>
        </p:txBody>
      </p:sp>
      <p:sp>
        <p:nvSpPr>
          <p:cNvPr id="200" name="テキスト ボックス 199">
            <a:extLst>
              <a:ext uri="{FF2B5EF4-FFF2-40B4-BE49-F238E27FC236}">
                <a16:creationId xmlns:a16="http://schemas.microsoft.com/office/drawing/2014/main" id="{D8E80BD6-64BB-B9B5-6EB6-8BB5D376367B}"/>
              </a:ext>
            </a:extLst>
          </p:cNvPr>
          <p:cNvSpPr txBox="1"/>
          <p:nvPr/>
        </p:nvSpPr>
        <p:spPr>
          <a:xfrm>
            <a:off x="520764" y="4279082"/>
            <a:ext cx="314510" cy="307777"/>
          </a:xfrm>
          <a:prstGeom prst="rect">
            <a:avLst/>
          </a:prstGeom>
          <a:noFill/>
        </p:spPr>
        <p:txBody>
          <a:bodyPr wrap="none" rtlCol="0">
            <a:spAutoFit/>
          </a:bodyPr>
          <a:lstStyle/>
          <a:p>
            <a:pPr algn="l"/>
            <a:r>
              <a:rPr kumimoji="1" lang="en-US" altLang="ja-JP" sz="1400" dirty="0">
                <a:solidFill>
                  <a:schemeClr val="tx1">
                    <a:lumMod val="90000"/>
                    <a:lumOff val="10000"/>
                  </a:schemeClr>
                </a:solidFill>
              </a:rPr>
              <a:t>H</a:t>
            </a:r>
            <a:endParaRPr kumimoji="1" lang="ja-JP" altLang="en-US" sz="1400" dirty="0">
              <a:solidFill>
                <a:schemeClr val="tx1">
                  <a:lumMod val="90000"/>
                  <a:lumOff val="10000"/>
                </a:schemeClr>
              </a:solidFill>
            </a:endParaRPr>
          </a:p>
        </p:txBody>
      </p:sp>
      <p:sp>
        <p:nvSpPr>
          <p:cNvPr id="201" name="テキスト ボックス 200">
            <a:extLst>
              <a:ext uri="{FF2B5EF4-FFF2-40B4-BE49-F238E27FC236}">
                <a16:creationId xmlns:a16="http://schemas.microsoft.com/office/drawing/2014/main" id="{C739A41F-2CBC-21C7-B098-F7075ECF8C50}"/>
              </a:ext>
            </a:extLst>
          </p:cNvPr>
          <p:cNvSpPr txBox="1"/>
          <p:nvPr/>
        </p:nvSpPr>
        <p:spPr>
          <a:xfrm>
            <a:off x="535993" y="5746240"/>
            <a:ext cx="284052" cy="307777"/>
          </a:xfrm>
          <a:prstGeom prst="rect">
            <a:avLst/>
          </a:prstGeom>
          <a:noFill/>
        </p:spPr>
        <p:txBody>
          <a:bodyPr wrap="none" rtlCol="0">
            <a:spAutoFit/>
          </a:bodyPr>
          <a:lstStyle/>
          <a:p>
            <a:pPr algn="l"/>
            <a:r>
              <a:rPr lang="en-US" altLang="ja-JP" sz="1400" dirty="0">
                <a:solidFill>
                  <a:schemeClr val="tx1">
                    <a:lumMod val="90000"/>
                    <a:lumOff val="10000"/>
                  </a:schemeClr>
                </a:solidFill>
              </a:rPr>
              <a:t>L</a:t>
            </a:r>
            <a:endParaRPr kumimoji="1" lang="ja-JP" altLang="en-US" sz="1400" dirty="0">
              <a:solidFill>
                <a:schemeClr val="tx1">
                  <a:lumMod val="90000"/>
                  <a:lumOff val="10000"/>
                </a:schemeClr>
              </a:solidFill>
            </a:endParaRPr>
          </a:p>
        </p:txBody>
      </p:sp>
      <p:sp>
        <p:nvSpPr>
          <p:cNvPr id="202" name="テキスト ボックス 201">
            <a:extLst>
              <a:ext uri="{FF2B5EF4-FFF2-40B4-BE49-F238E27FC236}">
                <a16:creationId xmlns:a16="http://schemas.microsoft.com/office/drawing/2014/main" id="{A53E703F-F0FE-409B-50B9-8D891265C384}"/>
              </a:ext>
            </a:extLst>
          </p:cNvPr>
          <p:cNvSpPr txBox="1"/>
          <p:nvPr/>
        </p:nvSpPr>
        <p:spPr>
          <a:xfrm>
            <a:off x="520764" y="5296414"/>
            <a:ext cx="314510" cy="307777"/>
          </a:xfrm>
          <a:prstGeom prst="rect">
            <a:avLst/>
          </a:prstGeom>
          <a:noFill/>
        </p:spPr>
        <p:txBody>
          <a:bodyPr wrap="none" rtlCol="0">
            <a:spAutoFit/>
          </a:bodyPr>
          <a:lstStyle/>
          <a:p>
            <a:pPr algn="l"/>
            <a:r>
              <a:rPr kumimoji="1" lang="en-US" altLang="ja-JP" sz="1400" dirty="0">
                <a:solidFill>
                  <a:schemeClr val="tx1">
                    <a:lumMod val="90000"/>
                    <a:lumOff val="10000"/>
                  </a:schemeClr>
                </a:solidFill>
              </a:rPr>
              <a:t>H</a:t>
            </a:r>
            <a:endParaRPr kumimoji="1" lang="ja-JP" altLang="en-US" sz="1400" dirty="0">
              <a:solidFill>
                <a:schemeClr val="tx1">
                  <a:lumMod val="90000"/>
                  <a:lumOff val="10000"/>
                </a:schemeClr>
              </a:solidFill>
            </a:endParaRPr>
          </a:p>
        </p:txBody>
      </p:sp>
      <p:cxnSp>
        <p:nvCxnSpPr>
          <p:cNvPr id="205" name="直線矢印コネクタ 204">
            <a:extLst>
              <a:ext uri="{FF2B5EF4-FFF2-40B4-BE49-F238E27FC236}">
                <a16:creationId xmlns:a16="http://schemas.microsoft.com/office/drawing/2014/main" id="{78992721-0B7E-6931-2F97-73B9F1731318}"/>
              </a:ext>
            </a:extLst>
          </p:cNvPr>
          <p:cNvCxnSpPr>
            <a:cxnSpLocks/>
          </p:cNvCxnSpPr>
          <p:nvPr/>
        </p:nvCxnSpPr>
        <p:spPr>
          <a:xfrm>
            <a:off x="4051930" y="2560617"/>
            <a:ext cx="208569" cy="0"/>
          </a:xfrm>
          <a:prstGeom prst="straightConnector1">
            <a:avLst/>
          </a:prstGeom>
          <a:ln w="19050">
            <a:solidFill>
              <a:schemeClr val="accent4">
                <a:lumMod val="60000"/>
                <a:lumOff val="40000"/>
              </a:schemeClr>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207" name="直線矢印コネクタ 206">
            <a:extLst>
              <a:ext uri="{FF2B5EF4-FFF2-40B4-BE49-F238E27FC236}">
                <a16:creationId xmlns:a16="http://schemas.microsoft.com/office/drawing/2014/main" id="{337FCCD5-5A26-AFB6-8787-368FAFE6114F}"/>
              </a:ext>
            </a:extLst>
          </p:cNvPr>
          <p:cNvCxnSpPr>
            <a:cxnSpLocks/>
          </p:cNvCxnSpPr>
          <p:nvPr/>
        </p:nvCxnSpPr>
        <p:spPr>
          <a:xfrm flipH="1">
            <a:off x="4486265" y="2560617"/>
            <a:ext cx="208569" cy="0"/>
          </a:xfrm>
          <a:prstGeom prst="straightConnector1">
            <a:avLst/>
          </a:prstGeom>
          <a:ln w="19050">
            <a:solidFill>
              <a:schemeClr val="accent4">
                <a:lumMod val="60000"/>
                <a:lumOff val="40000"/>
              </a:schemeClr>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208" name="テキスト ボックス 207">
            <a:extLst>
              <a:ext uri="{FF2B5EF4-FFF2-40B4-BE49-F238E27FC236}">
                <a16:creationId xmlns:a16="http://schemas.microsoft.com/office/drawing/2014/main" id="{DC170409-6126-4D63-F3BC-21A5BCBD85E8}"/>
              </a:ext>
            </a:extLst>
          </p:cNvPr>
          <p:cNvSpPr txBox="1"/>
          <p:nvPr/>
        </p:nvSpPr>
        <p:spPr>
          <a:xfrm>
            <a:off x="4543323" y="2218672"/>
            <a:ext cx="585417" cy="338554"/>
          </a:xfrm>
          <a:prstGeom prst="rect">
            <a:avLst/>
          </a:prstGeom>
          <a:noFill/>
        </p:spPr>
        <p:txBody>
          <a:bodyPr wrap="none" rtlCol="0">
            <a:spAutoFit/>
          </a:bodyPr>
          <a:lstStyle/>
          <a:p>
            <a:pPr algn="l"/>
            <a:r>
              <a:rPr kumimoji="1" lang="ja-JP" altLang="en-US" sz="1600" dirty="0">
                <a:solidFill>
                  <a:schemeClr val="tx1">
                    <a:lumMod val="90000"/>
                    <a:lumOff val="10000"/>
                  </a:schemeClr>
                </a:solidFill>
              </a:rPr>
              <a:t>幅</a:t>
            </a:r>
            <a:r>
              <a:rPr kumimoji="1" lang="en-US" altLang="ja-JP" sz="1600" dirty="0" err="1">
                <a:solidFill>
                  <a:schemeClr val="tx1">
                    <a:lumMod val="90000"/>
                    <a:lumOff val="10000"/>
                  </a:schemeClr>
                </a:solidFill>
              </a:rPr>
              <a:t>Δt</a:t>
            </a:r>
            <a:endParaRPr kumimoji="1" lang="ja-JP" altLang="en-US" sz="1600" dirty="0">
              <a:solidFill>
                <a:schemeClr val="tx1">
                  <a:lumMod val="90000"/>
                  <a:lumOff val="10000"/>
                </a:schemeClr>
              </a:solidFill>
            </a:endParaRPr>
          </a:p>
        </p:txBody>
      </p:sp>
      <p:sp>
        <p:nvSpPr>
          <p:cNvPr id="209" name="テキスト ボックス 208">
            <a:extLst>
              <a:ext uri="{FF2B5EF4-FFF2-40B4-BE49-F238E27FC236}">
                <a16:creationId xmlns:a16="http://schemas.microsoft.com/office/drawing/2014/main" id="{06BE43E2-57AA-795F-1947-6A3C20E349C2}"/>
              </a:ext>
            </a:extLst>
          </p:cNvPr>
          <p:cNvSpPr txBox="1"/>
          <p:nvPr/>
        </p:nvSpPr>
        <p:spPr>
          <a:xfrm>
            <a:off x="5824831" y="2218672"/>
            <a:ext cx="6032207" cy="2908489"/>
          </a:xfrm>
          <a:prstGeom prst="rect">
            <a:avLst/>
          </a:prstGeom>
          <a:noFill/>
        </p:spPr>
        <p:txBody>
          <a:bodyPr wrap="square" rtlCol="0">
            <a:spAutoFit/>
          </a:bodyPr>
          <a:lstStyle/>
          <a:p>
            <a:pPr marL="342900" indent="-342900" algn="l">
              <a:spcAft>
                <a:spcPts val="600"/>
              </a:spcAft>
              <a:buFont typeface="Arial" panose="020B0604020202020204" pitchFamily="34" charset="0"/>
              <a:buChar char="•"/>
            </a:pPr>
            <a:r>
              <a:rPr lang="ja-JP" altLang="en-US" sz="2400" dirty="0">
                <a:solidFill>
                  <a:schemeClr val="tx1">
                    <a:lumMod val="90000"/>
                    <a:lumOff val="10000"/>
                  </a:schemeClr>
                </a:solidFill>
              </a:rPr>
              <a:t>パルスの幅</a:t>
            </a:r>
            <a:r>
              <a:rPr lang="en-US" altLang="ja-JP" sz="2400" dirty="0" err="1">
                <a:solidFill>
                  <a:schemeClr val="tx1">
                    <a:lumMod val="90000"/>
                    <a:lumOff val="10000"/>
                  </a:schemeClr>
                </a:solidFill>
              </a:rPr>
              <a:t>Δt</a:t>
            </a:r>
            <a:r>
              <a:rPr lang="ja-JP" altLang="en-US" sz="2400" dirty="0">
                <a:solidFill>
                  <a:schemeClr val="tx1">
                    <a:lumMod val="90000"/>
                    <a:lumOff val="10000"/>
                  </a:schemeClr>
                </a:solidFill>
              </a:rPr>
              <a:t>を変調することで情報を</a:t>
            </a:r>
            <a:br>
              <a:rPr lang="en-US" altLang="ja-JP" sz="2400" dirty="0">
                <a:solidFill>
                  <a:schemeClr val="tx1">
                    <a:lumMod val="90000"/>
                    <a:lumOff val="10000"/>
                  </a:schemeClr>
                </a:solidFill>
              </a:rPr>
            </a:br>
            <a:r>
              <a:rPr lang="ja-JP" altLang="en-US" sz="2400" dirty="0">
                <a:solidFill>
                  <a:schemeClr val="tx1">
                    <a:lumMod val="90000"/>
                    <a:lumOff val="10000"/>
                  </a:schemeClr>
                </a:solidFill>
              </a:rPr>
              <a:t>表現する方法</a:t>
            </a:r>
            <a:endParaRPr lang="en-US" altLang="ja-JP" sz="2400" dirty="0">
              <a:solidFill>
                <a:schemeClr val="tx1">
                  <a:lumMod val="90000"/>
                  <a:lumOff val="10000"/>
                </a:schemeClr>
              </a:solidFill>
            </a:endParaRPr>
          </a:p>
          <a:p>
            <a:pPr marL="342900" indent="-342900" algn="l">
              <a:spcAft>
                <a:spcPts val="600"/>
              </a:spcAft>
              <a:buFont typeface="Arial" panose="020B0604020202020204" pitchFamily="34" charset="0"/>
              <a:buChar char="•"/>
            </a:pPr>
            <a:r>
              <a:rPr kumimoji="1" lang="ja-JP" altLang="en-US" sz="2400" dirty="0">
                <a:solidFill>
                  <a:schemeClr val="tx1">
                    <a:lumMod val="90000"/>
                    <a:lumOff val="10000"/>
                  </a:schemeClr>
                </a:solidFill>
              </a:rPr>
              <a:t>周期</a:t>
            </a:r>
            <a:r>
              <a:rPr kumimoji="1" lang="en-US" altLang="ja-JP" sz="2400" dirty="0">
                <a:solidFill>
                  <a:schemeClr val="tx1">
                    <a:lumMod val="90000"/>
                    <a:lumOff val="10000"/>
                  </a:schemeClr>
                </a:solidFill>
              </a:rPr>
              <a:t>T</a:t>
            </a:r>
            <a:r>
              <a:rPr kumimoji="1" lang="ja-JP" altLang="en-US" sz="2400" dirty="0">
                <a:solidFill>
                  <a:schemeClr val="tx1">
                    <a:lumMod val="90000"/>
                    <a:lumOff val="10000"/>
                  </a:schemeClr>
                </a:solidFill>
              </a:rPr>
              <a:t>は一定</a:t>
            </a:r>
            <a:endParaRPr kumimoji="1" lang="en-US" altLang="ja-JP" sz="2400" dirty="0">
              <a:solidFill>
                <a:schemeClr val="tx1">
                  <a:lumMod val="90000"/>
                  <a:lumOff val="10000"/>
                </a:schemeClr>
              </a:solidFill>
            </a:endParaRPr>
          </a:p>
          <a:p>
            <a:pPr marL="342900" indent="-342900" algn="l">
              <a:spcAft>
                <a:spcPts val="600"/>
              </a:spcAft>
              <a:buFont typeface="Arial" panose="020B0604020202020204" pitchFamily="34" charset="0"/>
              <a:buChar char="•"/>
            </a:pPr>
            <a:r>
              <a:rPr kumimoji="1" lang="ja-JP" altLang="en-US" sz="2400" dirty="0">
                <a:solidFill>
                  <a:schemeClr val="tx1">
                    <a:lumMod val="90000"/>
                    <a:lumOff val="10000"/>
                  </a:schemeClr>
                </a:solidFill>
              </a:rPr>
              <a:t>波形を平均することでアナログ電圧が得られる</a:t>
            </a:r>
            <a:endParaRPr kumimoji="1" lang="en-US" altLang="ja-JP" sz="2400" dirty="0">
              <a:solidFill>
                <a:schemeClr val="tx1">
                  <a:lumMod val="90000"/>
                  <a:lumOff val="10000"/>
                </a:schemeClr>
              </a:solidFill>
            </a:endParaRPr>
          </a:p>
          <a:p>
            <a:pPr marL="342900" indent="-342900" algn="l">
              <a:spcAft>
                <a:spcPts val="600"/>
              </a:spcAft>
              <a:buFont typeface="Arial" panose="020B0604020202020204" pitchFamily="34" charset="0"/>
              <a:buChar char="•"/>
            </a:pPr>
            <a:r>
              <a:rPr kumimoji="1" lang="en-US" altLang="ja-JP" sz="2400" b="1" dirty="0">
                <a:solidFill>
                  <a:schemeClr val="tx1">
                    <a:lumMod val="90000"/>
                    <a:lumOff val="10000"/>
                  </a:schemeClr>
                </a:solidFill>
              </a:rPr>
              <a:t>PWM</a:t>
            </a:r>
            <a:r>
              <a:rPr kumimoji="1" lang="ja-JP" altLang="en-US" sz="2400" b="1" dirty="0">
                <a:solidFill>
                  <a:schemeClr val="tx1">
                    <a:lumMod val="90000"/>
                    <a:lumOff val="10000"/>
                  </a:schemeClr>
                </a:solidFill>
              </a:rPr>
              <a:t>波形で</a:t>
            </a:r>
            <a:r>
              <a:rPr kumimoji="1" lang="en-US" altLang="ja-JP" sz="2400" b="1" dirty="0">
                <a:solidFill>
                  <a:schemeClr val="tx1">
                    <a:lumMod val="90000"/>
                    <a:lumOff val="10000"/>
                  </a:schemeClr>
                </a:solidFill>
              </a:rPr>
              <a:t>LED</a:t>
            </a:r>
            <a:r>
              <a:rPr kumimoji="1" lang="ja-JP" altLang="en-US" sz="2400" b="1" dirty="0">
                <a:solidFill>
                  <a:schemeClr val="tx1">
                    <a:lumMod val="90000"/>
                    <a:lumOff val="10000"/>
                  </a:schemeClr>
                </a:solidFill>
              </a:rPr>
              <a:t>を点灯することで、</a:t>
            </a:r>
            <a:br>
              <a:rPr kumimoji="1" lang="en-US" altLang="ja-JP" sz="2400" b="1" dirty="0">
                <a:solidFill>
                  <a:schemeClr val="tx1">
                    <a:lumMod val="90000"/>
                    <a:lumOff val="10000"/>
                  </a:schemeClr>
                </a:solidFill>
              </a:rPr>
            </a:br>
            <a:r>
              <a:rPr kumimoji="1" lang="en-US" altLang="ja-JP" sz="2400" b="1" dirty="0">
                <a:solidFill>
                  <a:schemeClr val="tx1">
                    <a:lumMod val="90000"/>
                    <a:lumOff val="10000"/>
                  </a:schemeClr>
                </a:solidFill>
              </a:rPr>
              <a:t>LED</a:t>
            </a:r>
            <a:r>
              <a:rPr lang="ja-JP" altLang="en-US" sz="2400" b="1" dirty="0">
                <a:solidFill>
                  <a:schemeClr val="tx1">
                    <a:lumMod val="90000"/>
                    <a:lumOff val="10000"/>
                  </a:schemeClr>
                </a:solidFill>
              </a:rPr>
              <a:t>を</a:t>
            </a:r>
            <a:r>
              <a:rPr kumimoji="1" lang="ja-JP" altLang="en-US" sz="2400" b="1" dirty="0">
                <a:solidFill>
                  <a:schemeClr val="tx1">
                    <a:lumMod val="90000"/>
                    <a:lumOff val="10000"/>
                  </a:schemeClr>
                </a:solidFill>
              </a:rPr>
              <a:t>調光できる</a:t>
            </a:r>
          </a:p>
        </p:txBody>
      </p:sp>
      <p:sp>
        <p:nvSpPr>
          <p:cNvPr id="210" name="テキスト ボックス 209">
            <a:extLst>
              <a:ext uri="{FF2B5EF4-FFF2-40B4-BE49-F238E27FC236}">
                <a16:creationId xmlns:a16="http://schemas.microsoft.com/office/drawing/2014/main" id="{2287E405-DDF2-4FC1-68F8-EE0F81D74D76}"/>
              </a:ext>
            </a:extLst>
          </p:cNvPr>
          <p:cNvSpPr txBox="1"/>
          <p:nvPr/>
        </p:nvSpPr>
        <p:spPr>
          <a:xfrm>
            <a:off x="5245862" y="6315072"/>
            <a:ext cx="242374" cy="338554"/>
          </a:xfrm>
          <a:prstGeom prst="rect">
            <a:avLst/>
          </a:prstGeom>
          <a:noFill/>
        </p:spPr>
        <p:txBody>
          <a:bodyPr wrap="none" rtlCol="0">
            <a:spAutoFit/>
          </a:bodyPr>
          <a:lstStyle/>
          <a:p>
            <a:pPr algn="l"/>
            <a:r>
              <a:rPr lang="en-US" altLang="ja-JP" sz="1600" dirty="0">
                <a:solidFill>
                  <a:schemeClr val="tx1">
                    <a:lumMod val="90000"/>
                    <a:lumOff val="10000"/>
                  </a:schemeClr>
                </a:solidFill>
              </a:rPr>
              <a:t>t</a:t>
            </a:r>
            <a:endParaRPr kumimoji="1" lang="ja-JP" altLang="en-US" sz="1600" dirty="0">
              <a:solidFill>
                <a:schemeClr val="tx1">
                  <a:lumMod val="90000"/>
                  <a:lumOff val="10000"/>
                </a:schemeClr>
              </a:solidFill>
            </a:endParaRPr>
          </a:p>
        </p:txBody>
      </p:sp>
    </p:spTree>
    <p:extLst>
      <p:ext uri="{BB962C8B-B14F-4D97-AF65-F5344CB8AC3E}">
        <p14:creationId xmlns:p14="http://schemas.microsoft.com/office/powerpoint/2010/main" val="30307184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A335311-4BFD-0551-EB26-AD9C02E31DC3}"/>
              </a:ext>
            </a:extLst>
          </p:cNvPr>
          <p:cNvSpPr>
            <a:spLocks noGrp="1"/>
          </p:cNvSpPr>
          <p:nvPr>
            <p:ph type="title"/>
          </p:nvPr>
        </p:nvSpPr>
        <p:spPr/>
        <p:txBody>
          <a:bodyPr/>
          <a:lstStyle/>
          <a:p>
            <a:r>
              <a:rPr kumimoji="1" lang="en-US" altLang="ja-JP" dirty="0"/>
              <a:t>PWM</a:t>
            </a:r>
            <a:r>
              <a:rPr kumimoji="1" lang="ja-JP" altLang="en-US" dirty="0"/>
              <a:t>の作り方</a:t>
            </a:r>
          </a:p>
        </p:txBody>
      </p:sp>
      <p:sp>
        <p:nvSpPr>
          <p:cNvPr id="3" name="スライド番号プレースホルダー 2">
            <a:extLst>
              <a:ext uri="{FF2B5EF4-FFF2-40B4-BE49-F238E27FC236}">
                <a16:creationId xmlns:a16="http://schemas.microsoft.com/office/drawing/2014/main" id="{A21F057F-13F9-9FD3-B27E-191E09A14FC8}"/>
              </a:ext>
            </a:extLst>
          </p:cNvPr>
          <p:cNvSpPr>
            <a:spLocks noGrp="1"/>
          </p:cNvSpPr>
          <p:nvPr>
            <p:ph type="sldNum" sz="quarter" idx="12"/>
          </p:nvPr>
        </p:nvSpPr>
        <p:spPr/>
        <p:txBody>
          <a:bodyPr/>
          <a:lstStyle/>
          <a:p>
            <a:fld id="{336D103E-743F-4B05-B1B2-74D6FB9408BE}" type="slidenum">
              <a:rPr kumimoji="1" lang="ja-JP" altLang="en-US" smtClean="0"/>
              <a:t>5</a:t>
            </a:fld>
            <a:endParaRPr kumimoji="1" lang="ja-JP" altLang="en-US"/>
          </a:p>
        </p:txBody>
      </p:sp>
      <p:grpSp>
        <p:nvGrpSpPr>
          <p:cNvPr id="143" name="グループ化 142">
            <a:extLst>
              <a:ext uri="{FF2B5EF4-FFF2-40B4-BE49-F238E27FC236}">
                <a16:creationId xmlns:a16="http://schemas.microsoft.com/office/drawing/2014/main" id="{5FB8F4CC-05C8-8D8E-C0CC-95F2A3AC01C0}"/>
              </a:ext>
            </a:extLst>
          </p:cNvPr>
          <p:cNvGrpSpPr/>
          <p:nvPr/>
        </p:nvGrpSpPr>
        <p:grpSpPr>
          <a:xfrm>
            <a:off x="7570566" y="2945292"/>
            <a:ext cx="4274819" cy="586234"/>
            <a:chOff x="830641" y="3865060"/>
            <a:chExt cx="4274819" cy="586234"/>
          </a:xfrm>
        </p:grpSpPr>
        <p:grpSp>
          <p:nvGrpSpPr>
            <p:cNvPr id="5" name="グループ化 4">
              <a:extLst>
                <a:ext uri="{FF2B5EF4-FFF2-40B4-BE49-F238E27FC236}">
                  <a16:creationId xmlns:a16="http://schemas.microsoft.com/office/drawing/2014/main" id="{DBE8200F-E2F6-18C1-0F15-462C1A3A087B}"/>
                </a:ext>
              </a:extLst>
            </p:cNvPr>
            <p:cNvGrpSpPr/>
            <p:nvPr/>
          </p:nvGrpSpPr>
          <p:grpSpPr>
            <a:xfrm>
              <a:off x="833180" y="3865060"/>
              <a:ext cx="4272280" cy="586234"/>
              <a:chOff x="850265" y="1106846"/>
              <a:chExt cx="4272280" cy="586234"/>
            </a:xfrm>
          </p:grpSpPr>
          <p:cxnSp>
            <p:nvCxnSpPr>
              <p:cNvPr id="27" name="直線コネクタ 26">
                <a:extLst>
                  <a:ext uri="{FF2B5EF4-FFF2-40B4-BE49-F238E27FC236}">
                    <a16:creationId xmlns:a16="http://schemas.microsoft.com/office/drawing/2014/main" id="{B3DC7A75-2061-B446-4064-C2723FA75030}"/>
                  </a:ext>
                </a:extLst>
              </p:cNvPr>
              <p:cNvCxnSpPr>
                <a:cxnSpLocks/>
              </p:cNvCxnSpPr>
              <p:nvPr/>
            </p:nvCxnSpPr>
            <p:spPr>
              <a:xfrm>
                <a:off x="850265" y="1106846"/>
                <a:ext cx="0" cy="586234"/>
              </a:xfrm>
              <a:prstGeom prst="line">
                <a:avLst/>
              </a:prstGeom>
              <a:ln w="19050">
                <a:solidFill>
                  <a:schemeClr val="accent4">
                    <a:lumMod val="60000"/>
                    <a:lumOff val="4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 name="直線コネクタ 27">
                <a:extLst>
                  <a:ext uri="{FF2B5EF4-FFF2-40B4-BE49-F238E27FC236}">
                    <a16:creationId xmlns:a16="http://schemas.microsoft.com/office/drawing/2014/main" id="{83CC9DF8-E1A5-2942-06C8-FB6C514A9BAA}"/>
                  </a:ext>
                </a:extLst>
              </p:cNvPr>
              <p:cNvCxnSpPr>
                <a:cxnSpLocks/>
              </p:cNvCxnSpPr>
              <p:nvPr/>
            </p:nvCxnSpPr>
            <p:spPr>
              <a:xfrm>
                <a:off x="1704721" y="1106846"/>
                <a:ext cx="0" cy="586234"/>
              </a:xfrm>
              <a:prstGeom prst="line">
                <a:avLst/>
              </a:prstGeom>
              <a:ln w="19050">
                <a:solidFill>
                  <a:schemeClr val="accent4">
                    <a:lumMod val="60000"/>
                    <a:lumOff val="4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 name="直線コネクタ 28">
                <a:extLst>
                  <a:ext uri="{FF2B5EF4-FFF2-40B4-BE49-F238E27FC236}">
                    <a16:creationId xmlns:a16="http://schemas.microsoft.com/office/drawing/2014/main" id="{81D89F43-62DE-B3B4-6EE6-9DC2FE2C0522}"/>
                  </a:ext>
                </a:extLst>
              </p:cNvPr>
              <p:cNvCxnSpPr>
                <a:cxnSpLocks/>
              </p:cNvCxnSpPr>
              <p:nvPr/>
            </p:nvCxnSpPr>
            <p:spPr>
              <a:xfrm>
                <a:off x="2559177" y="1106846"/>
                <a:ext cx="0" cy="586234"/>
              </a:xfrm>
              <a:prstGeom prst="line">
                <a:avLst/>
              </a:prstGeom>
              <a:ln w="19050">
                <a:solidFill>
                  <a:schemeClr val="accent4">
                    <a:lumMod val="60000"/>
                    <a:lumOff val="4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0" name="直線コネクタ 29">
                <a:extLst>
                  <a:ext uri="{FF2B5EF4-FFF2-40B4-BE49-F238E27FC236}">
                    <a16:creationId xmlns:a16="http://schemas.microsoft.com/office/drawing/2014/main" id="{5340941D-9CC2-F387-CCCD-67C470CBBB41}"/>
                  </a:ext>
                </a:extLst>
              </p:cNvPr>
              <p:cNvCxnSpPr>
                <a:cxnSpLocks/>
              </p:cNvCxnSpPr>
              <p:nvPr/>
            </p:nvCxnSpPr>
            <p:spPr>
              <a:xfrm>
                <a:off x="3413633" y="1106846"/>
                <a:ext cx="0" cy="586234"/>
              </a:xfrm>
              <a:prstGeom prst="line">
                <a:avLst/>
              </a:prstGeom>
              <a:ln w="19050">
                <a:solidFill>
                  <a:schemeClr val="accent4">
                    <a:lumMod val="60000"/>
                    <a:lumOff val="4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1" name="直線コネクタ 30">
                <a:extLst>
                  <a:ext uri="{FF2B5EF4-FFF2-40B4-BE49-F238E27FC236}">
                    <a16:creationId xmlns:a16="http://schemas.microsoft.com/office/drawing/2014/main" id="{D2E6E0D5-7901-D8FB-94C1-9D5F51A85273}"/>
                  </a:ext>
                </a:extLst>
              </p:cNvPr>
              <p:cNvCxnSpPr>
                <a:cxnSpLocks/>
              </p:cNvCxnSpPr>
              <p:nvPr/>
            </p:nvCxnSpPr>
            <p:spPr>
              <a:xfrm>
                <a:off x="4268089" y="1106846"/>
                <a:ext cx="0" cy="586234"/>
              </a:xfrm>
              <a:prstGeom prst="line">
                <a:avLst/>
              </a:prstGeom>
              <a:ln w="19050">
                <a:solidFill>
                  <a:schemeClr val="accent4">
                    <a:lumMod val="60000"/>
                    <a:lumOff val="4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2" name="直線コネクタ 31">
                <a:extLst>
                  <a:ext uri="{FF2B5EF4-FFF2-40B4-BE49-F238E27FC236}">
                    <a16:creationId xmlns:a16="http://schemas.microsoft.com/office/drawing/2014/main" id="{8537AD63-510A-0E12-AA78-D34BF2047595}"/>
                  </a:ext>
                </a:extLst>
              </p:cNvPr>
              <p:cNvCxnSpPr>
                <a:cxnSpLocks/>
              </p:cNvCxnSpPr>
              <p:nvPr/>
            </p:nvCxnSpPr>
            <p:spPr>
              <a:xfrm>
                <a:off x="5122545" y="1106846"/>
                <a:ext cx="0" cy="586234"/>
              </a:xfrm>
              <a:prstGeom prst="line">
                <a:avLst/>
              </a:prstGeom>
              <a:ln w="19050">
                <a:solidFill>
                  <a:schemeClr val="accent4">
                    <a:lumMod val="60000"/>
                    <a:lumOff val="4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6" name="グループ化 5">
              <a:extLst>
                <a:ext uri="{FF2B5EF4-FFF2-40B4-BE49-F238E27FC236}">
                  <a16:creationId xmlns:a16="http://schemas.microsoft.com/office/drawing/2014/main" id="{63C84CC9-E952-1290-E113-1376199DD3D6}"/>
                </a:ext>
              </a:extLst>
            </p:cNvPr>
            <p:cNvGrpSpPr/>
            <p:nvPr/>
          </p:nvGrpSpPr>
          <p:grpSpPr>
            <a:xfrm>
              <a:off x="830641" y="3921333"/>
              <a:ext cx="4272289" cy="473689"/>
              <a:chOff x="847730" y="2048401"/>
              <a:chExt cx="4272289" cy="473689"/>
            </a:xfrm>
          </p:grpSpPr>
          <p:cxnSp>
            <p:nvCxnSpPr>
              <p:cNvPr id="7" name="直線コネクタ 6">
                <a:extLst>
                  <a:ext uri="{FF2B5EF4-FFF2-40B4-BE49-F238E27FC236}">
                    <a16:creationId xmlns:a16="http://schemas.microsoft.com/office/drawing/2014/main" id="{AA3D6343-ED81-997F-9B62-15E1C265AF6F}"/>
                  </a:ext>
                </a:extLst>
              </p:cNvPr>
              <p:cNvCxnSpPr>
                <a:cxnSpLocks/>
              </p:cNvCxnSpPr>
              <p:nvPr/>
            </p:nvCxnSpPr>
            <p:spPr>
              <a:xfrm rot="5400000">
                <a:off x="621344" y="2293171"/>
                <a:ext cx="457837" cy="0"/>
              </a:xfrm>
              <a:prstGeom prst="line">
                <a:avLst/>
              </a:prstGeom>
              <a:ln w="38100">
                <a:solidFill>
                  <a:schemeClr val="tx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 name="直線コネクタ 7">
                <a:extLst>
                  <a:ext uri="{FF2B5EF4-FFF2-40B4-BE49-F238E27FC236}">
                    <a16:creationId xmlns:a16="http://schemas.microsoft.com/office/drawing/2014/main" id="{C7666895-9591-FBCB-E8A8-C804A1984743}"/>
                  </a:ext>
                </a:extLst>
              </p:cNvPr>
              <p:cNvCxnSpPr>
                <a:cxnSpLocks/>
              </p:cNvCxnSpPr>
              <p:nvPr/>
            </p:nvCxnSpPr>
            <p:spPr>
              <a:xfrm rot="5400000">
                <a:off x="834958" y="2293172"/>
                <a:ext cx="457837" cy="0"/>
              </a:xfrm>
              <a:prstGeom prst="line">
                <a:avLst/>
              </a:prstGeom>
              <a:ln w="38100">
                <a:solidFill>
                  <a:schemeClr val="tx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 name="直線コネクタ 8">
                <a:extLst>
                  <a:ext uri="{FF2B5EF4-FFF2-40B4-BE49-F238E27FC236}">
                    <a16:creationId xmlns:a16="http://schemas.microsoft.com/office/drawing/2014/main" id="{7B84AF7B-A62E-0585-C309-1722D13CA335}"/>
                  </a:ext>
                </a:extLst>
              </p:cNvPr>
              <p:cNvCxnSpPr>
                <a:cxnSpLocks/>
              </p:cNvCxnSpPr>
              <p:nvPr/>
            </p:nvCxnSpPr>
            <p:spPr>
              <a:xfrm flipH="1">
                <a:off x="847730" y="2064252"/>
                <a:ext cx="216146" cy="0"/>
              </a:xfrm>
              <a:prstGeom prst="line">
                <a:avLst/>
              </a:prstGeom>
              <a:ln w="38100">
                <a:solidFill>
                  <a:schemeClr val="tx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 name="直線コネクタ 9">
                <a:extLst>
                  <a:ext uri="{FF2B5EF4-FFF2-40B4-BE49-F238E27FC236}">
                    <a16:creationId xmlns:a16="http://schemas.microsoft.com/office/drawing/2014/main" id="{23CB288D-DD8D-1C70-2C2A-CF6BE20C1875}"/>
                  </a:ext>
                </a:extLst>
              </p:cNvPr>
              <p:cNvCxnSpPr>
                <a:cxnSpLocks/>
              </p:cNvCxnSpPr>
              <p:nvPr/>
            </p:nvCxnSpPr>
            <p:spPr>
              <a:xfrm flipH="1">
                <a:off x="1063876" y="2516245"/>
                <a:ext cx="643374" cy="0"/>
              </a:xfrm>
              <a:prstGeom prst="line">
                <a:avLst/>
              </a:prstGeom>
              <a:ln w="38100">
                <a:solidFill>
                  <a:schemeClr val="tx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 name="直線コネクタ 10">
                <a:extLst>
                  <a:ext uri="{FF2B5EF4-FFF2-40B4-BE49-F238E27FC236}">
                    <a16:creationId xmlns:a16="http://schemas.microsoft.com/office/drawing/2014/main" id="{EE373477-6EDF-A9B8-1AEE-B8425A87B899}"/>
                  </a:ext>
                </a:extLst>
              </p:cNvPr>
              <p:cNvCxnSpPr>
                <a:cxnSpLocks/>
              </p:cNvCxnSpPr>
              <p:nvPr/>
            </p:nvCxnSpPr>
            <p:spPr>
              <a:xfrm rot="5400000">
                <a:off x="1473266" y="2287327"/>
                <a:ext cx="457837" cy="0"/>
              </a:xfrm>
              <a:prstGeom prst="line">
                <a:avLst/>
              </a:prstGeom>
              <a:ln w="38100">
                <a:solidFill>
                  <a:schemeClr val="tx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2" name="直線コネクタ 11">
                <a:extLst>
                  <a:ext uri="{FF2B5EF4-FFF2-40B4-BE49-F238E27FC236}">
                    <a16:creationId xmlns:a16="http://schemas.microsoft.com/office/drawing/2014/main" id="{5013044B-C0A8-8A2C-A0A6-1FA561A014D7}"/>
                  </a:ext>
                </a:extLst>
              </p:cNvPr>
              <p:cNvCxnSpPr>
                <a:cxnSpLocks/>
              </p:cNvCxnSpPr>
              <p:nvPr/>
            </p:nvCxnSpPr>
            <p:spPr>
              <a:xfrm rot="5400000">
                <a:off x="1686880" y="2287328"/>
                <a:ext cx="457837" cy="0"/>
              </a:xfrm>
              <a:prstGeom prst="line">
                <a:avLst/>
              </a:prstGeom>
              <a:ln w="38100">
                <a:solidFill>
                  <a:schemeClr val="tx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 name="直線コネクタ 12">
                <a:extLst>
                  <a:ext uri="{FF2B5EF4-FFF2-40B4-BE49-F238E27FC236}">
                    <a16:creationId xmlns:a16="http://schemas.microsoft.com/office/drawing/2014/main" id="{82A2BFCC-77E1-FD5B-3203-FD4C4D310A29}"/>
                  </a:ext>
                </a:extLst>
              </p:cNvPr>
              <p:cNvCxnSpPr>
                <a:cxnSpLocks/>
              </p:cNvCxnSpPr>
              <p:nvPr/>
            </p:nvCxnSpPr>
            <p:spPr>
              <a:xfrm flipH="1">
                <a:off x="1699652" y="2058408"/>
                <a:ext cx="216146" cy="0"/>
              </a:xfrm>
              <a:prstGeom prst="line">
                <a:avLst/>
              </a:prstGeom>
              <a:ln w="38100">
                <a:solidFill>
                  <a:schemeClr val="tx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4" name="直線コネクタ 13">
                <a:extLst>
                  <a:ext uri="{FF2B5EF4-FFF2-40B4-BE49-F238E27FC236}">
                    <a16:creationId xmlns:a16="http://schemas.microsoft.com/office/drawing/2014/main" id="{7FA917D4-E476-1B47-7023-91CA0E99B1EB}"/>
                  </a:ext>
                </a:extLst>
              </p:cNvPr>
              <p:cNvCxnSpPr>
                <a:cxnSpLocks/>
              </p:cNvCxnSpPr>
              <p:nvPr/>
            </p:nvCxnSpPr>
            <p:spPr>
              <a:xfrm flipH="1">
                <a:off x="1915798" y="2510401"/>
                <a:ext cx="643374" cy="0"/>
              </a:xfrm>
              <a:prstGeom prst="line">
                <a:avLst/>
              </a:prstGeom>
              <a:ln w="38100">
                <a:solidFill>
                  <a:schemeClr val="tx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5" name="直線コネクタ 14">
                <a:extLst>
                  <a:ext uri="{FF2B5EF4-FFF2-40B4-BE49-F238E27FC236}">
                    <a16:creationId xmlns:a16="http://schemas.microsoft.com/office/drawing/2014/main" id="{99868AA3-249F-F0D4-49ED-25CFA8D88361}"/>
                  </a:ext>
                </a:extLst>
              </p:cNvPr>
              <p:cNvCxnSpPr>
                <a:cxnSpLocks/>
              </p:cNvCxnSpPr>
              <p:nvPr/>
            </p:nvCxnSpPr>
            <p:spPr>
              <a:xfrm rot="5400000">
                <a:off x="2332786" y="2283165"/>
                <a:ext cx="457837" cy="0"/>
              </a:xfrm>
              <a:prstGeom prst="line">
                <a:avLst/>
              </a:prstGeom>
              <a:ln w="38100">
                <a:solidFill>
                  <a:schemeClr val="tx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6" name="直線コネクタ 15">
                <a:extLst>
                  <a:ext uri="{FF2B5EF4-FFF2-40B4-BE49-F238E27FC236}">
                    <a16:creationId xmlns:a16="http://schemas.microsoft.com/office/drawing/2014/main" id="{E5023E57-0233-F8C8-546A-040C56C8AFD8}"/>
                  </a:ext>
                </a:extLst>
              </p:cNvPr>
              <p:cNvCxnSpPr>
                <a:cxnSpLocks/>
              </p:cNvCxnSpPr>
              <p:nvPr/>
            </p:nvCxnSpPr>
            <p:spPr>
              <a:xfrm rot="5400000">
                <a:off x="2546400" y="2283166"/>
                <a:ext cx="457837" cy="0"/>
              </a:xfrm>
              <a:prstGeom prst="line">
                <a:avLst/>
              </a:prstGeom>
              <a:ln w="38100">
                <a:solidFill>
                  <a:schemeClr val="tx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7" name="直線コネクタ 16">
                <a:extLst>
                  <a:ext uri="{FF2B5EF4-FFF2-40B4-BE49-F238E27FC236}">
                    <a16:creationId xmlns:a16="http://schemas.microsoft.com/office/drawing/2014/main" id="{81D7347D-260A-1A19-FAFA-A47E95B3B2DF}"/>
                  </a:ext>
                </a:extLst>
              </p:cNvPr>
              <p:cNvCxnSpPr>
                <a:cxnSpLocks/>
              </p:cNvCxnSpPr>
              <p:nvPr/>
            </p:nvCxnSpPr>
            <p:spPr>
              <a:xfrm flipH="1">
                <a:off x="2559172" y="2054246"/>
                <a:ext cx="216146" cy="0"/>
              </a:xfrm>
              <a:prstGeom prst="line">
                <a:avLst/>
              </a:prstGeom>
              <a:ln w="38100">
                <a:solidFill>
                  <a:schemeClr val="tx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8" name="直線コネクタ 17">
                <a:extLst>
                  <a:ext uri="{FF2B5EF4-FFF2-40B4-BE49-F238E27FC236}">
                    <a16:creationId xmlns:a16="http://schemas.microsoft.com/office/drawing/2014/main" id="{0CEEB282-7C98-D49F-0D32-CF5E0862F3FF}"/>
                  </a:ext>
                </a:extLst>
              </p:cNvPr>
              <p:cNvCxnSpPr>
                <a:cxnSpLocks/>
              </p:cNvCxnSpPr>
              <p:nvPr/>
            </p:nvCxnSpPr>
            <p:spPr>
              <a:xfrm flipH="1">
                <a:off x="2775318" y="2506239"/>
                <a:ext cx="643374" cy="0"/>
              </a:xfrm>
              <a:prstGeom prst="line">
                <a:avLst/>
              </a:prstGeom>
              <a:ln w="38100">
                <a:solidFill>
                  <a:schemeClr val="tx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9" name="直線コネクタ 18">
                <a:extLst>
                  <a:ext uri="{FF2B5EF4-FFF2-40B4-BE49-F238E27FC236}">
                    <a16:creationId xmlns:a16="http://schemas.microsoft.com/office/drawing/2014/main" id="{73263C24-A19B-BE74-9627-19BEC04FE535}"/>
                  </a:ext>
                </a:extLst>
              </p:cNvPr>
              <p:cNvCxnSpPr>
                <a:cxnSpLocks/>
              </p:cNvCxnSpPr>
              <p:nvPr/>
            </p:nvCxnSpPr>
            <p:spPr>
              <a:xfrm rot="5400000">
                <a:off x="3187241" y="2284913"/>
                <a:ext cx="457837" cy="0"/>
              </a:xfrm>
              <a:prstGeom prst="line">
                <a:avLst/>
              </a:prstGeom>
              <a:ln w="38100">
                <a:solidFill>
                  <a:schemeClr val="tx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0" name="直線コネクタ 19">
                <a:extLst>
                  <a:ext uri="{FF2B5EF4-FFF2-40B4-BE49-F238E27FC236}">
                    <a16:creationId xmlns:a16="http://schemas.microsoft.com/office/drawing/2014/main" id="{8DB84599-4BBE-374F-7E98-57F88A311FA1}"/>
                  </a:ext>
                </a:extLst>
              </p:cNvPr>
              <p:cNvCxnSpPr>
                <a:cxnSpLocks/>
              </p:cNvCxnSpPr>
              <p:nvPr/>
            </p:nvCxnSpPr>
            <p:spPr>
              <a:xfrm rot="5400000">
                <a:off x="3400855" y="2284914"/>
                <a:ext cx="457837" cy="0"/>
              </a:xfrm>
              <a:prstGeom prst="line">
                <a:avLst/>
              </a:prstGeom>
              <a:ln w="38100">
                <a:solidFill>
                  <a:schemeClr val="tx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1" name="直線コネクタ 20">
                <a:extLst>
                  <a:ext uri="{FF2B5EF4-FFF2-40B4-BE49-F238E27FC236}">
                    <a16:creationId xmlns:a16="http://schemas.microsoft.com/office/drawing/2014/main" id="{BC8775B2-C9B2-1E1C-0CB2-1F4940F45205}"/>
                  </a:ext>
                </a:extLst>
              </p:cNvPr>
              <p:cNvCxnSpPr>
                <a:cxnSpLocks/>
              </p:cNvCxnSpPr>
              <p:nvPr/>
            </p:nvCxnSpPr>
            <p:spPr>
              <a:xfrm flipH="1">
                <a:off x="3413627" y="2055994"/>
                <a:ext cx="216146" cy="0"/>
              </a:xfrm>
              <a:prstGeom prst="line">
                <a:avLst/>
              </a:prstGeom>
              <a:ln w="38100">
                <a:solidFill>
                  <a:schemeClr val="tx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2" name="直線コネクタ 21">
                <a:extLst>
                  <a:ext uri="{FF2B5EF4-FFF2-40B4-BE49-F238E27FC236}">
                    <a16:creationId xmlns:a16="http://schemas.microsoft.com/office/drawing/2014/main" id="{21190292-A2DF-9163-97AD-5FA01201F359}"/>
                  </a:ext>
                </a:extLst>
              </p:cNvPr>
              <p:cNvCxnSpPr>
                <a:cxnSpLocks/>
              </p:cNvCxnSpPr>
              <p:nvPr/>
            </p:nvCxnSpPr>
            <p:spPr>
              <a:xfrm flipH="1">
                <a:off x="3629773" y="2507987"/>
                <a:ext cx="643374" cy="0"/>
              </a:xfrm>
              <a:prstGeom prst="line">
                <a:avLst/>
              </a:prstGeom>
              <a:ln w="38100">
                <a:solidFill>
                  <a:schemeClr val="tx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3" name="直線コネクタ 22">
                <a:extLst>
                  <a:ext uri="{FF2B5EF4-FFF2-40B4-BE49-F238E27FC236}">
                    <a16:creationId xmlns:a16="http://schemas.microsoft.com/office/drawing/2014/main" id="{83125AF2-0712-FA7B-2578-09902DB151F2}"/>
                  </a:ext>
                </a:extLst>
              </p:cNvPr>
              <p:cNvCxnSpPr>
                <a:cxnSpLocks/>
              </p:cNvCxnSpPr>
              <p:nvPr/>
            </p:nvCxnSpPr>
            <p:spPr>
              <a:xfrm rot="5400000">
                <a:off x="4034113" y="2277320"/>
                <a:ext cx="457837" cy="0"/>
              </a:xfrm>
              <a:prstGeom prst="line">
                <a:avLst/>
              </a:prstGeom>
              <a:ln w="38100">
                <a:solidFill>
                  <a:schemeClr val="tx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4" name="直線コネクタ 23">
                <a:extLst>
                  <a:ext uri="{FF2B5EF4-FFF2-40B4-BE49-F238E27FC236}">
                    <a16:creationId xmlns:a16="http://schemas.microsoft.com/office/drawing/2014/main" id="{EFA819EF-6722-C0D6-BE2A-9CD6AA488087}"/>
                  </a:ext>
                </a:extLst>
              </p:cNvPr>
              <p:cNvCxnSpPr>
                <a:cxnSpLocks/>
              </p:cNvCxnSpPr>
              <p:nvPr/>
            </p:nvCxnSpPr>
            <p:spPr>
              <a:xfrm rot="5400000">
                <a:off x="4247727" y="2277321"/>
                <a:ext cx="457837" cy="0"/>
              </a:xfrm>
              <a:prstGeom prst="line">
                <a:avLst/>
              </a:prstGeom>
              <a:ln w="38100">
                <a:solidFill>
                  <a:schemeClr val="tx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5" name="直線コネクタ 24">
                <a:extLst>
                  <a:ext uri="{FF2B5EF4-FFF2-40B4-BE49-F238E27FC236}">
                    <a16:creationId xmlns:a16="http://schemas.microsoft.com/office/drawing/2014/main" id="{118A6B11-91EE-3974-31E6-264BB92395AF}"/>
                  </a:ext>
                </a:extLst>
              </p:cNvPr>
              <p:cNvCxnSpPr>
                <a:cxnSpLocks/>
              </p:cNvCxnSpPr>
              <p:nvPr/>
            </p:nvCxnSpPr>
            <p:spPr>
              <a:xfrm flipH="1">
                <a:off x="4260499" y="2048401"/>
                <a:ext cx="216146" cy="0"/>
              </a:xfrm>
              <a:prstGeom prst="line">
                <a:avLst/>
              </a:prstGeom>
              <a:ln w="38100">
                <a:solidFill>
                  <a:schemeClr val="tx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6" name="直線コネクタ 25">
                <a:extLst>
                  <a:ext uri="{FF2B5EF4-FFF2-40B4-BE49-F238E27FC236}">
                    <a16:creationId xmlns:a16="http://schemas.microsoft.com/office/drawing/2014/main" id="{E9FA8265-B548-D932-689C-B8E2F18B2A96}"/>
                  </a:ext>
                </a:extLst>
              </p:cNvPr>
              <p:cNvCxnSpPr>
                <a:cxnSpLocks/>
              </p:cNvCxnSpPr>
              <p:nvPr/>
            </p:nvCxnSpPr>
            <p:spPr>
              <a:xfrm flipH="1">
                <a:off x="4476645" y="2500394"/>
                <a:ext cx="643374" cy="0"/>
              </a:xfrm>
              <a:prstGeom prst="line">
                <a:avLst/>
              </a:prstGeom>
              <a:ln w="38100">
                <a:solidFill>
                  <a:schemeClr val="tx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cxnSp>
        <p:nvCxnSpPr>
          <p:cNvPr id="38" name="直線コネクタ 37">
            <a:extLst>
              <a:ext uri="{FF2B5EF4-FFF2-40B4-BE49-F238E27FC236}">
                <a16:creationId xmlns:a16="http://schemas.microsoft.com/office/drawing/2014/main" id="{26A5F83F-238C-3ED2-05EB-83718187262D}"/>
              </a:ext>
            </a:extLst>
          </p:cNvPr>
          <p:cNvCxnSpPr>
            <a:cxnSpLocks/>
          </p:cNvCxnSpPr>
          <p:nvPr/>
        </p:nvCxnSpPr>
        <p:spPr>
          <a:xfrm>
            <a:off x="7350729" y="5306685"/>
            <a:ext cx="4756245" cy="0"/>
          </a:xfrm>
          <a:prstGeom prst="line">
            <a:avLst/>
          </a:prstGeom>
          <a:ln w="19050">
            <a:solidFill>
              <a:schemeClr val="accent4">
                <a:lumMod val="60000"/>
                <a:lumOff val="40000"/>
              </a:schemeClr>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grpSp>
        <p:nvGrpSpPr>
          <p:cNvPr id="39" name="グループ化 38">
            <a:extLst>
              <a:ext uri="{FF2B5EF4-FFF2-40B4-BE49-F238E27FC236}">
                <a16:creationId xmlns:a16="http://schemas.microsoft.com/office/drawing/2014/main" id="{1CDDD63E-3F0B-E26F-A585-3AC669525E9E}"/>
              </a:ext>
            </a:extLst>
          </p:cNvPr>
          <p:cNvGrpSpPr/>
          <p:nvPr/>
        </p:nvGrpSpPr>
        <p:grpSpPr>
          <a:xfrm>
            <a:off x="7573101" y="1677129"/>
            <a:ext cx="4272280" cy="1080311"/>
            <a:chOff x="850265" y="1106846"/>
            <a:chExt cx="4272280" cy="586234"/>
          </a:xfrm>
        </p:grpSpPr>
        <p:cxnSp>
          <p:nvCxnSpPr>
            <p:cNvPr id="40" name="直線コネクタ 39">
              <a:extLst>
                <a:ext uri="{FF2B5EF4-FFF2-40B4-BE49-F238E27FC236}">
                  <a16:creationId xmlns:a16="http://schemas.microsoft.com/office/drawing/2014/main" id="{91F4BCEA-A1F3-240B-B7F7-8F9DDA9EA6EF}"/>
                </a:ext>
              </a:extLst>
            </p:cNvPr>
            <p:cNvCxnSpPr>
              <a:cxnSpLocks/>
            </p:cNvCxnSpPr>
            <p:nvPr/>
          </p:nvCxnSpPr>
          <p:spPr>
            <a:xfrm>
              <a:off x="850265" y="1106846"/>
              <a:ext cx="0" cy="586234"/>
            </a:xfrm>
            <a:prstGeom prst="line">
              <a:avLst/>
            </a:prstGeom>
            <a:ln w="19050">
              <a:solidFill>
                <a:schemeClr val="accent4">
                  <a:lumMod val="60000"/>
                  <a:lumOff val="4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1" name="直線コネクタ 40">
              <a:extLst>
                <a:ext uri="{FF2B5EF4-FFF2-40B4-BE49-F238E27FC236}">
                  <a16:creationId xmlns:a16="http://schemas.microsoft.com/office/drawing/2014/main" id="{80ABC389-2BB8-7086-DDE1-A9BA4FFFB8E8}"/>
                </a:ext>
              </a:extLst>
            </p:cNvPr>
            <p:cNvCxnSpPr>
              <a:cxnSpLocks/>
            </p:cNvCxnSpPr>
            <p:nvPr/>
          </p:nvCxnSpPr>
          <p:spPr>
            <a:xfrm>
              <a:off x="1704721" y="1106846"/>
              <a:ext cx="0" cy="586234"/>
            </a:xfrm>
            <a:prstGeom prst="line">
              <a:avLst/>
            </a:prstGeom>
            <a:ln w="19050">
              <a:solidFill>
                <a:schemeClr val="accent4">
                  <a:lumMod val="60000"/>
                  <a:lumOff val="4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2" name="直線コネクタ 41">
              <a:extLst>
                <a:ext uri="{FF2B5EF4-FFF2-40B4-BE49-F238E27FC236}">
                  <a16:creationId xmlns:a16="http://schemas.microsoft.com/office/drawing/2014/main" id="{71CC31C1-EB8B-BB5C-02AB-CFC531B24171}"/>
                </a:ext>
              </a:extLst>
            </p:cNvPr>
            <p:cNvCxnSpPr>
              <a:cxnSpLocks/>
            </p:cNvCxnSpPr>
            <p:nvPr/>
          </p:nvCxnSpPr>
          <p:spPr>
            <a:xfrm>
              <a:off x="2559177" y="1106846"/>
              <a:ext cx="0" cy="586234"/>
            </a:xfrm>
            <a:prstGeom prst="line">
              <a:avLst/>
            </a:prstGeom>
            <a:ln w="19050">
              <a:solidFill>
                <a:schemeClr val="accent4">
                  <a:lumMod val="60000"/>
                  <a:lumOff val="4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3" name="直線コネクタ 42">
              <a:extLst>
                <a:ext uri="{FF2B5EF4-FFF2-40B4-BE49-F238E27FC236}">
                  <a16:creationId xmlns:a16="http://schemas.microsoft.com/office/drawing/2014/main" id="{15AA69DF-61DF-CE8F-462E-9C2E978B5653}"/>
                </a:ext>
              </a:extLst>
            </p:cNvPr>
            <p:cNvCxnSpPr>
              <a:cxnSpLocks/>
            </p:cNvCxnSpPr>
            <p:nvPr/>
          </p:nvCxnSpPr>
          <p:spPr>
            <a:xfrm>
              <a:off x="3413633" y="1106846"/>
              <a:ext cx="0" cy="586234"/>
            </a:xfrm>
            <a:prstGeom prst="line">
              <a:avLst/>
            </a:prstGeom>
            <a:ln w="19050">
              <a:solidFill>
                <a:schemeClr val="accent4">
                  <a:lumMod val="60000"/>
                  <a:lumOff val="4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4" name="直線コネクタ 43">
              <a:extLst>
                <a:ext uri="{FF2B5EF4-FFF2-40B4-BE49-F238E27FC236}">
                  <a16:creationId xmlns:a16="http://schemas.microsoft.com/office/drawing/2014/main" id="{4CED0D30-09C3-5770-DCDB-12DF37170BC2}"/>
                </a:ext>
              </a:extLst>
            </p:cNvPr>
            <p:cNvCxnSpPr>
              <a:cxnSpLocks/>
            </p:cNvCxnSpPr>
            <p:nvPr/>
          </p:nvCxnSpPr>
          <p:spPr>
            <a:xfrm>
              <a:off x="4268089" y="1106846"/>
              <a:ext cx="0" cy="586234"/>
            </a:xfrm>
            <a:prstGeom prst="line">
              <a:avLst/>
            </a:prstGeom>
            <a:ln w="19050">
              <a:solidFill>
                <a:schemeClr val="accent4">
                  <a:lumMod val="60000"/>
                  <a:lumOff val="4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5" name="直線コネクタ 44">
              <a:extLst>
                <a:ext uri="{FF2B5EF4-FFF2-40B4-BE49-F238E27FC236}">
                  <a16:creationId xmlns:a16="http://schemas.microsoft.com/office/drawing/2014/main" id="{1E575C63-6413-806C-3471-2FEF99BBA7D0}"/>
                </a:ext>
              </a:extLst>
            </p:cNvPr>
            <p:cNvCxnSpPr>
              <a:cxnSpLocks/>
            </p:cNvCxnSpPr>
            <p:nvPr/>
          </p:nvCxnSpPr>
          <p:spPr>
            <a:xfrm>
              <a:off x="5122545" y="1106846"/>
              <a:ext cx="0" cy="586234"/>
            </a:xfrm>
            <a:prstGeom prst="line">
              <a:avLst/>
            </a:prstGeom>
            <a:ln w="19050">
              <a:solidFill>
                <a:schemeClr val="accent4">
                  <a:lumMod val="60000"/>
                  <a:lumOff val="4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cxnSp>
        <p:nvCxnSpPr>
          <p:cNvPr id="47" name="直線コネクタ 46">
            <a:extLst>
              <a:ext uri="{FF2B5EF4-FFF2-40B4-BE49-F238E27FC236}">
                <a16:creationId xmlns:a16="http://schemas.microsoft.com/office/drawing/2014/main" id="{C2D80D2C-B4E5-F81F-7A3F-3C966D6D80A9}"/>
              </a:ext>
            </a:extLst>
          </p:cNvPr>
          <p:cNvCxnSpPr>
            <a:cxnSpLocks/>
          </p:cNvCxnSpPr>
          <p:nvPr/>
        </p:nvCxnSpPr>
        <p:spPr>
          <a:xfrm>
            <a:off x="7784211" y="2439279"/>
            <a:ext cx="0" cy="569879"/>
          </a:xfrm>
          <a:prstGeom prst="line">
            <a:avLst/>
          </a:prstGeom>
          <a:ln w="12700">
            <a:solidFill>
              <a:schemeClr val="accent4">
                <a:lumMod val="60000"/>
                <a:lumOff val="40000"/>
              </a:schemeClr>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73" name="グループ化 72">
            <a:extLst>
              <a:ext uri="{FF2B5EF4-FFF2-40B4-BE49-F238E27FC236}">
                <a16:creationId xmlns:a16="http://schemas.microsoft.com/office/drawing/2014/main" id="{7450A45C-54BB-4B6F-B25B-9193B01438C3}"/>
              </a:ext>
            </a:extLst>
          </p:cNvPr>
          <p:cNvGrpSpPr/>
          <p:nvPr/>
        </p:nvGrpSpPr>
        <p:grpSpPr>
          <a:xfrm>
            <a:off x="7573101" y="1770019"/>
            <a:ext cx="4279326" cy="884745"/>
            <a:chOff x="833176" y="2689787"/>
            <a:chExt cx="4279326" cy="884745"/>
          </a:xfrm>
        </p:grpSpPr>
        <p:cxnSp>
          <p:nvCxnSpPr>
            <p:cNvPr id="50" name="直線コネクタ 49">
              <a:extLst>
                <a:ext uri="{FF2B5EF4-FFF2-40B4-BE49-F238E27FC236}">
                  <a16:creationId xmlns:a16="http://schemas.microsoft.com/office/drawing/2014/main" id="{BCA7409D-F1EF-A30C-1D2C-F5F352297434}"/>
                </a:ext>
              </a:extLst>
            </p:cNvPr>
            <p:cNvCxnSpPr>
              <a:cxnSpLocks/>
            </p:cNvCxnSpPr>
            <p:nvPr/>
          </p:nvCxnSpPr>
          <p:spPr>
            <a:xfrm flipH="1">
              <a:off x="833176" y="2689787"/>
              <a:ext cx="851922" cy="884745"/>
            </a:xfrm>
            <a:prstGeom prst="line">
              <a:avLst/>
            </a:prstGeom>
            <a:ln w="38100">
              <a:solidFill>
                <a:schemeClr val="tx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9" name="直線コネクタ 68">
              <a:extLst>
                <a:ext uri="{FF2B5EF4-FFF2-40B4-BE49-F238E27FC236}">
                  <a16:creationId xmlns:a16="http://schemas.microsoft.com/office/drawing/2014/main" id="{B77D6E4A-DB99-198C-F742-53CFDF7079BE}"/>
                </a:ext>
              </a:extLst>
            </p:cNvPr>
            <p:cNvCxnSpPr>
              <a:cxnSpLocks/>
            </p:cNvCxnSpPr>
            <p:nvPr/>
          </p:nvCxnSpPr>
          <p:spPr>
            <a:xfrm flipH="1">
              <a:off x="1690027" y="2689787"/>
              <a:ext cx="851922" cy="884745"/>
            </a:xfrm>
            <a:prstGeom prst="line">
              <a:avLst/>
            </a:prstGeom>
            <a:ln w="38100">
              <a:solidFill>
                <a:schemeClr val="tx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0" name="直線コネクタ 69">
              <a:extLst>
                <a:ext uri="{FF2B5EF4-FFF2-40B4-BE49-F238E27FC236}">
                  <a16:creationId xmlns:a16="http://schemas.microsoft.com/office/drawing/2014/main" id="{8FB89A7A-2293-A0A8-5543-54FF3547EAA0}"/>
                </a:ext>
              </a:extLst>
            </p:cNvPr>
            <p:cNvCxnSpPr>
              <a:cxnSpLocks/>
            </p:cNvCxnSpPr>
            <p:nvPr/>
          </p:nvCxnSpPr>
          <p:spPr>
            <a:xfrm flipH="1">
              <a:off x="2546878" y="2689787"/>
              <a:ext cx="851922" cy="884745"/>
            </a:xfrm>
            <a:prstGeom prst="line">
              <a:avLst/>
            </a:prstGeom>
            <a:ln w="38100">
              <a:solidFill>
                <a:schemeClr val="tx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1" name="直線コネクタ 70">
              <a:extLst>
                <a:ext uri="{FF2B5EF4-FFF2-40B4-BE49-F238E27FC236}">
                  <a16:creationId xmlns:a16="http://schemas.microsoft.com/office/drawing/2014/main" id="{C4232BAE-5FD2-4957-0741-E14A218B1DAF}"/>
                </a:ext>
              </a:extLst>
            </p:cNvPr>
            <p:cNvCxnSpPr>
              <a:cxnSpLocks/>
            </p:cNvCxnSpPr>
            <p:nvPr/>
          </p:nvCxnSpPr>
          <p:spPr>
            <a:xfrm flipH="1">
              <a:off x="3403729" y="2689787"/>
              <a:ext cx="851922" cy="884745"/>
            </a:xfrm>
            <a:prstGeom prst="line">
              <a:avLst/>
            </a:prstGeom>
            <a:ln w="38100">
              <a:solidFill>
                <a:schemeClr val="tx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2" name="直線コネクタ 71">
              <a:extLst>
                <a:ext uri="{FF2B5EF4-FFF2-40B4-BE49-F238E27FC236}">
                  <a16:creationId xmlns:a16="http://schemas.microsoft.com/office/drawing/2014/main" id="{846F6A07-C46E-1AE0-F7BE-5263BDD0DDEB}"/>
                </a:ext>
              </a:extLst>
            </p:cNvPr>
            <p:cNvCxnSpPr>
              <a:cxnSpLocks/>
            </p:cNvCxnSpPr>
            <p:nvPr/>
          </p:nvCxnSpPr>
          <p:spPr>
            <a:xfrm flipH="1">
              <a:off x="4260580" y="2689787"/>
              <a:ext cx="851922" cy="884745"/>
            </a:xfrm>
            <a:prstGeom prst="line">
              <a:avLst/>
            </a:prstGeom>
            <a:ln w="38100">
              <a:solidFill>
                <a:schemeClr val="tx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74" name="グループ化 73">
            <a:extLst>
              <a:ext uri="{FF2B5EF4-FFF2-40B4-BE49-F238E27FC236}">
                <a16:creationId xmlns:a16="http://schemas.microsoft.com/office/drawing/2014/main" id="{50C711BE-120A-D59E-0C02-5E6DEA1DC60E}"/>
              </a:ext>
            </a:extLst>
          </p:cNvPr>
          <p:cNvGrpSpPr/>
          <p:nvPr/>
        </p:nvGrpSpPr>
        <p:grpSpPr>
          <a:xfrm>
            <a:off x="7570566" y="4510764"/>
            <a:ext cx="4274815" cy="586234"/>
            <a:chOff x="847730" y="3804323"/>
            <a:chExt cx="4274815" cy="586234"/>
          </a:xfrm>
        </p:grpSpPr>
        <p:grpSp>
          <p:nvGrpSpPr>
            <p:cNvPr id="75" name="グループ化 74">
              <a:extLst>
                <a:ext uri="{FF2B5EF4-FFF2-40B4-BE49-F238E27FC236}">
                  <a16:creationId xmlns:a16="http://schemas.microsoft.com/office/drawing/2014/main" id="{1CB5E9F7-F707-4204-C58A-D97A35C57E48}"/>
                </a:ext>
              </a:extLst>
            </p:cNvPr>
            <p:cNvGrpSpPr/>
            <p:nvPr/>
          </p:nvGrpSpPr>
          <p:grpSpPr>
            <a:xfrm>
              <a:off x="850265" y="3804323"/>
              <a:ext cx="4272280" cy="586234"/>
              <a:chOff x="850265" y="1106846"/>
              <a:chExt cx="4272280" cy="586234"/>
            </a:xfrm>
          </p:grpSpPr>
          <p:cxnSp>
            <p:nvCxnSpPr>
              <p:cNvPr id="97" name="直線コネクタ 96">
                <a:extLst>
                  <a:ext uri="{FF2B5EF4-FFF2-40B4-BE49-F238E27FC236}">
                    <a16:creationId xmlns:a16="http://schemas.microsoft.com/office/drawing/2014/main" id="{5C163DCD-2890-6AEE-1CFD-EB978CF5BDEB}"/>
                  </a:ext>
                </a:extLst>
              </p:cNvPr>
              <p:cNvCxnSpPr>
                <a:cxnSpLocks/>
              </p:cNvCxnSpPr>
              <p:nvPr/>
            </p:nvCxnSpPr>
            <p:spPr>
              <a:xfrm>
                <a:off x="850265" y="1106846"/>
                <a:ext cx="0" cy="586234"/>
              </a:xfrm>
              <a:prstGeom prst="line">
                <a:avLst/>
              </a:prstGeom>
              <a:ln w="19050">
                <a:solidFill>
                  <a:schemeClr val="accent4">
                    <a:lumMod val="60000"/>
                    <a:lumOff val="4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8" name="直線コネクタ 97">
                <a:extLst>
                  <a:ext uri="{FF2B5EF4-FFF2-40B4-BE49-F238E27FC236}">
                    <a16:creationId xmlns:a16="http://schemas.microsoft.com/office/drawing/2014/main" id="{7BFCC56C-23E4-D63F-7042-D73B9EC3EDE2}"/>
                  </a:ext>
                </a:extLst>
              </p:cNvPr>
              <p:cNvCxnSpPr>
                <a:cxnSpLocks/>
              </p:cNvCxnSpPr>
              <p:nvPr/>
            </p:nvCxnSpPr>
            <p:spPr>
              <a:xfrm>
                <a:off x="1704721" y="1106846"/>
                <a:ext cx="0" cy="586234"/>
              </a:xfrm>
              <a:prstGeom prst="line">
                <a:avLst/>
              </a:prstGeom>
              <a:ln w="19050">
                <a:solidFill>
                  <a:schemeClr val="accent4">
                    <a:lumMod val="60000"/>
                    <a:lumOff val="4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9" name="直線コネクタ 98">
                <a:extLst>
                  <a:ext uri="{FF2B5EF4-FFF2-40B4-BE49-F238E27FC236}">
                    <a16:creationId xmlns:a16="http://schemas.microsoft.com/office/drawing/2014/main" id="{D6E81498-E220-56F7-7F9B-E52770CF0DE0}"/>
                  </a:ext>
                </a:extLst>
              </p:cNvPr>
              <p:cNvCxnSpPr>
                <a:cxnSpLocks/>
              </p:cNvCxnSpPr>
              <p:nvPr/>
            </p:nvCxnSpPr>
            <p:spPr>
              <a:xfrm>
                <a:off x="2559177" y="1106846"/>
                <a:ext cx="0" cy="586234"/>
              </a:xfrm>
              <a:prstGeom prst="line">
                <a:avLst/>
              </a:prstGeom>
              <a:ln w="19050">
                <a:solidFill>
                  <a:schemeClr val="accent4">
                    <a:lumMod val="60000"/>
                    <a:lumOff val="4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0" name="直線コネクタ 99">
                <a:extLst>
                  <a:ext uri="{FF2B5EF4-FFF2-40B4-BE49-F238E27FC236}">
                    <a16:creationId xmlns:a16="http://schemas.microsoft.com/office/drawing/2014/main" id="{3D595C48-9737-4912-51F9-750066FB067B}"/>
                  </a:ext>
                </a:extLst>
              </p:cNvPr>
              <p:cNvCxnSpPr>
                <a:cxnSpLocks/>
              </p:cNvCxnSpPr>
              <p:nvPr/>
            </p:nvCxnSpPr>
            <p:spPr>
              <a:xfrm>
                <a:off x="3413633" y="1106846"/>
                <a:ext cx="0" cy="586234"/>
              </a:xfrm>
              <a:prstGeom prst="line">
                <a:avLst/>
              </a:prstGeom>
              <a:ln w="19050">
                <a:solidFill>
                  <a:schemeClr val="accent4">
                    <a:lumMod val="60000"/>
                    <a:lumOff val="4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1" name="直線コネクタ 100">
                <a:extLst>
                  <a:ext uri="{FF2B5EF4-FFF2-40B4-BE49-F238E27FC236}">
                    <a16:creationId xmlns:a16="http://schemas.microsoft.com/office/drawing/2014/main" id="{1DB53508-B4DD-283A-B8F3-68FCC2E40A38}"/>
                  </a:ext>
                </a:extLst>
              </p:cNvPr>
              <p:cNvCxnSpPr>
                <a:cxnSpLocks/>
              </p:cNvCxnSpPr>
              <p:nvPr/>
            </p:nvCxnSpPr>
            <p:spPr>
              <a:xfrm>
                <a:off x="4268089" y="1106846"/>
                <a:ext cx="0" cy="586234"/>
              </a:xfrm>
              <a:prstGeom prst="line">
                <a:avLst/>
              </a:prstGeom>
              <a:ln w="19050">
                <a:solidFill>
                  <a:schemeClr val="accent4">
                    <a:lumMod val="60000"/>
                    <a:lumOff val="4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2" name="直線コネクタ 101">
                <a:extLst>
                  <a:ext uri="{FF2B5EF4-FFF2-40B4-BE49-F238E27FC236}">
                    <a16:creationId xmlns:a16="http://schemas.microsoft.com/office/drawing/2014/main" id="{3D617E04-0921-ABCB-3B58-7029391BBF34}"/>
                  </a:ext>
                </a:extLst>
              </p:cNvPr>
              <p:cNvCxnSpPr>
                <a:cxnSpLocks/>
              </p:cNvCxnSpPr>
              <p:nvPr/>
            </p:nvCxnSpPr>
            <p:spPr>
              <a:xfrm>
                <a:off x="5122545" y="1106846"/>
                <a:ext cx="0" cy="586234"/>
              </a:xfrm>
              <a:prstGeom prst="line">
                <a:avLst/>
              </a:prstGeom>
              <a:ln w="19050">
                <a:solidFill>
                  <a:schemeClr val="accent4">
                    <a:lumMod val="60000"/>
                    <a:lumOff val="4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76" name="グループ化 75">
              <a:extLst>
                <a:ext uri="{FF2B5EF4-FFF2-40B4-BE49-F238E27FC236}">
                  <a16:creationId xmlns:a16="http://schemas.microsoft.com/office/drawing/2014/main" id="{E13D8DC5-86BC-29D6-9B64-3C58DE8430E8}"/>
                </a:ext>
              </a:extLst>
            </p:cNvPr>
            <p:cNvGrpSpPr/>
            <p:nvPr/>
          </p:nvGrpSpPr>
          <p:grpSpPr>
            <a:xfrm>
              <a:off x="847730" y="3864113"/>
              <a:ext cx="4274329" cy="465849"/>
              <a:chOff x="847730" y="3864113"/>
              <a:chExt cx="4274329" cy="465849"/>
            </a:xfrm>
          </p:grpSpPr>
          <p:cxnSp>
            <p:nvCxnSpPr>
              <p:cNvPr id="77" name="直線コネクタ 76">
                <a:extLst>
                  <a:ext uri="{FF2B5EF4-FFF2-40B4-BE49-F238E27FC236}">
                    <a16:creationId xmlns:a16="http://schemas.microsoft.com/office/drawing/2014/main" id="{FF49C19E-1590-9209-487A-25845A1B22DA}"/>
                  </a:ext>
                </a:extLst>
              </p:cNvPr>
              <p:cNvCxnSpPr>
                <a:cxnSpLocks/>
              </p:cNvCxnSpPr>
              <p:nvPr/>
            </p:nvCxnSpPr>
            <p:spPr>
              <a:xfrm rot="5400000">
                <a:off x="618814" y="4097440"/>
                <a:ext cx="457837" cy="0"/>
              </a:xfrm>
              <a:prstGeom prst="line">
                <a:avLst/>
              </a:prstGeom>
              <a:ln w="38100">
                <a:solidFill>
                  <a:schemeClr val="tx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8" name="直線コネクタ 77">
                <a:extLst>
                  <a:ext uri="{FF2B5EF4-FFF2-40B4-BE49-F238E27FC236}">
                    <a16:creationId xmlns:a16="http://schemas.microsoft.com/office/drawing/2014/main" id="{74114F50-C78D-6E0C-898F-75FE85157CC1}"/>
                  </a:ext>
                </a:extLst>
              </p:cNvPr>
              <p:cNvCxnSpPr>
                <a:cxnSpLocks/>
              </p:cNvCxnSpPr>
              <p:nvPr/>
            </p:nvCxnSpPr>
            <p:spPr>
              <a:xfrm rot="5400000">
                <a:off x="1259651" y="4095382"/>
                <a:ext cx="457837" cy="0"/>
              </a:xfrm>
              <a:prstGeom prst="line">
                <a:avLst/>
              </a:prstGeom>
              <a:ln w="38100">
                <a:solidFill>
                  <a:schemeClr val="tx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9" name="直線コネクタ 78">
                <a:extLst>
                  <a:ext uri="{FF2B5EF4-FFF2-40B4-BE49-F238E27FC236}">
                    <a16:creationId xmlns:a16="http://schemas.microsoft.com/office/drawing/2014/main" id="{CD306ECA-A385-315D-5873-481CB0003DD7}"/>
                  </a:ext>
                </a:extLst>
              </p:cNvPr>
              <p:cNvCxnSpPr>
                <a:cxnSpLocks/>
              </p:cNvCxnSpPr>
              <p:nvPr/>
            </p:nvCxnSpPr>
            <p:spPr>
              <a:xfrm flipH="1">
                <a:off x="847730" y="3868521"/>
                <a:ext cx="640840" cy="0"/>
              </a:xfrm>
              <a:prstGeom prst="line">
                <a:avLst/>
              </a:prstGeom>
              <a:ln w="38100">
                <a:solidFill>
                  <a:schemeClr val="tx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0" name="直線コネクタ 79">
                <a:extLst>
                  <a:ext uri="{FF2B5EF4-FFF2-40B4-BE49-F238E27FC236}">
                    <a16:creationId xmlns:a16="http://schemas.microsoft.com/office/drawing/2014/main" id="{89AFB903-31DF-15A6-1DE0-9B64654EBEF0}"/>
                  </a:ext>
                </a:extLst>
              </p:cNvPr>
              <p:cNvCxnSpPr>
                <a:cxnSpLocks/>
              </p:cNvCxnSpPr>
              <p:nvPr/>
            </p:nvCxnSpPr>
            <p:spPr>
              <a:xfrm flipH="1">
                <a:off x="1491109" y="4324301"/>
                <a:ext cx="211076" cy="0"/>
              </a:xfrm>
              <a:prstGeom prst="line">
                <a:avLst/>
              </a:prstGeom>
              <a:ln w="38100">
                <a:solidFill>
                  <a:schemeClr val="tx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1" name="直線コネクタ 80">
                <a:extLst>
                  <a:ext uri="{FF2B5EF4-FFF2-40B4-BE49-F238E27FC236}">
                    <a16:creationId xmlns:a16="http://schemas.microsoft.com/office/drawing/2014/main" id="{48E94573-0EC1-991C-32EE-A9CCB8B2A237}"/>
                  </a:ext>
                </a:extLst>
              </p:cNvPr>
              <p:cNvCxnSpPr>
                <a:cxnSpLocks/>
              </p:cNvCxnSpPr>
              <p:nvPr/>
            </p:nvCxnSpPr>
            <p:spPr>
              <a:xfrm rot="5400000">
                <a:off x="1478329" y="4101044"/>
                <a:ext cx="457837" cy="0"/>
              </a:xfrm>
              <a:prstGeom prst="line">
                <a:avLst/>
              </a:prstGeom>
              <a:ln w="38100">
                <a:solidFill>
                  <a:schemeClr val="tx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2" name="直線コネクタ 81">
                <a:extLst>
                  <a:ext uri="{FF2B5EF4-FFF2-40B4-BE49-F238E27FC236}">
                    <a16:creationId xmlns:a16="http://schemas.microsoft.com/office/drawing/2014/main" id="{C1AC8645-6896-0940-134A-CC7FC350A753}"/>
                  </a:ext>
                </a:extLst>
              </p:cNvPr>
              <p:cNvCxnSpPr>
                <a:cxnSpLocks/>
              </p:cNvCxnSpPr>
              <p:nvPr/>
            </p:nvCxnSpPr>
            <p:spPr>
              <a:xfrm rot="5400000">
                <a:off x="2119166" y="4098986"/>
                <a:ext cx="457837" cy="0"/>
              </a:xfrm>
              <a:prstGeom prst="line">
                <a:avLst/>
              </a:prstGeom>
              <a:ln w="38100">
                <a:solidFill>
                  <a:schemeClr val="tx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3" name="直線コネクタ 82">
                <a:extLst>
                  <a:ext uri="{FF2B5EF4-FFF2-40B4-BE49-F238E27FC236}">
                    <a16:creationId xmlns:a16="http://schemas.microsoft.com/office/drawing/2014/main" id="{B59D53CF-2A18-C816-01FA-CC51D3140A09}"/>
                  </a:ext>
                </a:extLst>
              </p:cNvPr>
              <p:cNvCxnSpPr>
                <a:cxnSpLocks/>
              </p:cNvCxnSpPr>
              <p:nvPr/>
            </p:nvCxnSpPr>
            <p:spPr>
              <a:xfrm flipH="1">
                <a:off x="1707245" y="3872125"/>
                <a:ext cx="640840" cy="0"/>
              </a:xfrm>
              <a:prstGeom prst="line">
                <a:avLst/>
              </a:prstGeom>
              <a:ln w="38100">
                <a:solidFill>
                  <a:schemeClr val="tx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4" name="直線コネクタ 83">
                <a:extLst>
                  <a:ext uri="{FF2B5EF4-FFF2-40B4-BE49-F238E27FC236}">
                    <a16:creationId xmlns:a16="http://schemas.microsoft.com/office/drawing/2014/main" id="{F0508D5F-12AC-FA18-88A0-DA9183AD6D64}"/>
                  </a:ext>
                </a:extLst>
              </p:cNvPr>
              <p:cNvCxnSpPr>
                <a:cxnSpLocks/>
              </p:cNvCxnSpPr>
              <p:nvPr/>
            </p:nvCxnSpPr>
            <p:spPr>
              <a:xfrm flipH="1">
                <a:off x="2350624" y="4327905"/>
                <a:ext cx="211076" cy="0"/>
              </a:xfrm>
              <a:prstGeom prst="line">
                <a:avLst/>
              </a:prstGeom>
              <a:ln w="38100">
                <a:solidFill>
                  <a:schemeClr val="tx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5" name="直線コネクタ 84">
                <a:extLst>
                  <a:ext uri="{FF2B5EF4-FFF2-40B4-BE49-F238E27FC236}">
                    <a16:creationId xmlns:a16="http://schemas.microsoft.com/office/drawing/2014/main" id="{DE7AB717-FFE9-3129-DB3A-13B76D3D24B6}"/>
                  </a:ext>
                </a:extLst>
              </p:cNvPr>
              <p:cNvCxnSpPr>
                <a:cxnSpLocks/>
              </p:cNvCxnSpPr>
              <p:nvPr/>
            </p:nvCxnSpPr>
            <p:spPr>
              <a:xfrm rot="5400000">
                <a:off x="2332781" y="4097440"/>
                <a:ext cx="457837" cy="0"/>
              </a:xfrm>
              <a:prstGeom prst="line">
                <a:avLst/>
              </a:prstGeom>
              <a:ln w="38100">
                <a:solidFill>
                  <a:schemeClr val="tx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6" name="直線コネクタ 85">
                <a:extLst>
                  <a:ext uri="{FF2B5EF4-FFF2-40B4-BE49-F238E27FC236}">
                    <a16:creationId xmlns:a16="http://schemas.microsoft.com/office/drawing/2014/main" id="{A0623905-5905-1DB9-237F-5C3E5DDB0385}"/>
                  </a:ext>
                </a:extLst>
              </p:cNvPr>
              <p:cNvCxnSpPr>
                <a:cxnSpLocks/>
              </p:cNvCxnSpPr>
              <p:nvPr/>
            </p:nvCxnSpPr>
            <p:spPr>
              <a:xfrm rot="5400000">
                <a:off x="2973618" y="4095382"/>
                <a:ext cx="457837" cy="0"/>
              </a:xfrm>
              <a:prstGeom prst="line">
                <a:avLst/>
              </a:prstGeom>
              <a:ln w="38100">
                <a:solidFill>
                  <a:schemeClr val="tx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7" name="直線コネクタ 86">
                <a:extLst>
                  <a:ext uri="{FF2B5EF4-FFF2-40B4-BE49-F238E27FC236}">
                    <a16:creationId xmlns:a16="http://schemas.microsoft.com/office/drawing/2014/main" id="{17BA54DD-BA52-F44F-1541-C584504BBF31}"/>
                  </a:ext>
                </a:extLst>
              </p:cNvPr>
              <p:cNvCxnSpPr>
                <a:cxnSpLocks/>
              </p:cNvCxnSpPr>
              <p:nvPr/>
            </p:nvCxnSpPr>
            <p:spPr>
              <a:xfrm flipH="1">
                <a:off x="2561697" y="3868521"/>
                <a:ext cx="640840" cy="0"/>
              </a:xfrm>
              <a:prstGeom prst="line">
                <a:avLst/>
              </a:prstGeom>
              <a:ln w="38100">
                <a:solidFill>
                  <a:schemeClr val="tx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8" name="直線コネクタ 87">
                <a:extLst>
                  <a:ext uri="{FF2B5EF4-FFF2-40B4-BE49-F238E27FC236}">
                    <a16:creationId xmlns:a16="http://schemas.microsoft.com/office/drawing/2014/main" id="{9C7B6987-2312-A460-6CF1-B42CAD845426}"/>
                  </a:ext>
                </a:extLst>
              </p:cNvPr>
              <p:cNvCxnSpPr>
                <a:cxnSpLocks/>
              </p:cNvCxnSpPr>
              <p:nvPr/>
            </p:nvCxnSpPr>
            <p:spPr>
              <a:xfrm flipH="1">
                <a:off x="3205076" y="4324301"/>
                <a:ext cx="211076" cy="0"/>
              </a:xfrm>
              <a:prstGeom prst="line">
                <a:avLst/>
              </a:prstGeom>
              <a:ln w="38100">
                <a:solidFill>
                  <a:schemeClr val="tx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9" name="直線コネクタ 88">
                <a:extLst>
                  <a:ext uri="{FF2B5EF4-FFF2-40B4-BE49-F238E27FC236}">
                    <a16:creationId xmlns:a16="http://schemas.microsoft.com/office/drawing/2014/main" id="{174E2FDE-F446-F713-612B-90D75F78E56A}"/>
                  </a:ext>
                </a:extLst>
              </p:cNvPr>
              <p:cNvCxnSpPr>
                <a:cxnSpLocks/>
              </p:cNvCxnSpPr>
              <p:nvPr/>
            </p:nvCxnSpPr>
            <p:spPr>
              <a:xfrm rot="5400000">
                <a:off x="3182175" y="4097440"/>
                <a:ext cx="457837" cy="0"/>
              </a:xfrm>
              <a:prstGeom prst="line">
                <a:avLst/>
              </a:prstGeom>
              <a:ln w="38100">
                <a:solidFill>
                  <a:schemeClr val="tx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0" name="直線コネクタ 89">
                <a:extLst>
                  <a:ext uri="{FF2B5EF4-FFF2-40B4-BE49-F238E27FC236}">
                    <a16:creationId xmlns:a16="http://schemas.microsoft.com/office/drawing/2014/main" id="{4AEAAFB8-4308-A586-3D53-768C17F6593F}"/>
                  </a:ext>
                </a:extLst>
              </p:cNvPr>
              <p:cNvCxnSpPr>
                <a:cxnSpLocks/>
              </p:cNvCxnSpPr>
              <p:nvPr/>
            </p:nvCxnSpPr>
            <p:spPr>
              <a:xfrm rot="5400000">
                <a:off x="3823012" y="4095382"/>
                <a:ext cx="457837" cy="0"/>
              </a:xfrm>
              <a:prstGeom prst="line">
                <a:avLst/>
              </a:prstGeom>
              <a:ln w="38100">
                <a:solidFill>
                  <a:schemeClr val="tx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1" name="直線コネクタ 90">
                <a:extLst>
                  <a:ext uri="{FF2B5EF4-FFF2-40B4-BE49-F238E27FC236}">
                    <a16:creationId xmlns:a16="http://schemas.microsoft.com/office/drawing/2014/main" id="{85EB7FE9-563D-14D9-6814-C8DB902215DE}"/>
                  </a:ext>
                </a:extLst>
              </p:cNvPr>
              <p:cNvCxnSpPr>
                <a:cxnSpLocks/>
              </p:cNvCxnSpPr>
              <p:nvPr/>
            </p:nvCxnSpPr>
            <p:spPr>
              <a:xfrm flipH="1">
                <a:off x="3411091" y="3868521"/>
                <a:ext cx="640840" cy="0"/>
              </a:xfrm>
              <a:prstGeom prst="line">
                <a:avLst/>
              </a:prstGeom>
              <a:ln w="38100">
                <a:solidFill>
                  <a:schemeClr val="tx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2" name="直線コネクタ 91">
                <a:extLst>
                  <a:ext uri="{FF2B5EF4-FFF2-40B4-BE49-F238E27FC236}">
                    <a16:creationId xmlns:a16="http://schemas.microsoft.com/office/drawing/2014/main" id="{2B2E84B6-75EA-8D59-ADAD-B6AE1AE19E3D}"/>
                  </a:ext>
                </a:extLst>
              </p:cNvPr>
              <p:cNvCxnSpPr>
                <a:cxnSpLocks/>
              </p:cNvCxnSpPr>
              <p:nvPr/>
            </p:nvCxnSpPr>
            <p:spPr>
              <a:xfrm flipH="1">
                <a:off x="4054470" y="4324301"/>
                <a:ext cx="211076" cy="0"/>
              </a:xfrm>
              <a:prstGeom prst="line">
                <a:avLst/>
              </a:prstGeom>
              <a:ln w="38100">
                <a:solidFill>
                  <a:schemeClr val="tx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3" name="直線コネクタ 92">
                <a:extLst>
                  <a:ext uri="{FF2B5EF4-FFF2-40B4-BE49-F238E27FC236}">
                    <a16:creationId xmlns:a16="http://schemas.microsoft.com/office/drawing/2014/main" id="{53F81E40-177F-101F-BB06-7AD81BAA4DC2}"/>
                  </a:ext>
                </a:extLst>
              </p:cNvPr>
              <p:cNvCxnSpPr>
                <a:cxnSpLocks/>
              </p:cNvCxnSpPr>
              <p:nvPr/>
            </p:nvCxnSpPr>
            <p:spPr>
              <a:xfrm rot="5400000">
                <a:off x="4038688" y="4095090"/>
                <a:ext cx="457837" cy="0"/>
              </a:xfrm>
              <a:prstGeom prst="line">
                <a:avLst/>
              </a:prstGeom>
              <a:ln w="38100">
                <a:solidFill>
                  <a:schemeClr val="tx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4" name="直線コネクタ 93">
                <a:extLst>
                  <a:ext uri="{FF2B5EF4-FFF2-40B4-BE49-F238E27FC236}">
                    <a16:creationId xmlns:a16="http://schemas.microsoft.com/office/drawing/2014/main" id="{18132060-9E8A-5CD2-1AFD-5AFBD4F34750}"/>
                  </a:ext>
                </a:extLst>
              </p:cNvPr>
              <p:cNvCxnSpPr>
                <a:cxnSpLocks/>
              </p:cNvCxnSpPr>
              <p:nvPr/>
            </p:nvCxnSpPr>
            <p:spPr>
              <a:xfrm rot="5400000">
                <a:off x="4679525" y="4093032"/>
                <a:ext cx="457837" cy="0"/>
              </a:xfrm>
              <a:prstGeom prst="line">
                <a:avLst/>
              </a:prstGeom>
              <a:ln w="38100">
                <a:solidFill>
                  <a:schemeClr val="tx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5" name="直線コネクタ 94">
                <a:extLst>
                  <a:ext uri="{FF2B5EF4-FFF2-40B4-BE49-F238E27FC236}">
                    <a16:creationId xmlns:a16="http://schemas.microsoft.com/office/drawing/2014/main" id="{149FB556-5301-E8B8-EF22-08EE59DFBAD9}"/>
                  </a:ext>
                </a:extLst>
              </p:cNvPr>
              <p:cNvCxnSpPr>
                <a:cxnSpLocks/>
              </p:cNvCxnSpPr>
              <p:nvPr/>
            </p:nvCxnSpPr>
            <p:spPr>
              <a:xfrm flipH="1">
                <a:off x="4267604" y="3866171"/>
                <a:ext cx="640840" cy="0"/>
              </a:xfrm>
              <a:prstGeom prst="line">
                <a:avLst/>
              </a:prstGeom>
              <a:ln w="38100">
                <a:solidFill>
                  <a:schemeClr val="tx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6" name="直線コネクタ 95">
                <a:extLst>
                  <a:ext uri="{FF2B5EF4-FFF2-40B4-BE49-F238E27FC236}">
                    <a16:creationId xmlns:a16="http://schemas.microsoft.com/office/drawing/2014/main" id="{244A1C3B-E15A-BA44-89A0-C900D2D03593}"/>
                  </a:ext>
                </a:extLst>
              </p:cNvPr>
              <p:cNvCxnSpPr>
                <a:cxnSpLocks/>
              </p:cNvCxnSpPr>
              <p:nvPr/>
            </p:nvCxnSpPr>
            <p:spPr>
              <a:xfrm flipH="1">
                <a:off x="4910983" y="4321951"/>
                <a:ext cx="211076" cy="0"/>
              </a:xfrm>
              <a:prstGeom prst="line">
                <a:avLst/>
              </a:prstGeom>
              <a:ln w="38100">
                <a:solidFill>
                  <a:schemeClr val="tx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cxnSp>
        <p:nvCxnSpPr>
          <p:cNvPr id="104" name="直線コネクタ 103">
            <a:extLst>
              <a:ext uri="{FF2B5EF4-FFF2-40B4-BE49-F238E27FC236}">
                <a16:creationId xmlns:a16="http://schemas.microsoft.com/office/drawing/2014/main" id="{57C1F1AD-5F48-C159-BD38-C85B8E364C92}"/>
              </a:ext>
            </a:extLst>
          </p:cNvPr>
          <p:cNvCxnSpPr>
            <a:cxnSpLocks/>
          </p:cNvCxnSpPr>
          <p:nvPr/>
        </p:nvCxnSpPr>
        <p:spPr>
          <a:xfrm>
            <a:off x="7491309" y="2654764"/>
            <a:ext cx="4499610" cy="0"/>
          </a:xfrm>
          <a:prstGeom prst="line">
            <a:avLst/>
          </a:prstGeom>
          <a:ln>
            <a:solidFill>
              <a:schemeClr val="tx1">
                <a:lumMod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05" name="直線コネクタ 104">
            <a:extLst>
              <a:ext uri="{FF2B5EF4-FFF2-40B4-BE49-F238E27FC236}">
                <a16:creationId xmlns:a16="http://schemas.microsoft.com/office/drawing/2014/main" id="{BBD3159D-DAAC-792F-C82E-4DF29B6B2950}"/>
              </a:ext>
            </a:extLst>
          </p:cNvPr>
          <p:cNvCxnSpPr>
            <a:cxnSpLocks/>
          </p:cNvCxnSpPr>
          <p:nvPr/>
        </p:nvCxnSpPr>
        <p:spPr>
          <a:xfrm>
            <a:off x="7491309" y="1770019"/>
            <a:ext cx="4499610" cy="0"/>
          </a:xfrm>
          <a:prstGeom prst="line">
            <a:avLst/>
          </a:prstGeom>
          <a:ln>
            <a:solidFill>
              <a:schemeClr val="tx1">
                <a:lumMod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06" name="直線コネクタ 105">
            <a:extLst>
              <a:ext uri="{FF2B5EF4-FFF2-40B4-BE49-F238E27FC236}">
                <a16:creationId xmlns:a16="http://schemas.microsoft.com/office/drawing/2014/main" id="{22317229-35DC-C250-7772-9064AACDF4C8}"/>
              </a:ext>
            </a:extLst>
          </p:cNvPr>
          <p:cNvCxnSpPr>
            <a:cxnSpLocks/>
          </p:cNvCxnSpPr>
          <p:nvPr/>
        </p:nvCxnSpPr>
        <p:spPr>
          <a:xfrm>
            <a:off x="7491309" y="2212391"/>
            <a:ext cx="4499610" cy="0"/>
          </a:xfrm>
          <a:prstGeom prst="line">
            <a:avLst/>
          </a:prstGeom>
          <a:ln>
            <a:solidFill>
              <a:schemeClr val="tx1">
                <a:lumMod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07" name="直線コネクタ 106">
            <a:extLst>
              <a:ext uri="{FF2B5EF4-FFF2-40B4-BE49-F238E27FC236}">
                <a16:creationId xmlns:a16="http://schemas.microsoft.com/office/drawing/2014/main" id="{C4AF02C2-13BF-6E07-076F-487311299A13}"/>
              </a:ext>
            </a:extLst>
          </p:cNvPr>
          <p:cNvCxnSpPr>
            <a:cxnSpLocks/>
          </p:cNvCxnSpPr>
          <p:nvPr/>
        </p:nvCxnSpPr>
        <p:spPr>
          <a:xfrm>
            <a:off x="7491309" y="2433577"/>
            <a:ext cx="4499610" cy="0"/>
          </a:xfrm>
          <a:prstGeom prst="line">
            <a:avLst/>
          </a:prstGeom>
          <a:ln>
            <a:solidFill>
              <a:schemeClr val="tx1">
                <a:lumMod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08" name="直線コネクタ 107">
            <a:extLst>
              <a:ext uri="{FF2B5EF4-FFF2-40B4-BE49-F238E27FC236}">
                <a16:creationId xmlns:a16="http://schemas.microsoft.com/office/drawing/2014/main" id="{88DBA5CA-FC03-8EB9-863C-FBAF5334C1CF}"/>
              </a:ext>
            </a:extLst>
          </p:cNvPr>
          <p:cNvCxnSpPr>
            <a:cxnSpLocks/>
          </p:cNvCxnSpPr>
          <p:nvPr/>
        </p:nvCxnSpPr>
        <p:spPr>
          <a:xfrm>
            <a:off x="7491309" y="1991205"/>
            <a:ext cx="4499610" cy="0"/>
          </a:xfrm>
          <a:prstGeom prst="line">
            <a:avLst/>
          </a:prstGeom>
          <a:ln>
            <a:solidFill>
              <a:schemeClr val="tx1">
                <a:lumMod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109" name="テキスト ボックス 108">
            <a:extLst>
              <a:ext uri="{FF2B5EF4-FFF2-40B4-BE49-F238E27FC236}">
                <a16:creationId xmlns:a16="http://schemas.microsoft.com/office/drawing/2014/main" id="{BA6D88C6-0CB5-7CB9-ABDE-5CB54FCCCB27}"/>
              </a:ext>
            </a:extLst>
          </p:cNvPr>
          <p:cNvSpPr txBox="1"/>
          <p:nvPr/>
        </p:nvSpPr>
        <p:spPr>
          <a:xfrm>
            <a:off x="6999846" y="1843020"/>
            <a:ext cx="562975" cy="307777"/>
          </a:xfrm>
          <a:prstGeom prst="rect">
            <a:avLst/>
          </a:prstGeom>
          <a:noFill/>
        </p:spPr>
        <p:txBody>
          <a:bodyPr wrap="none" rtlCol="0">
            <a:spAutoFit/>
          </a:bodyPr>
          <a:lstStyle/>
          <a:p>
            <a:pPr algn="l"/>
            <a:r>
              <a:rPr kumimoji="1" lang="en-US" altLang="ja-JP" sz="1400" dirty="0">
                <a:solidFill>
                  <a:schemeClr val="tx1">
                    <a:lumMod val="90000"/>
                    <a:lumOff val="10000"/>
                  </a:schemeClr>
                </a:solidFill>
              </a:rPr>
              <a:t>75</a:t>
            </a:r>
            <a:r>
              <a:rPr kumimoji="1" lang="ja-JP" altLang="en-US" sz="1400" dirty="0">
                <a:solidFill>
                  <a:schemeClr val="tx1">
                    <a:lumMod val="90000"/>
                    <a:lumOff val="10000"/>
                  </a:schemeClr>
                </a:solidFill>
              </a:rPr>
              <a:t>％</a:t>
            </a:r>
          </a:p>
        </p:txBody>
      </p:sp>
      <p:sp>
        <p:nvSpPr>
          <p:cNvPr id="110" name="テキスト ボックス 109">
            <a:extLst>
              <a:ext uri="{FF2B5EF4-FFF2-40B4-BE49-F238E27FC236}">
                <a16:creationId xmlns:a16="http://schemas.microsoft.com/office/drawing/2014/main" id="{56BF5DF7-2CE8-5E62-6576-249FAFB354BC}"/>
              </a:ext>
            </a:extLst>
          </p:cNvPr>
          <p:cNvSpPr txBox="1"/>
          <p:nvPr/>
        </p:nvSpPr>
        <p:spPr>
          <a:xfrm>
            <a:off x="6900460" y="1626493"/>
            <a:ext cx="662361" cy="307777"/>
          </a:xfrm>
          <a:prstGeom prst="rect">
            <a:avLst/>
          </a:prstGeom>
          <a:noFill/>
        </p:spPr>
        <p:txBody>
          <a:bodyPr wrap="none" rtlCol="0">
            <a:spAutoFit/>
          </a:bodyPr>
          <a:lstStyle/>
          <a:p>
            <a:pPr algn="l"/>
            <a:r>
              <a:rPr lang="en-US" altLang="ja-JP" sz="1400" dirty="0">
                <a:solidFill>
                  <a:schemeClr val="tx1">
                    <a:lumMod val="90000"/>
                    <a:lumOff val="10000"/>
                  </a:schemeClr>
                </a:solidFill>
              </a:rPr>
              <a:t>100</a:t>
            </a:r>
            <a:r>
              <a:rPr lang="ja-JP" altLang="en-US" sz="1400" dirty="0">
                <a:solidFill>
                  <a:schemeClr val="tx1">
                    <a:lumMod val="90000"/>
                    <a:lumOff val="10000"/>
                  </a:schemeClr>
                </a:solidFill>
              </a:rPr>
              <a:t>％</a:t>
            </a:r>
            <a:endParaRPr kumimoji="1" lang="ja-JP" altLang="en-US" sz="1400" dirty="0">
              <a:solidFill>
                <a:schemeClr val="tx1">
                  <a:lumMod val="90000"/>
                  <a:lumOff val="10000"/>
                </a:schemeClr>
              </a:solidFill>
            </a:endParaRPr>
          </a:p>
        </p:txBody>
      </p:sp>
      <p:sp>
        <p:nvSpPr>
          <p:cNvPr id="111" name="テキスト ボックス 110">
            <a:extLst>
              <a:ext uri="{FF2B5EF4-FFF2-40B4-BE49-F238E27FC236}">
                <a16:creationId xmlns:a16="http://schemas.microsoft.com/office/drawing/2014/main" id="{BEAF6286-8C29-0005-12F7-40E76F56A720}"/>
              </a:ext>
            </a:extLst>
          </p:cNvPr>
          <p:cNvSpPr txBox="1"/>
          <p:nvPr/>
        </p:nvSpPr>
        <p:spPr>
          <a:xfrm>
            <a:off x="6999846" y="2064206"/>
            <a:ext cx="562975" cy="307777"/>
          </a:xfrm>
          <a:prstGeom prst="rect">
            <a:avLst/>
          </a:prstGeom>
          <a:noFill/>
        </p:spPr>
        <p:txBody>
          <a:bodyPr wrap="none" rtlCol="0">
            <a:spAutoFit/>
          </a:bodyPr>
          <a:lstStyle/>
          <a:p>
            <a:pPr algn="l"/>
            <a:r>
              <a:rPr kumimoji="1" lang="en-US" altLang="ja-JP" sz="1400" dirty="0">
                <a:solidFill>
                  <a:schemeClr val="tx1">
                    <a:lumMod val="90000"/>
                    <a:lumOff val="10000"/>
                  </a:schemeClr>
                </a:solidFill>
              </a:rPr>
              <a:t>50</a:t>
            </a:r>
            <a:r>
              <a:rPr kumimoji="1" lang="ja-JP" altLang="en-US" sz="1400" dirty="0">
                <a:solidFill>
                  <a:schemeClr val="tx1">
                    <a:lumMod val="90000"/>
                    <a:lumOff val="10000"/>
                  </a:schemeClr>
                </a:solidFill>
              </a:rPr>
              <a:t>％</a:t>
            </a:r>
          </a:p>
        </p:txBody>
      </p:sp>
      <p:sp>
        <p:nvSpPr>
          <p:cNvPr id="112" name="テキスト ボックス 111">
            <a:extLst>
              <a:ext uri="{FF2B5EF4-FFF2-40B4-BE49-F238E27FC236}">
                <a16:creationId xmlns:a16="http://schemas.microsoft.com/office/drawing/2014/main" id="{86798E77-AB0F-D3DF-3FE2-B11493711533}"/>
              </a:ext>
            </a:extLst>
          </p:cNvPr>
          <p:cNvSpPr txBox="1"/>
          <p:nvPr/>
        </p:nvSpPr>
        <p:spPr>
          <a:xfrm>
            <a:off x="6999846" y="2285391"/>
            <a:ext cx="562975" cy="307777"/>
          </a:xfrm>
          <a:prstGeom prst="rect">
            <a:avLst/>
          </a:prstGeom>
          <a:noFill/>
        </p:spPr>
        <p:txBody>
          <a:bodyPr wrap="none" rtlCol="0">
            <a:spAutoFit/>
          </a:bodyPr>
          <a:lstStyle/>
          <a:p>
            <a:pPr algn="l"/>
            <a:r>
              <a:rPr lang="en-US" altLang="ja-JP" sz="1400" dirty="0">
                <a:solidFill>
                  <a:schemeClr val="tx1">
                    <a:lumMod val="90000"/>
                    <a:lumOff val="10000"/>
                  </a:schemeClr>
                </a:solidFill>
              </a:rPr>
              <a:t>2</a:t>
            </a:r>
            <a:r>
              <a:rPr kumimoji="1" lang="en-US" altLang="ja-JP" sz="1400" dirty="0">
                <a:solidFill>
                  <a:schemeClr val="tx1">
                    <a:lumMod val="90000"/>
                    <a:lumOff val="10000"/>
                  </a:schemeClr>
                </a:solidFill>
              </a:rPr>
              <a:t>5</a:t>
            </a:r>
            <a:r>
              <a:rPr kumimoji="1" lang="ja-JP" altLang="en-US" sz="1400" dirty="0">
                <a:solidFill>
                  <a:schemeClr val="tx1">
                    <a:lumMod val="90000"/>
                    <a:lumOff val="10000"/>
                  </a:schemeClr>
                </a:solidFill>
              </a:rPr>
              <a:t>％</a:t>
            </a:r>
          </a:p>
        </p:txBody>
      </p:sp>
      <p:sp>
        <p:nvSpPr>
          <p:cNvPr id="113" name="テキスト ボックス 112">
            <a:extLst>
              <a:ext uri="{FF2B5EF4-FFF2-40B4-BE49-F238E27FC236}">
                <a16:creationId xmlns:a16="http://schemas.microsoft.com/office/drawing/2014/main" id="{23D205D2-38C4-7A3C-4A19-E84CE3F30B34}"/>
              </a:ext>
            </a:extLst>
          </p:cNvPr>
          <p:cNvSpPr txBox="1"/>
          <p:nvPr/>
        </p:nvSpPr>
        <p:spPr>
          <a:xfrm>
            <a:off x="7099233" y="2501918"/>
            <a:ext cx="463588" cy="307777"/>
          </a:xfrm>
          <a:prstGeom prst="rect">
            <a:avLst/>
          </a:prstGeom>
          <a:noFill/>
        </p:spPr>
        <p:txBody>
          <a:bodyPr wrap="none" rtlCol="0">
            <a:spAutoFit/>
          </a:bodyPr>
          <a:lstStyle/>
          <a:p>
            <a:pPr algn="l"/>
            <a:r>
              <a:rPr kumimoji="1" lang="en-US" altLang="ja-JP" sz="1400" dirty="0">
                <a:solidFill>
                  <a:schemeClr val="tx1">
                    <a:lumMod val="90000"/>
                    <a:lumOff val="10000"/>
                  </a:schemeClr>
                </a:solidFill>
              </a:rPr>
              <a:t>0</a:t>
            </a:r>
            <a:r>
              <a:rPr kumimoji="1" lang="ja-JP" altLang="en-US" sz="1400" dirty="0">
                <a:solidFill>
                  <a:schemeClr val="tx1">
                    <a:lumMod val="90000"/>
                    <a:lumOff val="10000"/>
                  </a:schemeClr>
                </a:solidFill>
              </a:rPr>
              <a:t>％</a:t>
            </a:r>
          </a:p>
        </p:txBody>
      </p:sp>
      <p:grpSp>
        <p:nvGrpSpPr>
          <p:cNvPr id="114" name="グループ化 113">
            <a:extLst>
              <a:ext uri="{FF2B5EF4-FFF2-40B4-BE49-F238E27FC236}">
                <a16:creationId xmlns:a16="http://schemas.microsoft.com/office/drawing/2014/main" id="{C31DD707-ACFA-9F75-C96C-F42DE539327F}"/>
              </a:ext>
            </a:extLst>
          </p:cNvPr>
          <p:cNvGrpSpPr/>
          <p:nvPr/>
        </p:nvGrpSpPr>
        <p:grpSpPr>
          <a:xfrm>
            <a:off x="7570566" y="3731991"/>
            <a:ext cx="4274815" cy="586234"/>
            <a:chOff x="847730" y="2905164"/>
            <a:chExt cx="4274815" cy="586234"/>
          </a:xfrm>
        </p:grpSpPr>
        <p:grpSp>
          <p:nvGrpSpPr>
            <p:cNvPr id="115" name="グループ化 114">
              <a:extLst>
                <a:ext uri="{FF2B5EF4-FFF2-40B4-BE49-F238E27FC236}">
                  <a16:creationId xmlns:a16="http://schemas.microsoft.com/office/drawing/2014/main" id="{8D6EF10A-A2CF-B30E-7F00-CE788E5A279E}"/>
                </a:ext>
              </a:extLst>
            </p:cNvPr>
            <p:cNvGrpSpPr/>
            <p:nvPr/>
          </p:nvGrpSpPr>
          <p:grpSpPr>
            <a:xfrm>
              <a:off x="850265" y="2905164"/>
              <a:ext cx="4272280" cy="586234"/>
              <a:chOff x="850265" y="1106846"/>
              <a:chExt cx="4272280" cy="586234"/>
            </a:xfrm>
          </p:grpSpPr>
          <p:cxnSp>
            <p:nvCxnSpPr>
              <p:cNvPr id="137" name="直線コネクタ 136">
                <a:extLst>
                  <a:ext uri="{FF2B5EF4-FFF2-40B4-BE49-F238E27FC236}">
                    <a16:creationId xmlns:a16="http://schemas.microsoft.com/office/drawing/2014/main" id="{AA8FDE8F-1CA9-C9F3-4258-DF22136FBA87}"/>
                  </a:ext>
                </a:extLst>
              </p:cNvPr>
              <p:cNvCxnSpPr>
                <a:cxnSpLocks/>
              </p:cNvCxnSpPr>
              <p:nvPr/>
            </p:nvCxnSpPr>
            <p:spPr>
              <a:xfrm>
                <a:off x="850265" y="1106846"/>
                <a:ext cx="0" cy="586234"/>
              </a:xfrm>
              <a:prstGeom prst="line">
                <a:avLst/>
              </a:prstGeom>
              <a:ln w="19050">
                <a:solidFill>
                  <a:schemeClr val="accent4">
                    <a:lumMod val="60000"/>
                    <a:lumOff val="4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8" name="直線コネクタ 137">
                <a:extLst>
                  <a:ext uri="{FF2B5EF4-FFF2-40B4-BE49-F238E27FC236}">
                    <a16:creationId xmlns:a16="http://schemas.microsoft.com/office/drawing/2014/main" id="{D510E0C6-7F9D-F16C-125A-3AAD9C7AD298}"/>
                  </a:ext>
                </a:extLst>
              </p:cNvPr>
              <p:cNvCxnSpPr>
                <a:cxnSpLocks/>
              </p:cNvCxnSpPr>
              <p:nvPr/>
            </p:nvCxnSpPr>
            <p:spPr>
              <a:xfrm>
                <a:off x="1704721" y="1106846"/>
                <a:ext cx="0" cy="586234"/>
              </a:xfrm>
              <a:prstGeom prst="line">
                <a:avLst/>
              </a:prstGeom>
              <a:ln w="19050">
                <a:solidFill>
                  <a:schemeClr val="accent4">
                    <a:lumMod val="60000"/>
                    <a:lumOff val="4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9" name="直線コネクタ 138">
                <a:extLst>
                  <a:ext uri="{FF2B5EF4-FFF2-40B4-BE49-F238E27FC236}">
                    <a16:creationId xmlns:a16="http://schemas.microsoft.com/office/drawing/2014/main" id="{1B04346B-6F09-5E03-52FE-E1203FEFA938}"/>
                  </a:ext>
                </a:extLst>
              </p:cNvPr>
              <p:cNvCxnSpPr>
                <a:cxnSpLocks/>
              </p:cNvCxnSpPr>
              <p:nvPr/>
            </p:nvCxnSpPr>
            <p:spPr>
              <a:xfrm>
                <a:off x="2559177" y="1106846"/>
                <a:ext cx="0" cy="586234"/>
              </a:xfrm>
              <a:prstGeom prst="line">
                <a:avLst/>
              </a:prstGeom>
              <a:ln w="19050">
                <a:solidFill>
                  <a:schemeClr val="accent4">
                    <a:lumMod val="60000"/>
                    <a:lumOff val="4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40" name="直線コネクタ 139">
                <a:extLst>
                  <a:ext uri="{FF2B5EF4-FFF2-40B4-BE49-F238E27FC236}">
                    <a16:creationId xmlns:a16="http://schemas.microsoft.com/office/drawing/2014/main" id="{6B0A2E87-BD25-8D94-DDF2-BFF799AF71AB}"/>
                  </a:ext>
                </a:extLst>
              </p:cNvPr>
              <p:cNvCxnSpPr>
                <a:cxnSpLocks/>
              </p:cNvCxnSpPr>
              <p:nvPr/>
            </p:nvCxnSpPr>
            <p:spPr>
              <a:xfrm>
                <a:off x="3413633" y="1106846"/>
                <a:ext cx="0" cy="586234"/>
              </a:xfrm>
              <a:prstGeom prst="line">
                <a:avLst/>
              </a:prstGeom>
              <a:ln w="19050">
                <a:solidFill>
                  <a:schemeClr val="accent4">
                    <a:lumMod val="60000"/>
                    <a:lumOff val="4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41" name="直線コネクタ 140">
                <a:extLst>
                  <a:ext uri="{FF2B5EF4-FFF2-40B4-BE49-F238E27FC236}">
                    <a16:creationId xmlns:a16="http://schemas.microsoft.com/office/drawing/2014/main" id="{7FF1BC6C-FE94-2B97-1387-99C885A864C2}"/>
                  </a:ext>
                </a:extLst>
              </p:cNvPr>
              <p:cNvCxnSpPr>
                <a:cxnSpLocks/>
              </p:cNvCxnSpPr>
              <p:nvPr/>
            </p:nvCxnSpPr>
            <p:spPr>
              <a:xfrm>
                <a:off x="4268089" y="1106846"/>
                <a:ext cx="0" cy="586234"/>
              </a:xfrm>
              <a:prstGeom prst="line">
                <a:avLst/>
              </a:prstGeom>
              <a:ln w="19050">
                <a:solidFill>
                  <a:schemeClr val="accent4">
                    <a:lumMod val="60000"/>
                    <a:lumOff val="4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42" name="直線コネクタ 141">
                <a:extLst>
                  <a:ext uri="{FF2B5EF4-FFF2-40B4-BE49-F238E27FC236}">
                    <a16:creationId xmlns:a16="http://schemas.microsoft.com/office/drawing/2014/main" id="{F372C562-5A32-7C40-AF8E-8B053D4A4087}"/>
                  </a:ext>
                </a:extLst>
              </p:cNvPr>
              <p:cNvCxnSpPr>
                <a:cxnSpLocks/>
              </p:cNvCxnSpPr>
              <p:nvPr/>
            </p:nvCxnSpPr>
            <p:spPr>
              <a:xfrm>
                <a:off x="5122545" y="1106846"/>
                <a:ext cx="0" cy="586234"/>
              </a:xfrm>
              <a:prstGeom prst="line">
                <a:avLst/>
              </a:prstGeom>
              <a:ln w="19050">
                <a:solidFill>
                  <a:schemeClr val="accent4">
                    <a:lumMod val="60000"/>
                    <a:lumOff val="4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116" name="グループ化 115">
              <a:extLst>
                <a:ext uri="{FF2B5EF4-FFF2-40B4-BE49-F238E27FC236}">
                  <a16:creationId xmlns:a16="http://schemas.microsoft.com/office/drawing/2014/main" id="{3189BB69-EC92-0FEF-CFB1-E29A7EC1F64B}"/>
                </a:ext>
              </a:extLst>
            </p:cNvPr>
            <p:cNvGrpSpPr/>
            <p:nvPr/>
          </p:nvGrpSpPr>
          <p:grpSpPr>
            <a:xfrm>
              <a:off x="847730" y="2969363"/>
              <a:ext cx="4274332" cy="476830"/>
              <a:chOff x="847730" y="2969363"/>
              <a:chExt cx="4274332" cy="476830"/>
            </a:xfrm>
          </p:grpSpPr>
          <p:cxnSp>
            <p:nvCxnSpPr>
              <p:cNvPr id="117" name="直線コネクタ 116">
                <a:extLst>
                  <a:ext uri="{FF2B5EF4-FFF2-40B4-BE49-F238E27FC236}">
                    <a16:creationId xmlns:a16="http://schemas.microsoft.com/office/drawing/2014/main" id="{1ABF8B76-7232-4AFD-7E42-FED99390AB36}"/>
                  </a:ext>
                </a:extLst>
              </p:cNvPr>
              <p:cNvCxnSpPr>
                <a:cxnSpLocks/>
              </p:cNvCxnSpPr>
              <p:nvPr/>
            </p:nvCxnSpPr>
            <p:spPr>
              <a:xfrm rot="5400000">
                <a:off x="618813" y="3198282"/>
                <a:ext cx="457837" cy="0"/>
              </a:xfrm>
              <a:prstGeom prst="line">
                <a:avLst/>
              </a:prstGeom>
              <a:ln w="38100">
                <a:solidFill>
                  <a:schemeClr val="tx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8" name="直線コネクタ 117">
                <a:extLst>
                  <a:ext uri="{FF2B5EF4-FFF2-40B4-BE49-F238E27FC236}">
                    <a16:creationId xmlns:a16="http://schemas.microsoft.com/office/drawing/2014/main" id="{9300ABEB-899E-87A6-3138-3A70E28F6321}"/>
                  </a:ext>
                </a:extLst>
              </p:cNvPr>
              <p:cNvCxnSpPr>
                <a:cxnSpLocks/>
              </p:cNvCxnSpPr>
              <p:nvPr/>
            </p:nvCxnSpPr>
            <p:spPr>
              <a:xfrm rot="5400000">
                <a:off x="1046039" y="3200082"/>
                <a:ext cx="457837" cy="0"/>
              </a:xfrm>
              <a:prstGeom prst="line">
                <a:avLst/>
              </a:prstGeom>
              <a:ln w="38100">
                <a:solidFill>
                  <a:schemeClr val="tx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9" name="直線コネクタ 118">
                <a:extLst>
                  <a:ext uri="{FF2B5EF4-FFF2-40B4-BE49-F238E27FC236}">
                    <a16:creationId xmlns:a16="http://schemas.microsoft.com/office/drawing/2014/main" id="{4D05C2E4-C773-B152-759A-14DE669A4CE4}"/>
                  </a:ext>
                </a:extLst>
              </p:cNvPr>
              <p:cNvCxnSpPr>
                <a:cxnSpLocks/>
              </p:cNvCxnSpPr>
              <p:nvPr/>
            </p:nvCxnSpPr>
            <p:spPr>
              <a:xfrm flipH="1">
                <a:off x="847730" y="2969363"/>
                <a:ext cx="427228" cy="0"/>
              </a:xfrm>
              <a:prstGeom prst="line">
                <a:avLst/>
              </a:prstGeom>
              <a:ln w="38100">
                <a:solidFill>
                  <a:schemeClr val="tx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20" name="直線コネクタ 119">
                <a:extLst>
                  <a:ext uri="{FF2B5EF4-FFF2-40B4-BE49-F238E27FC236}">
                    <a16:creationId xmlns:a16="http://schemas.microsoft.com/office/drawing/2014/main" id="{B37E7EC9-39A0-5821-F002-49803EBD8D5F}"/>
                  </a:ext>
                </a:extLst>
              </p:cNvPr>
              <p:cNvCxnSpPr>
                <a:cxnSpLocks/>
              </p:cNvCxnSpPr>
              <p:nvPr/>
            </p:nvCxnSpPr>
            <p:spPr>
              <a:xfrm flipH="1">
                <a:off x="1274957" y="3427201"/>
                <a:ext cx="427228" cy="0"/>
              </a:xfrm>
              <a:prstGeom prst="line">
                <a:avLst/>
              </a:prstGeom>
              <a:ln w="38100">
                <a:solidFill>
                  <a:schemeClr val="tx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21" name="直線コネクタ 120">
                <a:extLst>
                  <a:ext uri="{FF2B5EF4-FFF2-40B4-BE49-F238E27FC236}">
                    <a16:creationId xmlns:a16="http://schemas.microsoft.com/office/drawing/2014/main" id="{47A7B342-E84C-33C6-9B8A-F5C2EB04CA2A}"/>
                  </a:ext>
                </a:extLst>
              </p:cNvPr>
              <p:cNvCxnSpPr>
                <a:cxnSpLocks/>
              </p:cNvCxnSpPr>
              <p:nvPr/>
            </p:nvCxnSpPr>
            <p:spPr>
              <a:xfrm rot="5400000">
                <a:off x="1478331" y="3201881"/>
                <a:ext cx="457837" cy="0"/>
              </a:xfrm>
              <a:prstGeom prst="line">
                <a:avLst/>
              </a:prstGeom>
              <a:ln w="38100">
                <a:solidFill>
                  <a:schemeClr val="tx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22" name="直線コネクタ 121">
                <a:extLst>
                  <a:ext uri="{FF2B5EF4-FFF2-40B4-BE49-F238E27FC236}">
                    <a16:creationId xmlns:a16="http://schemas.microsoft.com/office/drawing/2014/main" id="{4027CAC5-D25E-9121-4318-E70F94E4D1B3}"/>
                  </a:ext>
                </a:extLst>
              </p:cNvPr>
              <p:cNvCxnSpPr>
                <a:cxnSpLocks/>
              </p:cNvCxnSpPr>
              <p:nvPr/>
            </p:nvCxnSpPr>
            <p:spPr>
              <a:xfrm rot="5400000">
                <a:off x="1905557" y="3203681"/>
                <a:ext cx="457837" cy="0"/>
              </a:xfrm>
              <a:prstGeom prst="line">
                <a:avLst/>
              </a:prstGeom>
              <a:ln w="38100">
                <a:solidFill>
                  <a:schemeClr val="tx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23" name="直線コネクタ 122">
                <a:extLst>
                  <a:ext uri="{FF2B5EF4-FFF2-40B4-BE49-F238E27FC236}">
                    <a16:creationId xmlns:a16="http://schemas.microsoft.com/office/drawing/2014/main" id="{1E2E4C8F-9092-6BAE-F986-592C15F11EDB}"/>
                  </a:ext>
                </a:extLst>
              </p:cNvPr>
              <p:cNvCxnSpPr>
                <a:cxnSpLocks/>
              </p:cNvCxnSpPr>
              <p:nvPr/>
            </p:nvCxnSpPr>
            <p:spPr>
              <a:xfrm flipH="1">
                <a:off x="1707248" y="2972962"/>
                <a:ext cx="427228" cy="0"/>
              </a:xfrm>
              <a:prstGeom prst="line">
                <a:avLst/>
              </a:prstGeom>
              <a:ln w="38100">
                <a:solidFill>
                  <a:schemeClr val="tx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24" name="直線コネクタ 123">
                <a:extLst>
                  <a:ext uri="{FF2B5EF4-FFF2-40B4-BE49-F238E27FC236}">
                    <a16:creationId xmlns:a16="http://schemas.microsoft.com/office/drawing/2014/main" id="{943A47EE-AB55-CF66-6F41-4E1E9FD2176A}"/>
                  </a:ext>
                </a:extLst>
              </p:cNvPr>
              <p:cNvCxnSpPr>
                <a:cxnSpLocks/>
              </p:cNvCxnSpPr>
              <p:nvPr/>
            </p:nvCxnSpPr>
            <p:spPr>
              <a:xfrm flipH="1">
                <a:off x="2134475" y="3430800"/>
                <a:ext cx="427228" cy="0"/>
              </a:xfrm>
              <a:prstGeom prst="line">
                <a:avLst/>
              </a:prstGeom>
              <a:ln w="38100">
                <a:solidFill>
                  <a:schemeClr val="tx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25" name="直線コネクタ 124">
                <a:extLst>
                  <a:ext uri="{FF2B5EF4-FFF2-40B4-BE49-F238E27FC236}">
                    <a16:creationId xmlns:a16="http://schemas.microsoft.com/office/drawing/2014/main" id="{7EAB8854-4BA0-0298-05D7-EF78D7EAD02A}"/>
                  </a:ext>
                </a:extLst>
              </p:cNvPr>
              <p:cNvCxnSpPr>
                <a:cxnSpLocks/>
              </p:cNvCxnSpPr>
              <p:nvPr/>
            </p:nvCxnSpPr>
            <p:spPr>
              <a:xfrm rot="5400000">
                <a:off x="2332783" y="3208846"/>
                <a:ext cx="457837" cy="0"/>
              </a:xfrm>
              <a:prstGeom prst="line">
                <a:avLst/>
              </a:prstGeom>
              <a:ln w="38100">
                <a:solidFill>
                  <a:schemeClr val="tx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26" name="直線コネクタ 125">
                <a:extLst>
                  <a:ext uri="{FF2B5EF4-FFF2-40B4-BE49-F238E27FC236}">
                    <a16:creationId xmlns:a16="http://schemas.microsoft.com/office/drawing/2014/main" id="{5FCA8512-3530-8DFB-41FA-6E20B224BAAB}"/>
                  </a:ext>
                </a:extLst>
              </p:cNvPr>
              <p:cNvCxnSpPr>
                <a:cxnSpLocks/>
              </p:cNvCxnSpPr>
              <p:nvPr/>
            </p:nvCxnSpPr>
            <p:spPr>
              <a:xfrm rot="5400000">
                <a:off x="2760009" y="3210646"/>
                <a:ext cx="457837" cy="0"/>
              </a:xfrm>
              <a:prstGeom prst="line">
                <a:avLst/>
              </a:prstGeom>
              <a:ln w="38100">
                <a:solidFill>
                  <a:schemeClr val="tx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27" name="直線コネクタ 126">
                <a:extLst>
                  <a:ext uri="{FF2B5EF4-FFF2-40B4-BE49-F238E27FC236}">
                    <a16:creationId xmlns:a16="http://schemas.microsoft.com/office/drawing/2014/main" id="{7891D19F-CF6E-8476-052A-025206CAFADD}"/>
                  </a:ext>
                </a:extLst>
              </p:cNvPr>
              <p:cNvCxnSpPr>
                <a:cxnSpLocks/>
              </p:cNvCxnSpPr>
              <p:nvPr/>
            </p:nvCxnSpPr>
            <p:spPr>
              <a:xfrm flipH="1">
                <a:off x="2561700" y="2979927"/>
                <a:ext cx="427228" cy="0"/>
              </a:xfrm>
              <a:prstGeom prst="line">
                <a:avLst/>
              </a:prstGeom>
              <a:ln w="38100">
                <a:solidFill>
                  <a:schemeClr val="tx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28" name="直線コネクタ 127">
                <a:extLst>
                  <a:ext uri="{FF2B5EF4-FFF2-40B4-BE49-F238E27FC236}">
                    <a16:creationId xmlns:a16="http://schemas.microsoft.com/office/drawing/2014/main" id="{C660EBAD-E38D-A26D-E6A2-BF16DF8119E9}"/>
                  </a:ext>
                </a:extLst>
              </p:cNvPr>
              <p:cNvCxnSpPr>
                <a:cxnSpLocks/>
              </p:cNvCxnSpPr>
              <p:nvPr/>
            </p:nvCxnSpPr>
            <p:spPr>
              <a:xfrm flipH="1">
                <a:off x="2988927" y="3437765"/>
                <a:ext cx="427228" cy="0"/>
              </a:xfrm>
              <a:prstGeom prst="line">
                <a:avLst/>
              </a:prstGeom>
              <a:ln w="38100">
                <a:solidFill>
                  <a:schemeClr val="tx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29" name="直線コネクタ 128">
                <a:extLst>
                  <a:ext uri="{FF2B5EF4-FFF2-40B4-BE49-F238E27FC236}">
                    <a16:creationId xmlns:a16="http://schemas.microsoft.com/office/drawing/2014/main" id="{67FDED6F-00B3-54C5-58D3-593F3AD3ECFD}"/>
                  </a:ext>
                </a:extLst>
              </p:cNvPr>
              <p:cNvCxnSpPr>
                <a:cxnSpLocks/>
              </p:cNvCxnSpPr>
              <p:nvPr/>
            </p:nvCxnSpPr>
            <p:spPr>
              <a:xfrm rot="5400000">
                <a:off x="3185198" y="3209951"/>
                <a:ext cx="457837" cy="0"/>
              </a:xfrm>
              <a:prstGeom prst="line">
                <a:avLst/>
              </a:prstGeom>
              <a:ln w="38100">
                <a:solidFill>
                  <a:schemeClr val="tx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0" name="直線コネクタ 129">
                <a:extLst>
                  <a:ext uri="{FF2B5EF4-FFF2-40B4-BE49-F238E27FC236}">
                    <a16:creationId xmlns:a16="http://schemas.microsoft.com/office/drawing/2014/main" id="{6F9F5029-48D5-9A68-8705-E395D846BFC1}"/>
                  </a:ext>
                </a:extLst>
              </p:cNvPr>
              <p:cNvCxnSpPr>
                <a:cxnSpLocks/>
              </p:cNvCxnSpPr>
              <p:nvPr/>
            </p:nvCxnSpPr>
            <p:spPr>
              <a:xfrm rot="5400000">
                <a:off x="3612424" y="3211751"/>
                <a:ext cx="457837" cy="0"/>
              </a:xfrm>
              <a:prstGeom prst="line">
                <a:avLst/>
              </a:prstGeom>
              <a:ln w="38100">
                <a:solidFill>
                  <a:schemeClr val="tx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1" name="直線コネクタ 130">
                <a:extLst>
                  <a:ext uri="{FF2B5EF4-FFF2-40B4-BE49-F238E27FC236}">
                    <a16:creationId xmlns:a16="http://schemas.microsoft.com/office/drawing/2014/main" id="{34347C1B-3034-0320-9DD4-6999968EB87B}"/>
                  </a:ext>
                </a:extLst>
              </p:cNvPr>
              <p:cNvCxnSpPr>
                <a:cxnSpLocks/>
              </p:cNvCxnSpPr>
              <p:nvPr/>
            </p:nvCxnSpPr>
            <p:spPr>
              <a:xfrm flipH="1">
                <a:off x="3414115" y="2981032"/>
                <a:ext cx="427228" cy="0"/>
              </a:xfrm>
              <a:prstGeom prst="line">
                <a:avLst/>
              </a:prstGeom>
              <a:ln w="38100">
                <a:solidFill>
                  <a:schemeClr val="tx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2" name="直線コネクタ 131">
                <a:extLst>
                  <a:ext uri="{FF2B5EF4-FFF2-40B4-BE49-F238E27FC236}">
                    <a16:creationId xmlns:a16="http://schemas.microsoft.com/office/drawing/2014/main" id="{40AEA081-7DB5-AFC3-CD7B-00580BE49BDA}"/>
                  </a:ext>
                </a:extLst>
              </p:cNvPr>
              <p:cNvCxnSpPr>
                <a:cxnSpLocks/>
              </p:cNvCxnSpPr>
              <p:nvPr/>
            </p:nvCxnSpPr>
            <p:spPr>
              <a:xfrm flipH="1">
                <a:off x="3841342" y="3438870"/>
                <a:ext cx="427228" cy="0"/>
              </a:xfrm>
              <a:prstGeom prst="line">
                <a:avLst/>
              </a:prstGeom>
              <a:ln w="38100">
                <a:solidFill>
                  <a:schemeClr val="tx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3" name="直線コネクタ 132">
                <a:extLst>
                  <a:ext uri="{FF2B5EF4-FFF2-40B4-BE49-F238E27FC236}">
                    <a16:creationId xmlns:a16="http://schemas.microsoft.com/office/drawing/2014/main" id="{0437F912-0366-3E5E-51E2-B46C1DC7D4D7}"/>
                  </a:ext>
                </a:extLst>
              </p:cNvPr>
              <p:cNvCxnSpPr>
                <a:cxnSpLocks/>
              </p:cNvCxnSpPr>
              <p:nvPr/>
            </p:nvCxnSpPr>
            <p:spPr>
              <a:xfrm rot="5400000">
                <a:off x="4038690" y="3215475"/>
                <a:ext cx="457837" cy="0"/>
              </a:xfrm>
              <a:prstGeom prst="line">
                <a:avLst/>
              </a:prstGeom>
              <a:ln w="38100">
                <a:solidFill>
                  <a:schemeClr val="tx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4" name="直線コネクタ 133">
                <a:extLst>
                  <a:ext uri="{FF2B5EF4-FFF2-40B4-BE49-F238E27FC236}">
                    <a16:creationId xmlns:a16="http://schemas.microsoft.com/office/drawing/2014/main" id="{8946F57B-A6D2-243F-25CE-386C135B246E}"/>
                  </a:ext>
                </a:extLst>
              </p:cNvPr>
              <p:cNvCxnSpPr>
                <a:cxnSpLocks/>
              </p:cNvCxnSpPr>
              <p:nvPr/>
            </p:nvCxnSpPr>
            <p:spPr>
              <a:xfrm rot="5400000">
                <a:off x="4465916" y="3217275"/>
                <a:ext cx="457837" cy="0"/>
              </a:xfrm>
              <a:prstGeom prst="line">
                <a:avLst/>
              </a:prstGeom>
              <a:ln w="38100">
                <a:solidFill>
                  <a:schemeClr val="tx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5" name="直線コネクタ 134">
                <a:extLst>
                  <a:ext uri="{FF2B5EF4-FFF2-40B4-BE49-F238E27FC236}">
                    <a16:creationId xmlns:a16="http://schemas.microsoft.com/office/drawing/2014/main" id="{BE9646AC-CAF7-1EF7-AEF2-BAC2609CEA4F}"/>
                  </a:ext>
                </a:extLst>
              </p:cNvPr>
              <p:cNvCxnSpPr>
                <a:cxnSpLocks/>
              </p:cNvCxnSpPr>
              <p:nvPr/>
            </p:nvCxnSpPr>
            <p:spPr>
              <a:xfrm flipH="1">
                <a:off x="4267607" y="2986556"/>
                <a:ext cx="427228" cy="0"/>
              </a:xfrm>
              <a:prstGeom prst="line">
                <a:avLst/>
              </a:prstGeom>
              <a:ln w="38100">
                <a:solidFill>
                  <a:schemeClr val="tx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6" name="直線コネクタ 135">
                <a:extLst>
                  <a:ext uri="{FF2B5EF4-FFF2-40B4-BE49-F238E27FC236}">
                    <a16:creationId xmlns:a16="http://schemas.microsoft.com/office/drawing/2014/main" id="{BE01DE83-18E1-71D6-A030-0627683B5E80}"/>
                  </a:ext>
                </a:extLst>
              </p:cNvPr>
              <p:cNvCxnSpPr>
                <a:cxnSpLocks/>
              </p:cNvCxnSpPr>
              <p:nvPr/>
            </p:nvCxnSpPr>
            <p:spPr>
              <a:xfrm flipH="1">
                <a:off x="4694834" y="3444394"/>
                <a:ext cx="427228" cy="0"/>
              </a:xfrm>
              <a:prstGeom prst="line">
                <a:avLst/>
              </a:prstGeom>
              <a:ln w="38100">
                <a:solidFill>
                  <a:schemeClr val="tx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cxnSp>
        <p:nvCxnSpPr>
          <p:cNvPr id="146" name="直線コネクタ 145">
            <a:extLst>
              <a:ext uri="{FF2B5EF4-FFF2-40B4-BE49-F238E27FC236}">
                <a16:creationId xmlns:a16="http://schemas.microsoft.com/office/drawing/2014/main" id="{8989CCEF-AA21-5CAB-F322-8D9808544C05}"/>
              </a:ext>
            </a:extLst>
          </p:cNvPr>
          <p:cNvCxnSpPr>
            <a:cxnSpLocks/>
          </p:cNvCxnSpPr>
          <p:nvPr/>
        </p:nvCxnSpPr>
        <p:spPr>
          <a:xfrm>
            <a:off x="7997793" y="2218605"/>
            <a:ext cx="0" cy="1577585"/>
          </a:xfrm>
          <a:prstGeom prst="line">
            <a:avLst/>
          </a:prstGeom>
          <a:ln w="12700">
            <a:solidFill>
              <a:schemeClr val="accent4">
                <a:lumMod val="60000"/>
                <a:lumOff val="40000"/>
              </a:schemeClr>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48" name="直線コネクタ 147">
            <a:extLst>
              <a:ext uri="{FF2B5EF4-FFF2-40B4-BE49-F238E27FC236}">
                <a16:creationId xmlns:a16="http://schemas.microsoft.com/office/drawing/2014/main" id="{B24667E2-7640-F8AD-542E-EB17CBC3AF08}"/>
              </a:ext>
            </a:extLst>
          </p:cNvPr>
          <p:cNvCxnSpPr>
            <a:cxnSpLocks/>
          </p:cNvCxnSpPr>
          <p:nvPr/>
        </p:nvCxnSpPr>
        <p:spPr>
          <a:xfrm>
            <a:off x="8211405" y="1991205"/>
            <a:ext cx="0" cy="2579349"/>
          </a:xfrm>
          <a:prstGeom prst="line">
            <a:avLst/>
          </a:prstGeom>
          <a:ln w="12700">
            <a:solidFill>
              <a:schemeClr val="accent4">
                <a:lumMod val="60000"/>
                <a:lumOff val="40000"/>
              </a:schemeClr>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50" name="直線コネクタ 149">
            <a:extLst>
              <a:ext uri="{FF2B5EF4-FFF2-40B4-BE49-F238E27FC236}">
                <a16:creationId xmlns:a16="http://schemas.microsoft.com/office/drawing/2014/main" id="{16EB491D-7C02-FF43-3E2D-C50E58CE4078}"/>
              </a:ext>
            </a:extLst>
          </p:cNvPr>
          <p:cNvCxnSpPr>
            <a:cxnSpLocks/>
          </p:cNvCxnSpPr>
          <p:nvPr/>
        </p:nvCxnSpPr>
        <p:spPr>
          <a:xfrm>
            <a:off x="8638634" y="2439279"/>
            <a:ext cx="0" cy="569879"/>
          </a:xfrm>
          <a:prstGeom prst="line">
            <a:avLst/>
          </a:prstGeom>
          <a:ln w="12700">
            <a:solidFill>
              <a:schemeClr val="accent4">
                <a:lumMod val="60000"/>
                <a:lumOff val="40000"/>
              </a:schemeClr>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51" name="直線コネクタ 150">
            <a:extLst>
              <a:ext uri="{FF2B5EF4-FFF2-40B4-BE49-F238E27FC236}">
                <a16:creationId xmlns:a16="http://schemas.microsoft.com/office/drawing/2014/main" id="{465DB964-3C38-A91A-87C2-5C8FF6BFE3EF}"/>
              </a:ext>
            </a:extLst>
          </p:cNvPr>
          <p:cNvCxnSpPr>
            <a:cxnSpLocks/>
          </p:cNvCxnSpPr>
          <p:nvPr/>
        </p:nvCxnSpPr>
        <p:spPr>
          <a:xfrm>
            <a:off x="8852216" y="2218605"/>
            <a:ext cx="0" cy="1577585"/>
          </a:xfrm>
          <a:prstGeom prst="line">
            <a:avLst/>
          </a:prstGeom>
          <a:ln w="12700">
            <a:solidFill>
              <a:schemeClr val="accent4">
                <a:lumMod val="60000"/>
                <a:lumOff val="40000"/>
              </a:schemeClr>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52" name="直線コネクタ 151">
            <a:extLst>
              <a:ext uri="{FF2B5EF4-FFF2-40B4-BE49-F238E27FC236}">
                <a16:creationId xmlns:a16="http://schemas.microsoft.com/office/drawing/2014/main" id="{45670C80-A2D7-5430-F8D7-15DE278B403C}"/>
              </a:ext>
            </a:extLst>
          </p:cNvPr>
          <p:cNvCxnSpPr>
            <a:cxnSpLocks/>
          </p:cNvCxnSpPr>
          <p:nvPr/>
        </p:nvCxnSpPr>
        <p:spPr>
          <a:xfrm>
            <a:off x="9065828" y="1991205"/>
            <a:ext cx="0" cy="2579349"/>
          </a:xfrm>
          <a:prstGeom prst="line">
            <a:avLst/>
          </a:prstGeom>
          <a:ln w="12700">
            <a:solidFill>
              <a:schemeClr val="accent4">
                <a:lumMod val="60000"/>
                <a:lumOff val="40000"/>
              </a:schemeClr>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53" name="直線コネクタ 152">
            <a:extLst>
              <a:ext uri="{FF2B5EF4-FFF2-40B4-BE49-F238E27FC236}">
                <a16:creationId xmlns:a16="http://schemas.microsoft.com/office/drawing/2014/main" id="{49E064AF-43EE-21B0-0727-3A1FDC7F7DFC}"/>
              </a:ext>
            </a:extLst>
          </p:cNvPr>
          <p:cNvCxnSpPr>
            <a:cxnSpLocks/>
          </p:cNvCxnSpPr>
          <p:nvPr/>
        </p:nvCxnSpPr>
        <p:spPr>
          <a:xfrm>
            <a:off x="9498150" y="2431686"/>
            <a:ext cx="0" cy="569879"/>
          </a:xfrm>
          <a:prstGeom prst="line">
            <a:avLst/>
          </a:prstGeom>
          <a:ln w="12700">
            <a:solidFill>
              <a:schemeClr val="accent4">
                <a:lumMod val="60000"/>
                <a:lumOff val="40000"/>
              </a:schemeClr>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54" name="直線コネクタ 153">
            <a:extLst>
              <a:ext uri="{FF2B5EF4-FFF2-40B4-BE49-F238E27FC236}">
                <a16:creationId xmlns:a16="http://schemas.microsoft.com/office/drawing/2014/main" id="{8AEB3927-CE3B-7552-1B46-38277B3E2A8F}"/>
              </a:ext>
            </a:extLst>
          </p:cNvPr>
          <p:cNvCxnSpPr>
            <a:cxnSpLocks/>
          </p:cNvCxnSpPr>
          <p:nvPr/>
        </p:nvCxnSpPr>
        <p:spPr>
          <a:xfrm>
            <a:off x="9711732" y="2211012"/>
            <a:ext cx="0" cy="1577585"/>
          </a:xfrm>
          <a:prstGeom prst="line">
            <a:avLst/>
          </a:prstGeom>
          <a:ln w="12700">
            <a:solidFill>
              <a:schemeClr val="accent4">
                <a:lumMod val="60000"/>
                <a:lumOff val="40000"/>
              </a:schemeClr>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55" name="直線コネクタ 154">
            <a:extLst>
              <a:ext uri="{FF2B5EF4-FFF2-40B4-BE49-F238E27FC236}">
                <a16:creationId xmlns:a16="http://schemas.microsoft.com/office/drawing/2014/main" id="{8A96E0A5-0ABF-899A-6662-06A69F8C1516}"/>
              </a:ext>
            </a:extLst>
          </p:cNvPr>
          <p:cNvCxnSpPr>
            <a:cxnSpLocks/>
          </p:cNvCxnSpPr>
          <p:nvPr/>
        </p:nvCxnSpPr>
        <p:spPr>
          <a:xfrm>
            <a:off x="9925344" y="1983612"/>
            <a:ext cx="0" cy="2579349"/>
          </a:xfrm>
          <a:prstGeom prst="line">
            <a:avLst/>
          </a:prstGeom>
          <a:ln w="12700">
            <a:solidFill>
              <a:schemeClr val="accent4">
                <a:lumMod val="60000"/>
                <a:lumOff val="40000"/>
              </a:schemeClr>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56" name="直線コネクタ 155">
            <a:extLst>
              <a:ext uri="{FF2B5EF4-FFF2-40B4-BE49-F238E27FC236}">
                <a16:creationId xmlns:a16="http://schemas.microsoft.com/office/drawing/2014/main" id="{52B770A6-D93E-20F7-1EDC-3B9AE1523B2B}"/>
              </a:ext>
            </a:extLst>
          </p:cNvPr>
          <p:cNvCxnSpPr>
            <a:cxnSpLocks/>
          </p:cNvCxnSpPr>
          <p:nvPr/>
        </p:nvCxnSpPr>
        <p:spPr>
          <a:xfrm>
            <a:off x="10350565" y="2437518"/>
            <a:ext cx="0" cy="569879"/>
          </a:xfrm>
          <a:prstGeom prst="line">
            <a:avLst/>
          </a:prstGeom>
          <a:ln w="12700">
            <a:solidFill>
              <a:schemeClr val="accent4">
                <a:lumMod val="60000"/>
                <a:lumOff val="40000"/>
              </a:schemeClr>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57" name="直線コネクタ 156">
            <a:extLst>
              <a:ext uri="{FF2B5EF4-FFF2-40B4-BE49-F238E27FC236}">
                <a16:creationId xmlns:a16="http://schemas.microsoft.com/office/drawing/2014/main" id="{77E99F15-1AE2-FF06-8E15-1E44955A73A4}"/>
              </a:ext>
            </a:extLst>
          </p:cNvPr>
          <p:cNvCxnSpPr>
            <a:cxnSpLocks/>
          </p:cNvCxnSpPr>
          <p:nvPr/>
        </p:nvCxnSpPr>
        <p:spPr>
          <a:xfrm>
            <a:off x="10564147" y="2216844"/>
            <a:ext cx="0" cy="1577585"/>
          </a:xfrm>
          <a:prstGeom prst="line">
            <a:avLst/>
          </a:prstGeom>
          <a:ln w="12700">
            <a:solidFill>
              <a:schemeClr val="accent4">
                <a:lumMod val="60000"/>
                <a:lumOff val="40000"/>
              </a:schemeClr>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58" name="直線コネクタ 157">
            <a:extLst>
              <a:ext uri="{FF2B5EF4-FFF2-40B4-BE49-F238E27FC236}">
                <a16:creationId xmlns:a16="http://schemas.microsoft.com/office/drawing/2014/main" id="{DF41CE54-E25B-D45F-2C32-A0280A33DE2B}"/>
              </a:ext>
            </a:extLst>
          </p:cNvPr>
          <p:cNvCxnSpPr>
            <a:cxnSpLocks/>
          </p:cNvCxnSpPr>
          <p:nvPr/>
        </p:nvCxnSpPr>
        <p:spPr>
          <a:xfrm>
            <a:off x="10777759" y="1989444"/>
            <a:ext cx="0" cy="2579349"/>
          </a:xfrm>
          <a:prstGeom prst="line">
            <a:avLst/>
          </a:prstGeom>
          <a:ln w="12700">
            <a:solidFill>
              <a:schemeClr val="accent4">
                <a:lumMod val="60000"/>
                <a:lumOff val="40000"/>
              </a:schemeClr>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59" name="直線コネクタ 158">
            <a:extLst>
              <a:ext uri="{FF2B5EF4-FFF2-40B4-BE49-F238E27FC236}">
                <a16:creationId xmlns:a16="http://schemas.microsoft.com/office/drawing/2014/main" id="{E596306D-5AC5-D57A-FEF6-1417A8E727B2}"/>
              </a:ext>
            </a:extLst>
          </p:cNvPr>
          <p:cNvCxnSpPr>
            <a:cxnSpLocks/>
          </p:cNvCxnSpPr>
          <p:nvPr/>
        </p:nvCxnSpPr>
        <p:spPr>
          <a:xfrm>
            <a:off x="11199481" y="2439279"/>
            <a:ext cx="0" cy="569879"/>
          </a:xfrm>
          <a:prstGeom prst="line">
            <a:avLst/>
          </a:prstGeom>
          <a:ln w="12700">
            <a:solidFill>
              <a:schemeClr val="accent4">
                <a:lumMod val="60000"/>
                <a:lumOff val="40000"/>
              </a:schemeClr>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60" name="直線コネクタ 159">
            <a:extLst>
              <a:ext uri="{FF2B5EF4-FFF2-40B4-BE49-F238E27FC236}">
                <a16:creationId xmlns:a16="http://schemas.microsoft.com/office/drawing/2014/main" id="{BAD58197-1D63-EA14-8DE2-034DB1A26764}"/>
              </a:ext>
            </a:extLst>
          </p:cNvPr>
          <p:cNvCxnSpPr>
            <a:cxnSpLocks/>
          </p:cNvCxnSpPr>
          <p:nvPr/>
        </p:nvCxnSpPr>
        <p:spPr>
          <a:xfrm>
            <a:off x="11413063" y="2218605"/>
            <a:ext cx="0" cy="1577585"/>
          </a:xfrm>
          <a:prstGeom prst="line">
            <a:avLst/>
          </a:prstGeom>
          <a:ln w="12700">
            <a:solidFill>
              <a:schemeClr val="accent4">
                <a:lumMod val="60000"/>
                <a:lumOff val="40000"/>
              </a:schemeClr>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61" name="直線コネクタ 160">
            <a:extLst>
              <a:ext uri="{FF2B5EF4-FFF2-40B4-BE49-F238E27FC236}">
                <a16:creationId xmlns:a16="http://schemas.microsoft.com/office/drawing/2014/main" id="{37C60B48-391B-F4EB-DBEB-F7BEE3637FE7}"/>
              </a:ext>
            </a:extLst>
          </p:cNvPr>
          <p:cNvCxnSpPr>
            <a:cxnSpLocks/>
          </p:cNvCxnSpPr>
          <p:nvPr/>
        </p:nvCxnSpPr>
        <p:spPr>
          <a:xfrm>
            <a:off x="11626675" y="1991205"/>
            <a:ext cx="0" cy="2579349"/>
          </a:xfrm>
          <a:prstGeom prst="line">
            <a:avLst/>
          </a:prstGeom>
          <a:ln w="12700">
            <a:solidFill>
              <a:schemeClr val="accent4">
                <a:lumMod val="60000"/>
                <a:lumOff val="40000"/>
              </a:schemeClr>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62" name="テキスト ボックス 161">
            <a:extLst>
              <a:ext uri="{FF2B5EF4-FFF2-40B4-BE49-F238E27FC236}">
                <a16:creationId xmlns:a16="http://schemas.microsoft.com/office/drawing/2014/main" id="{2D39AECE-ECB6-E26F-C761-1F39486E9F94}"/>
              </a:ext>
            </a:extLst>
          </p:cNvPr>
          <p:cNvSpPr txBox="1"/>
          <p:nvPr/>
        </p:nvSpPr>
        <p:spPr>
          <a:xfrm>
            <a:off x="6735816" y="3067766"/>
            <a:ext cx="671979" cy="369332"/>
          </a:xfrm>
          <a:prstGeom prst="rect">
            <a:avLst/>
          </a:prstGeom>
          <a:noFill/>
        </p:spPr>
        <p:txBody>
          <a:bodyPr wrap="none" rtlCol="0">
            <a:spAutoFit/>
          </a:bodyPr>
          <a:lstStyle/>
          <a:p>
            <a:pPr algn="l"/>
            <a:r>
              <a:rPr lang="en-US" altLang="ja-JP" dirty="0">
                <a:solidFill>
                  <a:schemeClr val="tx1">
                    <a:lumMod val="90000"/>
                    <a:lumOff val="10000"/>
                  </a:schemeClr>
                </a:solidFill>
              </a:rPr>
              <a:t>25</a:t>
            </a:r>
            <a:r>
              <a:rPr kumimoji="1" lang="ja-JP" altLang="en-US" dirty="0">
                <a:solidFill>
                  <a:schemeClr val="tx1">
                    <a:lumMod val="90000"/>
                    <a:lumOff val="10000"/>
                  </a:schemeClr>
                </a:solidFill>
              </a:rPr>
              <a:t>％</a:t>
            </a:r>
          </a:p>
        </p:txBody>
      </p:sp>
      <p:sp>
        <p:nvSpPr>
          <p:cNvPr id="163" name="テキスト ボックス 162">
            <a:extLst>
              <a:ext uri="{FF2B5EF4-FFF2-40B4-BE49-F238E27FC236}">
                <a16:creationId xmlns:a16="http://schemas.microsoft.com/office/drawing/2014/main" id="{244F29AE-0F41-8BEB-E70F-EBF878D64115}"/>
              </a:ext>
            </a:extLst>
          </p:cNvPr>
          <p:cNvSpPr txBox="1"/>
          <p:nvPr/>
        </p:nvSpPr>
        <p:spPr>
          <a:xfrm>
            <a:off x="6735816" y="3852807"/>
            <a:ext cx="671979" cy="369332"/>
          </a:xfrm>
          <a:prstGeom prst="rect">
            <a:avLst/>
          </a:prstGeom>
          <a:noFill/>
        </p:spPr>
        <p:txBody>
          <a:bodyPr wrap="none" rtlCol="0">
            <a:spAutoFit/>
          </a:bodyPr>
          <a:lstStyle/>
          <a:p>
            <a:pPr algn="l"/>
            <a:r>
              <a:rPr kumimoji="1" lang="en-US" altLang="ja-JP" dirty="0">
                <a:solidFill>
                  <a:schemeClr val="tx1">
                    <a:lumMod val="90000"/>
                    <a:lumOff val="10000"/>
                  </a:schemeClr>
                </a:solidFill>
              </a:rPr>
              <a:t>50</a:t>
            </a:r>
            <a:r>
              <a:rPr kumimoji="1" lang="ja-JP" altLang="en-US" dirty="0">
                <a:solidFill>
                  <a:schemeClr val="tx1">
                    <a:lumMod val="90000"/>
                    <a:lumOff val="10000"/>
                  </a:schemeClr>
                </a:solidFill>
              </a:rPr>
              <a:t>％</a:t>
            </a:r>
          </a:p>
        </p:txBody>
      </p:sp>
      <p:sp>
        <p:nvSpPr>
          <p:cNvPr id="164" name="テキスト ボックス 163">
            <a:extLst>
              <a:ext uri="{FF2B5EF4-FFF2-40B4-BE49-F238E27FC236}">
                <a16:creationId xmlns:a16="http://schemas.microsoft.com/office/drawing/2014/main" id="{92B63C5A-AA0A-8655-48E2-D62D58D2DA52}"/>
              </a:ext>
            </a:extLst>
          </p:cNvPr>
          <p:cNvSpPr txBox="1"/>
          <p:nvPr/>
        </p:nvSpPr>
        <p:spPr>
          <a:xfrm>
            <a:off x="6735816" y="4622711"/>
            <a:ext cx="671979" cy="369332"/>
          </a:xfrm>
          <a:prstGeom prst="rect">
            <a:avLst/>
          </a:prstGeom>
          <a:noFill/>
        </p:spPr>
        <p:txBody>
          <a:bodyPr wrap="none" rtlCol="0">
            <a:spAutoFit/>
          </a:bodyPr>
          <a:lstStyle/>
          <a:p>
            <a:pPr algn="l"/>
            <a:r>
              <a:rPr lang="en-US" altLang="ja-JP" dirty="0">
                <a:solidFill>
                  <a:schemeClr val="tx1">
                    <a:lumMod val="90000"/>
                    <a:lumOff val="10000"/>
                  </a:schemeClr>
                </a:solidFill>
              </a:rPr>
              <a:t>75</a:t>
            </a:r>
            <a:r>
              <a:rPr kumimoji="1" lang="ja-JP" altLang="en-US" dirty="0">
                <a:solidFill>
                  <a:schemeClr val="tx1">
                    <a:lumMod val="90000"/>
                    <a:lumOff val="10000"/>
                  </a:schemeClr>
                </a:solidFill>
              </a:rPr>
              <a:t>％</a:t>
            </a:r>
          </a:p>
        </p:txBody>
      </p:sp>
      <p:sp>
        <p:nvSpPr>
          <p:cNvPr id="165" name="テキスト ボックス 164">
            <a:extLst>
              <a:ext uri="{FF2B5EF4-FFF2-40B4-BE49-F238E27FC236}">
                <a16:creationId xmlns:a16="http://schemas.microsoft.com/office/drawing/2014/main" id="{3AAEFE73-09B6-29F4-A3DB-B8913AF600D3}"/>
              </a:ext>
            </a:extLst>
          </p:cNvPr>
          <p:cNvSpPr txBox="1"/>
          <p:nvPr/>
        </p:nvSpPr>
        <p:spPr>
          <a:xfrm>
            <a:off x="11918449" y="5358594"/>
            <a:ext cx="242374" cy="338554"/>
          </a:xfrm>
          <a:prstGeom prst="rect">
            <a:avLst/>
          </a:prstGeom>
          <a:noFill/>
        </p:spPr>
        <p:txBody>
          <a:bodyPr wrap="none" rtlCol="0">
            <a:spAutoFit/>
          </a:bodyPr>
          <a:lstStyle/>
          <a:p>
            <a:pPr algn="l"/>
            <a:r>
              <a:rPr lang="en-US" altLang="ja-JP" sz="1600" dirty="0">
                <a:solidFill>
                  <a:schemeClr val="tx1">
                    <a:lumMod val="90000"/>
                    <a:lumOff val="10000"/>
                  </a:schemeClr>
                </a:solidFill>
              </a:rPr>
              <a:t>t</a:t>
            </a:r>
            <a:endParaRPr kumimoji="1" lang="ja-JP" altLang="en-US" sz="1600" dirty="0">
              <a:solidFill>
                <a:schemeClr val="tx1">
                  <a:lumMod val="90000"/>
                  <a:lumOff val="10000"/>
                </a:schemeClr>
              </a:solidFill>
            </a:endParaRPr>
          </a:p>
        </p:txBody>
      </p:sp>
      <p:sp>
        <p:nvSpPr>
          <p:cNvPr id="166" name="テキスト ボックス 165">
            <a:extLst>
              <a:ext uri="{FF2B5EF4-FFF2-40B4-BE49-F238E27FC236}">
                <a16:creationId xmlns:a16="http://schemas.microsoft.com/office/drawing/2014/main" id="{C79E529B-09A7-8B90-440F-EAF8DB25E652}"/>
              </a:ext>
            </a:extLst>
          </p:cNvPr>
          <p:cNvSpPr txBox="1"/>
          <p:nvPr/>
        </p:nvSpPr>
        <p:spPr>
          <a:xfrm>
            <a:off x="585325" y="3837169"/>
            <a:ext cx="5426486" cy="2831544"/>
          </a:xfrm>
          <a:prstGeom prst="rect">
            <a:avLst/>
          </a:prstGeom>
          <a:noFill/>
        </p:spPr>
        <p:txBody>
          <a:bodyPr wrap="none" rtlCol="0">
            <a:spAutoFit/>
          </a:bodyPr>
          <a:lstStyle/>
          <a:p>
            <a:pPr marL="342900" indent="-342900" algn="l">
              <a:spcAft>
                <a:spcPts val="600"/>
              </a:spcAft>
              <a:buFont typeface="Arial" panose="020B0604020202020204" pitchFamily="34" charset="0"/>
              <a:buChar char="•"/>
            </a:pPr>
            <a:r>
              <a:rPr kumimoji="1" lang="en-US" altLang="ja-JP" sz="2400" dirty="0">
                <a:solidFill>
                  <a:schemeClr val="tx1">
                    <a:lumMod val="90000"/>
                    <a:lumOff val="10000"/>
                  </a:schemeClr>
                </a:solidFill>
              </a:rPr>
              <a:t>PWM</a:t>
            </a:r>
            <a:r>
              <a:rPr kumimoji="1" lang="ja-JP" altLang="en-US" sz="2400" dirty="0">
                <a:solidFill>
                  <a:schemeClr val="tx1">
                    <a:lumMod val="90000"/>
                    <a:lumOff val="10000"/>
                  </a:schemeClr>
                </a:solidFill>
              </a:rPr>
              <a:t>を作るにはカウンタと比較器を</a:t>
            </a:r>
            <a:br>
              <a:rPr kumimoji="1" lang="en-US" altLang="ja-JP" sz="2400" dirty="0">
                <a:solidFill>
                  <a:schemeClr val="tx1">
                    <a:lumMod val="90000"/>
                    <a:lumOff val="10000"/>
                  </a:schemeClr>
                </a:solidFill>
              </a:rPr>
            </a:br>
            <a:r>
              <a:rPr kumimoji="1" lang="ja-JP" altLang="en-US" sz="2400" dirty="0">
                <a:solidFill>
                  <a:schemeClr val="tx1">
                    <a:lumMod val="90000"/>
                    <a:lumOff val="10000"/>
                  </a:schemeClr>
                </a:solidFill>
              </a:rPr>
              <a:t>組み合わせる。</a:t>
            </a:r>
            <a:endParaRPr kumimoji="1" lang="en-US" altLang="ja-JP" sz="2400" dirty="0">
              <a:solidFill>
                <a:schemeClr val="tx1">
                  <a:lumMod val="90000"/>
                  <a:lumOff val="10000"/>
                </a:schemeClr>
              </a:solidFill>
            </a:endParaRPr>
          </a:p>
          <a:p>
            <a:pPr marL="342900" indent="-342900" algn="l">
              <a:spcAft>
                <a:spcPts val="600"/>
              </a:spcAft>
              <a:buFont typeface="Arial" panose="020B0604020202020204" pitchFamily="34" charset="0"/>
              <a:buChar char="•"/>
            </a:pPr>
            <a:r>
              <a:rPr lang="ja-JP" altLang="en-US" sz="2400" dirty="0">
                <a:solidFill>
                  <a:schemeClr val="tx1">
                    <a:lumMod val="90000"/>
                    <a:lumOff val="10000"/>
                  </a:schemeClr>
                </a:solidFill>
              </a:rPr>
              <a:t>カウンタはカウントアップしていて、</a:t>
            </a:r>
            <a:br>
              <a:rPr lang="en-US" altLang="ja-JP" sz="2400" dirty="0">
                <a:solidFill>
                  <a:schemeClr val="tx1">
                    <a:lumMod val="90000"/>
                    <a:lumOff val="10000"/>
                  </a:schemeClr>
                </a:solidFill>
              </a:rPr>
            </a:br>
            <a:r>
              <a:rPr lang="ja-JP" altLang="en-US" sz="2400" dirty="0">
                <a:solidFill>
                  <a:schemeClr val="tx1">
                    <a:lumMod val="90000"/>
                    <a:lumOff val="10000"/>
                  </a:schemeClr>
                </a:solidFill>
              </a:rPr>
              <a:t>最大値に到達したら初期値に戻る。</a:t>
            </a:r>
            <a:endParaRPr lang="en-US" altLang="ja-JP" sz="2400" dirty="0">
              <a:solidFill>
                <a:schemeClr val="tx1">
                  <a:lumMod val="90000"/>
                  <a:lumOff val="10000"/>
                </a:schemeClr>
              </a:solidFill>
            </a:endParaRPr>
          </a:p>
          <a:p>
            <a:pPr marL="342900" indent="-342900" algn="l">
              <a:spcAft>
                <a:spcPts val="600"/>
              </a:spcAft>
              <a:buFont typeface="Arial" panose="020B0604020202020204" pitchFamily="34" charset="0"/>
              <a:buChar char="•"/>
            </a:pPr>
            <a:r>
              <a:rPr kumimoji="1" lang="ja-JP" altLang="en-US" sz="2400" dirty="0">
                <a:solidFill>
                  <a:schemeClr val="tx1">
                    <a:lumMod val="90000"/>
                    <a:lumOff val="10000"/>
                  </a:schemeClr>
                </a:solidFill>
              </a:rPr>
              <a:t>カウンタの値と目標値を比較して、</a:t>
            </a:r>
            <a:br>
              <a:rPr kumimoji="1" lang="en-US" altLang="ja-JP" sz="2400" dirty="0">
                <a:solidFill>
                  <a:schemeClr val="tx1">
                    <a:lumMod val="90000"/>
                    <a:lumOff val="10000"/>
                  </a:schemeClr>
                </a:solidFill>
              </a:rPr>
            </a:br>
            <a:r>
              <a:rPr kumimoji="1" lang="ja-JP" altLang="en-US" sz="2400" dirty="0">
                <a:solidFill>
                  <a:schemeClr val="tx1">
                    <a:lumMod val="90000"/>
                    <a:lumOff val="10000"/>
                  </a:schemeClr>
                </a:solidFill>
              </a:rPr>
              <a:t>超えていたら出力を</a:t>
            </a:r>
            <a:r>
              <a:rPr kumimoji="1" lang="en-US" altLang="ja-JP" sz="2400" dirty="0">
                <a:solidFill>
                  <a:schemeClr val="tx1">
                    <a:lumMod val="90000"/>
                    <a:lumOff val="10000"/>
                  </a:schemeClr>
                </a:solidFill>
              </a:rPr>
              <a:t>L</a:t>
            </a:r>
            <a:r>
              <a:rPr kumimoji="1" lang="ja-JP" altLang="en-US" sz="2400" dirty="0">
                <a:solidFill>
                  <a:schemeClr val="tx1">
                    <a:lumMod val="90000"/>
                    <a:lumOff val="10000"/>
                  </a:schemeClr>
                </a:solidFill>
              </a:rPr>
              <a:t>に、</a:t>
            </a:r>
            <a:br>
              <a:rPr kumimoji="1" lang="en-US" altLang="ja-JP" sz="2400" dirty="0">
                <a:solidFill>
                  <a:schemeClr val="tx1">
                    <a:lumMod val="90000"/>
                    <a:lumOff val="10000"/>
                  </a:schemeClr>
                </a:solidFill>
              </a:rPr>
            </a:br>
            <a:r>
              <a:rPr kumimoji="1" lang="ja-JP" altLang="en-US" sz="2400" dirty="0">
                <a:solidFill>
                  <a:schemeClr val="tx1">
                    <a:lumMod val="90000"/>
                    <a:lumOff val="10000"/>
                  </a:schemeClr>
                </a:solidFill>
              </a:rPr>
              <a:t>超えていなければ出力を</a:t>
            </a:r>
            <a:r>
              <a:rPr kumimoji="1" lang="en-US" altLang="ja-JP" sz="2400" dirty="0">
                <a:solidFill>
                  <a:schemeClr val="tx1">
                    <a:lumMod val="90000"/>
                    <a:lumOff val="10000"/>
                  </a:schemeClr>
                </a:solidFill>
              </a:rPr>
              <a:t>H</a:t>
            </a:r>
            <a:r>
              <a:rPr kumimoji="1" lang="ja-JP" altLang="en-US" sz="2400" dirty="0">
                <a:solidFill>
                  <a:schemeClr val="tx1">
                    <a:lumMod val="90000"/>
                    <a:lumOff val="10000"/>
                  </a:schemeClr>
                </a:solidFill>
              </a:rPr>
              <a:t>にする。</a:t>
            </a:r>
          </a:p>
        </p:txBody>
      </p:sp>
      <p:sp>
        <p:nvSpPr>
          <p:cNvPr id="167" name="正方形/長方形 166">
            <a:extLst>
              <a:ext uri="{FF2B5EF4-FFF2-40B4-BE49-F238E27FC236}">
                <a16:creationId xmlns:a16="http://schemas.microsoft.com/office/drawing/2014/main" id="{20F916DB-D56C-C565-CF8B-B3E13F242090}"/>
              </a:ext>
            </a:extLst>
          </p:cNvPr>
          <p:cNvSpPr/>
          <p:nvPr/>
        </p:nvSpPr>
        <p:spPr>
          <a:xfrm>
            <a:off x="3651260" y="1643104"/>
            <a:ext cx="1621278" cy="1211597"/>
          </a:xfrm>
          <a:prstGeom prst="rect">
            <a:avLst/>
          </a:prstGeom>
          <a:noFill/>
          <a:ln w="28575">
            <a:solidFill>
              <a:schemeClr val="tx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ysClr val="windowText" lastClr="000000"/>
                </a:solidFill>
              </a:rPr>
              <a:t>Comparator</a:t>
            </a:r>
          </a:p>
          <a:p>
            <a:pPr algn="ctr"/>
            <a:endParaRPr lang="en-US" altLang="ja-JP" dirty="0">
              <a:solidFill>
                <a:sysClr val="windowText" lastClr="000000"/>
              </a:solidFill>
            </a:endParaRPr>
          </a:p>
          <a:p>
            <a:pPr algn="ctr"/>
            <a:endParaRPr kumimoji="1" lang="ja-JP" altLang="en-US" dirty="0">
              <a:solidFill>
                <a:sysClr val="windowText" lastClr="000000"/>
              </a:solidFill>
            </a:endParaRPr>
          </a:p>
        </p:txBody>
      </p:sp>
      <p:sp>
        <p:nvSpPr>
          <p:cNvPr id="168" name="正方形/長方形 167">
            <a:extLst>
              <a:ext uri="{FF2B5EF4-FFF2-40B4-BE49-F238E27FC236}">
                <a16:creationId xmlns:a16="http://schemas.microsoft.com/office/drawing/2014/main" id="{8C8CEE56-6E6C-71D2-20ED-A7082833A5ED}"/>
              </a:ext>
            </a:extLst>
          </p:cNvPr>
          <p:cNvSpPr/>
          <p:nvPr/>
        </p:nvSpPr>
        <p:spPr>
          <a:xfrm>
            <a:off x="1650753" y="1617757"/>
            <a:ext cx="1450843" cy="521460"/>
          </a:xfrm>
          <a:prstGeom prst="rect">
            <a:avLst/>
          </a:prstGeom>
          <a:noFill/>
          <a:ln w="28575">
            <a:solidFill>
              <a:schemeClr val="tx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ysClr val="windowText" lastClr="000000"/>
                </a:solidFill>
              </a:rPr>
              <a:t>Counter</a:t>
            </a:r>
            <a:endParaRPr kumimoji="1" lang="ja-JP" altLang="en-US" dirty="0">
              <a:solidFill>
                <a:sysClr val="windowText" lastClr="000000"/>
              </a:solidFill>
            </a:endParaRPr>
          </a:p>
        </p:txBody>
      </p:sp>
      <p:sp>
        <p:nvSpPr>
          <p:cNvPr id="169" name="楕円 168">
            <a:extLst>
              <a:ext uri="{FF2B5EF4-FFF2-40B4-BE49-F238E27FC236}">
                <a16:creationId xmlns:a16="http://schemas.microsoft.com/office/drawing/2014/main" id="{AA6A953A-B432-4DAA-BABA-9E03D3E27488}"/>
              </a:ext>
            </a:extLst>
          </p:cNvPr>
          <p:cNvSpPr/>
          <p:nvPr/>
        </p:nvSpPr>
        <p:spPr>
          <a:xfrm flipV="1">
            <a:off x="3640980" y="1804313"/>
            <a:ext cx="148348" cy="148348"/>
          </a:xfrm>
          <a:prstGeom prst="ellipse">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71" name="直線矢印コネクタ 170">
            <a:extLst>
              <a:ext uri="{FF2B5EF4-FFF2-40B4-BE49-F238E27FC236}">
                <a16:creationId xmlns:a16="http://schemas.microsoft.com/office/drawing/2014/main" id="{D4DF4A4D-6A8E-7695-8711-602A0FFDD668}"/>
              </a:ext>
            </a:extLst>
          </p:cNvPr>
          <p:cNvCxnSpPr>
            <a:cxnSpLocks/>
            <a:stCxn id="168" idx="3"/>
            <a:endCxn id="169" idx="2"/>
          </p:cNvCxnSpPr>
          <p:nvPr/>
        </p:nvCxnSpPr>
        <p:spPr>
          <a:xfrm>
            <a:off x="3101596" y="1878487"/>
            <a:ext cx="539384" cy="0"/>
          </a:xfrm>
          <a:prstGeom prst="straightConnector1">
            <a:avLst/>
          </a:prstGeom>
          <a:ln w="28575">
            <a:solidFill>
              <a:schemeClr val="tx1">
                <a:lumMod val="50000"/>
              </a:schemeClr>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73" name="直線コネクタ 172">
            <a:extLst>
              <a:ext uri="{FF2B5EF4-FFF2-40B4-BE49-F238E27FC236}">
                <a16:creationId xmlns:a16="http://schemas.microsoft.com/office/drawing/2014/main" id="{76B0696B-89E0-F6F6-49ED-03BD732D0712}"/>
              </a:ext>
            </a:extLst>
          </p:cNvPr>
          <p:cNvCxnSpPr>
            <a:cxnSpLocks/>
          </p:cNvCxnSpPr>
          <p:nvPr/>
        </p:nvCxnSpPr>
        <p:spPr>
          <a:xfrm>
            <a:off x="3280942" y="1804313"/>
            <a:ext cx="116205" cy="148348"/>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sp>
        <p:nvSpPr>
          <p:cNvPr id="176" name="楕円 175">
            <a:extLst>
              <a:ext uri="{FF2B5EF4-FFF2-40B4-BE49-F238E27FC236}">
                <a16:creationId xmlns:a16="http://schemas.microsoft.com/office/drawing/2014/main" id="{0F4667AA-CD8B-8C92-6F64-59B133DF8B7B}"/>
              </a:ext>
            </a:extLst>
          </p:cNvPr>
          <p:cNvSpPr/>
          <p:nvPr/>
        </p:nvSpPr>
        <p:spPr>
          <a:xfrm flipV="1">
            <a:off x="3640980" y="2522215"/>
            <a:ext cx="148348" cy="148348"/>
          </a:xfrm>
          <a:prstGeom prst="ellipse">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7" name="テキスト ボックス 176">
            <a:extLst>
              <a:ext uri="{FF2B5EF4-FFF2-40B4-BE49-F238E27FC236}">
                <a16:creationId xmlns:a16="http://schemas.microsoft.com/office/drawing/2014/main" id="{0E15DB79-75C4-B880-B1EF-176A3304D989}"/>
              </a:ext>
            </a:extLst>
          </p:cNvPr>
          <p:cNvSpPr txBox="1"/>
          <p:nvPr/>
        </p:nvSpPr>
        <p:spPr>
          <a:xfrm>
            <a:off x="102122" y="2411723"/>
            <a:ext cx="1133644" cy="369332"/>
          </a:xfrm>
          <a:prstGeom prst="rect">
            <a:avLst/>
          </a:prstGeom>
          <a:noFill/>
        </p:spPr>
        <p:txBody>
          <a:bodyPr wrap="square" rtlCol="0">
            <a:spAutoFit/>
          </a:bodyPr>
          <a:lstStyle/>
          <a:p>
            <a:pPr algn="r"/>
            <a:r>
              <a:rPr kumimoji="1" lang="en-US" altLang="ja-JP" dirty="0">
                <a:solidFill>
                  <a:sysClr val="windowText" lastClr="000000"/>
                </a:solidFill>
              </a:rPr>
              <a:t>width</a:t>
            </a:r>
            <a:endParaRPr kumimoji="1" lang="ja-JP" altLang="en-US" dirty="0">
              <a:solidFill>
                <a:sysClr val="windowText" lastClr="000000"/>
              </a:solidFill>
            </a:endParaRPr>
          </a:p>
        </p:txBody>
      </p:sp>
      <p:cxnSp>
        <p:nvCxnSpPr>
          <p:cNvPr id="179" name="直線矢印コネクタ 178">
            <a:extLst>
              <a:ext uri="{FF2B5EF4-FFF2-40B4-BE49-F238E27FC236}">
                <a16:creationId xmlns:a16="http://schemas.microsoft.com/office/drawing/2014/main" id="{8A5F9DFB-E070-8A24-0230-1B22463EB201}"/>
              </a:ext>
            </a:extLst>
          </p:cNvPr>
          <p:cNvCxnSpPr>
            <a:cxnSpLocks/>
            <a:stCxn id="177" idx="3"/>
            <a:endCxn id="176" idx="2"/>
          </p:cNvCxnSpPr>
          <p:nvPr/>
        </p:nvCxnSpPr>
        <p:spPr>
          <a:xfrm>
            <a:off x="1235766" y="2596389"/>
            <a:ext cx="2405214" cy="0"/>
          </a:xfrm>
          <a:prstGeom prst="straightConnector1">
            <a:avLst/>
          </a:prstGeom>
          <a:ln w="28575">
            <a:solidFill>
              <a:schemeClr val="tx1">
                <a:lumMod val="50000"/>
              </a:schemeClr>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81" name="テキスト ボックス 180">
            <a:extLst>
              <a:ext uri="{FF2B5EF4-FFF2-40B4-BE49-F238E27FC236}">
                <a16:creationId xmlns:a16="http://schemas.microsoft.com/office/drawing/2014/main" id="{92349C26-A2F3-8744-B68D-0F88CA5A6987}"/>
              </a:ext>
            </a:extLst>
          </p:cNvPr>
          <p:cNvSpPr txBox="1"/>
          <p:nvPr/>
        </p:nvSpPr>
        <p:spPr>
          <a:xfrm>
            <a:off x="600361" y="1693821"/>
            <a:ext cx="633507" cy="369332"/>
          </a:xfrm>
          <a:prstGeom prst="rect">
            <a:avLst/>
          </a:prstGeom>
          <a:noFill/>
        </p:spPr>
        <p:txBody>
          <a:bodyPr wrap="square" rtlCol="0">
            <a:spAutoFit/>
          </a:bodyPr>
          <a:lstStyle/>
          <a:p>
            <a:pPr algn="r"/>
            <a:r>
              <a:rPr lang="en-US" altLang="ja-JP" dirty="0" err="1">
                <a:solidFill>
                  <a:sysClr val="windowText" lastClr="000000"/>
                </a:solidFill>
              </a:rPr>
              <a:t>clk</a:t>
            </a:r>
            <a:endParaRPr kumimoji="1" lang="ja-JP" altLang="en-US" dirty="0">
              <a:solidFill>
                <a:sysClr val="windowText" lastClr="000000"/>
              </a:solidFill>
            </a:endParaRPr>
          </a:p>
        </p:txBody>
      </p:sp>
      <p:cxnSp>
        <p:nvCxnSpPr>
          <p:cNvPr id="182" name="直線矢印コネクタ 181">
            <a:extLst>
              <a:ext uri="{FF2B5EF4-FFF2-40B4-BE49-F238E27FC236}">
                <a16:creationId xmlns:a16="http://schemas.microsoft.com/office/drawing/2014/main" id="{CB4B48DD-BB37-2426-2D37-4A60FFDB1F61}"/>
              </a:ext>
            </a:extLst>
          </p:cNvPr>
          <p:cNvCxnSpPr>
            <a:cxnSpLocks/>
            <a:stCxn id="181" idx="3"/>
            <a:endCxn id="168" idx="1"/>
          </p:cNvCxnSpPr>
          <p:nvPr/>
        </p:nvCxnSpPr>
        <p:spPr>
          <a:xfrm>
            <a:off x="1233868" y="1878487"/>
            <a:ext cx="416885" cy="0"/>
          </a:xfrm>
          <a:prstGeom prst="straightConnector1">
            <a:avLst/>
          </a:prstGeom>
          <a:ln w="28575">
            <a:solidFill>
              <a:schemeClr val="tx1">
                <a:lumMod val="50000"/>
              </a:schemeClr>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85" name="直線コネクタ 184">
            <a:extLst>
              <a:ext uri="{FF2B5EF4-FFF2-40B4-BE49-F238E27FC236}">
                <a16:creationId xmlns:a16="http://schemas.microsoft.com/office/drawing/2014/main" id="{6E91F614-B601-9CCF-9EC2-28EFBA4181A9}"/>
              </a:ext>
            </a:extLst>
          </p:cNvPr>
          <p:cNvCxnSpPr>
            <a:cxnSpLocks/>
          </p:cNvCxnSpPr>
          <p:nvPr/>
        </p:nvCxnSpPr>
        <p:spPr>
          <a:xfrm>
            <a:off x="3263477" y="2522215"/>
            <a:ext cx="116205" cy="148348"/>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89" name="コネクタ: カギ線 188">
            <a:extLst>
              <a:ext uri="{FF2B5EF4-FFF2-40B4-BE49-F238E27FC236}">
                <a16:creationId xmlns:a16="http://schemas.microsoft.com/office/drawing/2014/main" id="{062A80AA-DD35-E710-FC6E-9A3372703B14}"/>
              </a:ext>
            </a:extLst>
          </p:cNvPr>
          <p:cNvCxnSpPr>
            <a:cxnSpLocks/>
          </p:cNvCxnSpPr>
          <p:nvPr/>
        </p:nvCxnSpPr>
        <p:spPr>
          <a:xfrm>
            <a:off x="4121521" y="2268616"/>
            <a:ext cx="690880" cy="421640"/>
          </a:xfrm>
          <a:prstGeom prst="bentConnector3">
            <a:avLst/>
          </a:prstGeom>
          <a:ln w="38100">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90" name="直線矢印コネクタ 189">
            <a:extLst>
              <a:ext uri="{FF2B5EF4-FFF2-40B4-BE49-F238E27FC236}">
                <a16:creationId xmlns:a16="http://schemas.microsoft.com/office/drawing/2014/main" id="{93028B8A-56FC-4D16-8D34-88522742F6A9}"/>
              </a:ext>
            </a:extLst>
          </p:cNvPr>
          <p:cNvCxnSpPr>
            <a:cxnSpLocks/>
            <a:stCxn id="167" idx="3"/>
            <a:endCxn id="35" idx="1"/>
          </p:cNvCxnSpPr>
          <p:nvPr/>
        </p:nvCxnSpPr>
        <p:spPr>
          <a:xfrm flipV="1">
            <a:off x="5272538" y="2247819"/>
            <a:ext cx="660775" cy="1084"/>
          </a:xfrm>
          <a:prstGeom prst="straightConnector1">
            <a:avLst/>
          </a:prstGeom>
          <a:ln w="28575">
            <a:solidFill>
              <a:schemeClr val="tx1">
                <a:lumMod val="50000"/>
              </a:schemeClr>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4" name="正方形/長方形 3">
            <a:extLst>
              <a:ext uri="{FF2B5EF4-FFF2-40B4-BE49-F238E27FC236}">
                <a16:creationId xmlns:a16="http://schemas.microsoft.com/office/drawing/2014/main" id="{4D6C3A1F-AA24-39B3-6976-F49D15FDC863}"/>
              </a:ext>
            </a:extLst>
          </p:cNvPr>
          <p:cNvSpPr/>
          <p:nvPr/>
        </p:nvSpPr>
        <p:spPr>
          <a:xfrm>
            <a:off x="1441919" y="1430573"/>
            <a:ext cx="4225157" cy="2095902"/>
          </a:xfrm>
          <a:prstGeom prst="rect">
            <a:avLst/>
          </a:prstGeom>
          <a:noFill/>
          <a:ln w="28575">
            <a:solidFill>
              <a:schemeClr val="tx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5" name="テキスト ボックス 34">
            <a:extLst>
              <a:ext uri="{FF2B5EF4-FFF2-40B4-BE49-F238E27FC236}">
                <a16:creationId xmlns:a16="http://schemas.microsoft.com/office/drawing/2014/main" id="{337D06E0-FA9D-1398-0878-AA278C4C93A7}"/>
              </a:ext>
            </a:extLst>
          </p:cNvPr>
          <p:cNvSpPr txBox="1"/>
          <p:nvPr/>
        </p:nvSpPr>
        <p:spPr>
          <a:xfrm>
            <a:off x="5933313" y="2063153"/>
            <a:ext cx="748923" cy="369332"/>
          </a:xfrm>
          <a:prstGeom prst="rect">
            <a:avLst/>
          </a:prstGeom>
          <a:noFill/>
        </p:spPr>
        <p:txBody>
          <a:bodyPr wrap="none" rtlCol="0">
            <a:spAutoFit/>
          </a:bodyPr>
          <a:lstStyle/>
          <a:p>
            <a:pPr algn="l"/>
            <a:r>
              <a:rPr kumimoji="1" lang="en-US" altLang="ja-JP" dirty="0">
                <a:solidFill>
                  <a:sysClr val="windowText" lastClr="000000"/>
                </a:solidFill>
              </a:rPr>
              <a:t>PWM</a:t>
            </a:r>
            <a:endParaRPr kumimoji="1" lang="ja-JP" altLang="en-US" dirty="0">
              <a:solidFill>
                <a:sysClr val="windowText" lastClr="000000"/>
              </a:solidFill>
            </a:endParaRPr>
          </a:p>
        </p:txBody>
      </p:sp>
      <p:sp>
        <p:nvSpPr>
          <p:cNvPr id="58" name="テキスト ボックス 57">
            <a:extLst>
              <a:ext uri="{FF2B5EF4-FFF2-40B4-BE49-F238E27FC236}">
                <a16:creationId xmlns:a16="http://schemas.microsoft.com/office/drawing/2014/main" id="{22ABAB82-E277-C734-4C95-1C37B8613368}"/>
              </a:ext>
            </a:extLst>
          </p:cNvPr>
          <p:cNvSpPr txBox="1"/>
          <p:nvPr/>
        </p:nvSpPr>
        <p:spPr>
          <a:xfrm>
            <a:off x="1350901" y="921994"/>
            <a:ext cx="2374368" cy="461665"/>
          </a:xfrm>
          <a:prstGeom prst="rect">
            <a:avLst/>
          </a:prstGeom>
          <a:noFill/>
        </p:spPr>
        <p:txBody>
          <a:bodyPr wrap="none" rtlCol="0">
            <a:spAutoFit/>
          </a:bodyPr>
          <a:lstStyle/>
          <a:p>
            <a:pPr algn="l"/>
            <a:r>
              <a:rPr kumimoji="1" lang="en-US" altLang="ja-JP" sz="2400" dirty="0">
                <a:solidFill>
                  <a:sysClr val="windowText" lastClr="000000"/>
                </a:solidFill>
              </a:rPr>
              <a:t>PWM</a:t>
            </a:r>
            <a:r>
              <a:rPr kumimoji="1" lang="ja-JP" altLang="en-US" sz="2400" dirty="0">
                <a:solidFill>
                  <a:sysClr val="windowText" lastClr="000000"/>
                </a:solidFill>
              </a:rPr>
              <a:t>モジュール</a:t>
            </a:r>
          </a:p>
        </p:txBody>
      </p:sp>
      <p:sp>
        <p:nvSpPr>
          <p:cNvPr id="59" name="テキスト ボックス 58">
            <a:extLst>
              <a:ext uri="{FF2B5EF4-FFF2-40B4-BE49-F238E27FC236}">
                <a16:creationId xmlns:a16="http://schemas.microsoft.com/office/drawing/2014/main" id="{9A5A3F48-CC7F-14B9-B37D-65F9363FB85C}"/>
              </a:ext>
            </a:extLst>
          </p:cNvPr>
          <p:cNvSpPr txBox="1"/>
          <p:nvPr/>
        </p:nvSpPr>
        <p:spPr>
          <a:xfrm>
            <a:off x="748704" y="3161479"/>
            <a:ext cx="489717" cy="369332"/>
          </a:xfrm>
          <a:prstGeom prst="rect">
            <a:avLst/>
          </a:prstGeom>
          <a:noFill/>
        </p:spPr>
        <p:txBody>
          <a:bodyPr wrap="square" rtlCol="0">
            <a:spAutoFit/>
          </a:bodyPr>
          <a:lstStyle/>
          <a:p>
            <a:pPr algn="r"/>
            <a:r>
              <a:rPr kumimoji="1" lang="en-US" altLang="ja-JP" dirty="0" err="1">
                <a:solidFill>
                  <a:sysClr val="windowText" lastClr="000000"/>
                </a:solidFill>
              </a:rPr>
              <a:t>rst</a:t>
            </a:r>
            <a:endParaRPr kumimoji="1" lang="ja-JP" altLang="en-US" dirty="0">
              <a:solidFill>
                <a:sysClr val="windowText" lastClr="000000"/>
              </a:solidFill>
            </a:endParaRPr>
          </a:p>
        </p:txBody>
      </p:sp>
      <p:cxnSp>
        <p:nvCxnSpPr>
          <p:cNvPr id="61" name="コネクタ: カギ線 60">
            <a:extLst>
              <a:ext uri="{FF2B5EF4-FFF2-40B4-BE49-F238E27FC236}">
                <a16:creationId xmlns:a16="http://schemas.microsoft.com/office/drawing/2014/main" id="{4AA66DD8-4A6F-A88B-988D-99915CD4CBBA}"/>
              </a:ext>
            </a:extLst>
          </p:cNvPr>
          <p:cNvCxnSpPr>
            <a:stCxn id="59" idx="3"/>
            <a:endCxn id="168" idx="2"/>
          </p:cNvCxnSpPr>
          <p:nvPr/>
        </p:nvCxnSpPr>
        <p:spPr>
          <a:xfrm flipV="1">
            <a:off x="1238421" y="2139217"/>
            <a:ext cx="1137754" cy="1206928"/>
          </a:xfrm>
          <a:prstGeom prst="bentConnector2">
            <a:avLst/>
          </a:prstGeom>
          <a:ln w="28575">
            <a:solidFill>
              <a:schemeClr val="tx1">
                <a:lumMod val="50000"/>
              </a:schemeClr>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62" name="コネクタ: カギ線 61">
            <a:extLst>
              <a:ext uri="{FF2B5EF4-FFF2-40B4-BE49-F238E27FC236}">
                <a16:creationId xmlns:a16="http://schemas.microsoft.com/office/drawing/2014/main" id="{93F3D114-7947-6AB5-9CE1-D29A4E67B2D2}"/>
              </a:ext>
            </a:extLst>
          </p:cNvPr>
          <p:cNvCxnSpPr>
            <a:cxnSpLocks/>
            <a:stCxn id="59" idx="3"/>
            <a:endCxn id="167" idx="2"/>
          </p:cNvCxnSpPr>
          <p:nvPr/>
        </p:nvCxnSpPr>
        <p:spPr>
          <a:xfrm flipV="1">
            <a:off x="1238421" y="2854701"/>
            <a:ext cx="3223478" cy="491444"/>
          </a:xfrm>
          <a:prstGeom prst="bentConnector2">
            <a:avLst/>
          </a:prstGeom>
          <a:ln w="28575">
            <a:solidFill>
              <a:schemeClr val="tx1">
                <a:lumMod val="50000"/>
              </a:schemeClr>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122442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06F5EA6-A215-839C-D3B2-C15AFF18ABB3}"/>
              </a:ext>
            </a:extLst>
          </p:cNvPr>
          <p:cNvSpPr>
            <a:spLocks noGrp="1"/>
          </p:cNvSpPr>
          <p:nvPr>
            <p:ph type="title"/>
          </p:nvPr>
        </p:nvSpPr>
        <p:spPr/>
        <p:txBody>
          <a:bodyPr/>
          <a:lstStyle/>
          <a:p>
            <a:r>
              <a:rPr lang="ja-JP" altLang="en-US" dirty="0"/>
              <a:t>回路</a:t>
            </a:r>
            <a:endParaRPr kumimoji="1" lang="ja-JP" altLang="en-US" dirty="0"/>
          </a:p>
        </p:txBody>
      </p:sp>
      <p:sp>
        <p:nvSpPr>
          <p:cNvPr id="3" name="スライド番号プレースホルダー 2">
            <a:extLst>
              <a:ext uri="{FF2B5EF4-FFF2-40B4-BE49-F238E27FC236}">
                <a16:creationId xmlns:a16="http://schemas.microsoft.com/office/drawing/2014/main" id="{EB76DD82-274D-E75D-C7CD-FA51244BF7A7}"/>
              </a:ext>
            </a:extLst>
          </p:cNvPr>
          <p:cNvSpPr>
            <a:spLocks noGrp="1"/>
          </p:cNvSpPr>
          <p:nvPr>
            <p:ph type="sldNum" sz="quarter" idx="12"/>
          </p:nvPr>
        </p:nvSpPr>
        <p:spPr/>
        <p:txBody>
          <a:bodyPr/>
          <a:lstStyle/>
          <a:p>
            <a:fld id="{336D103E-743F-4B05-B1B2-74D6FB9408BE}" type="slidenum">
              <a:rPr kumimoji="1" lang="ja-JP" altLang="en-US" smtClean="0"/>
              <a:t>6</a:t>
            </a:fld>
            <a:endParaRPr kumimoji="1" lang="ja-JP" altLang="en-US"/>
          </a:p>
        </p:txBody>
      </p:sp>
      <p:sp>
        <p:nvSpPr>
          <p:cNvPr id="5" name="テキスト ボックス 4">
            <a:extLst>
              <a:ext uri="{FF2B5EF4-FFF2-40B4-BE49-F238E27FC236}">
                <a16:creationId xmlns:a16="http://schemas.microsoft.com/office/drawing/2014/main" id="{C09D1389-56A7-313F-17C9-6522F9C3B4BD}"/>
              </a:ext>
            </a:extLst>
          </p:cNvPr>
          <p:cNvSpPr txBox="1"/>
          <p:nvPr/>
        </p:nvSpPr>
        <p:spPr>
          <a:xfrm>
            <a:off x="953933" y="2568571"/>
            <a:ext cx="482824" cy="307777"/>
          </a:xfrm>
          <a:prstGeom prst="rect">
            <a:avLst/>
          </a:prstGeom>
          <a:noFill/>
        </p:spPr>
        <p:txBody>
          <a:bodyPr wrap="none" rtlCol="0">
            <a:spAutoFit/>
          </a:bodyPr>
          <a:lstStyle/>
          <a:p>
            <a:pPr algn="l"/>
            <a:r>
              <a:rPr kumimoji="1" lang="en-US" altLang="ja-JP" sz="1400" dirty="0">
                <a:solidFill>
                  <a:sysClr val="windowText" lastClr="000000"/>
                </a:solidFill>
                <a:latin typeface="Consolas" panose="020B0609020204030204" pitchFamily="49" charset="0"/>
              </a:rPr>
              <a:t>VIO</a:t>
            </a:r>
            <a:endParaRPr kumimoji="1" lang="ja-JP" altLang="en-US" sz="1400" dirty="0">
              <a:solidFill>
                <a:sysClr val="windowText" lastClr="000000"/>
              </a:solidFill>
              <a:latin typeface="Consolas" panose="020B0609020204030204" pitchFamily="49" charset="0"/>
            </a:endParaRPr>
          </a:p>
        </p:txBody>
      </p:sp>
      <p:cxnSp>
        <p:nvCxnSpPr>
          <p:cNvPr id="6" name="コネクタ: カギ線 5">
            <a:extLst>
              <a:ext uri="{FF2B5EF4-FFF2-40B4-BE49-F238E27FC236}">
                <a16:creationId xmlns:a16="http://schemas.microsoft.com/office/drawing/2014/main" id="{AD903F83-13FE-DFA7-87FE-FA17414AF5EB}"/>
              </a:ext>
            </a:extLst>
          </p:cNvPr>
          <p:cNvCxnSpPr>
            <a:cxnSpLocks/>
            <a:stCxn id="62" idx="6"/>
            <a:endCxn id="28" idx="1"/>
          </p:cNvCxnSpPr>
          <p:nvPr/>
        </p:nvCxnSpPr>
        <p:spPr>
          <a:xfrm>
            <a:off x="883379" y="3721653"/>
            <a:ext cx="1879418" cy="840722"/>
          </a:xfrm>
          <a:prstGeom prst="bentConnector3">
            <a:avLst>
              <a:gd name="adj1" fmla="val 50000"/>
            </a:avLst>
          </a:prstGeom>
        </p:spPr>
        <p:style>
          <a:lnRef idx="3">
            <a:schemeClr val="dk1"/>
          </a:lnRef>
          <a:fillRef idx="0">
            <a:schemeClr val="dk1"/>
          </a:fillRef>
          <a:effectRef idx="2">
            <a:schemeClr val="dk1"/>
          </a:effectRef>
          <a:fontRef idx="minor">
            <a:schemeClr val="tx1"/>
          </a:fontRef>
        </p:style>
      </p:cxnSp>
      <p:sp>
        <p:nvSpPr>
          <p:cNvPr id="7" name="テキスト ボックス 6">
            <a:extLst>
              <a:ext uri="{FF2B5EF4-FFF2-40B4-BE49-F238E27FC236}">
                <a16:creationId xmlns:a16="http://schemas.microsoft.com/office/drawing/2014/main" id="{A105A137-1FFB-58ED-BDF8-52C35887EC94}"/>
              </a:ext>
            </a:extLst>
          </p:cNvPr>
          <p:cNvSpPr txBox="1"/>
          <p:nvPr/>
        </p:nvSpPr>
        <p:spPr>
          <a:xfrm>
            <a:off x="1266274" y="4601331"/>
            <a:ext cx="979755" cy="307777"/>
          </a:xfrm>
          <a:prstGeom prst="rect">
            <a:avLst/>
          </a:prstGeom>
          <a:noFill/>
        </p:spPr>
        <p:txBody>
          <a:bodyPr wrap="none" rtlCol="0">
            <a:spAutoFit/>
          </a:bodyPr>
          <a:lstStyle/>
          <a:p>
            <a:pPr algn="l"/>
            <a:r>
              <a:rPr kumimoji="1" lang="en-US" altLang="ja-JP" sz="1400" dirty="0">
                <a:solidFill>
                  <a:sysClr val="windowText" lastClr="000000"/>
                </a:solidFill>
                <a:latin typeface="Consolas" panose="020B0609020204030204" pitchFamily="49" charset="0"/>
              </a:rPr>
              <a:t>GPIOR_03</a:t>
            </a:r>
            <a:endParaRPr kumimoji="1" lang="ja-JP" altLang="en-US" sz="1400" dirty="0">
              <a:solidFill>
                <a:sysClr val="windowText" lastClr="000000"/>
              </a:solidFill>
              <a:latin typeface="Consolas" panose="020B0609020204030204" pitchFamily="49" charset="0"/>
            </a:endParaRPr>
          </a:p>
        </p:txBody>
      </p:sp>
      <p:sp>
        <p:nvSpPr>
          <p:cNvPr id="8" name="テキスト ボックス 7">
            <a:extLst>
              <a:ext uri="{FF2B5EF4-FFF2-40B4-BE49-F238E27FC236}">
                <a16:creationId xmlns:a16="http://schemas.microsoft.com/office/drawing/2014/main" id="{180A5BE4-CCF1-9D38-E3B9-B5B3407AA6EE}"/>
              </a:ext>
            </a:extLst>
          </p:cNvPr>
          <p:cNvSpPr txBox="1"/>
          <p:nvPr/>
        </p:nvSpPr>
        <p:spPr>
          <a:xfrm>
            <a:off x="10034919" y="3463146"/>
            <a:ext cx="979755" cy="307777"/>
          </a:xfrm>
          <a:prstGeom prst="rect">
            <a:avLst/>
          </a:prstGeom>
          <a:noFill/>
        </p:spPr>
        <p:txBody>
          <a:bodyPr wrap="none" rtlCol="0">
            <a:spAutoFit/>
          </a:bodyPr>
          <a:lstStyle/>
          <a:p>
            <a:pPr algn="l"/>
            <a:r>
              <a:rPr kumimoji="1" lang="en-US" altLang="ja-JP" sz="1400" dirty="0">
                <a:solidFill>
                  <a:sysClr val="windowText" lastClr="000000"/>
                </a:solidFill>
                <a:latin typeface="Consolas" panose="020B0609020204030204" pitchFamily="49" charset="0"/>
              </a:rPr>
              <a:t>GPIOL_19</a:t>
            </a:r>
            <a:endParaRPr kumimoji="1" lang="ja-JP" altLang="en-US" sz="1400" dirty="0">
              <a:solidFill>
                <a:sysClr val="windowText" lastClr="000000"/>
              </a:solidFill>
              <a:latin typeface="Consolas" panose="020B0609020204030204" pitchFamily="49" charset="0"/>
            </a:endParaRPr>
          </a:p>
        </p:txBody>
      </p:sp>
      <p:sp>
        <p:nvSpPr>
          <p:cNvPr id="9" name="正方形/長方形 8">
            <a:extLst>
              <a:ext uri="{FF2B5EF4-FFF2-40B4-BE49-F238E27FC236}">
                <a16:creationId xmlns:a16="http://schemas.microsoft.com/office/drawing/2014/main" id="{8681C958-785B-75E5-5666-7A0FBA40DB24}"/>
              </a:ext>
            </a:extLst>
          </p:cNvPr>
          <p:cNvSpPr/>
          <p:nvPr/>
        </p:nvSpPr>
        <p:spPr>
          <a:xfrm>
            <a:off x="2290300" y="1856405"/>
            <a:ext cx="7670800" cy="3538723"/>
          </a:xfrm>
          <a:prstGeom prst="rect">
            <a:avLst/>
          </a:prstGeom>
          <a:noFill/>
          <a:ln w="28575">
            <a:solidFill>
              <a:schemeClr val="tx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テキスト ボックス 9">
            <a:extLst>
              <a:ext uri="{FF2B5EF4-FFF2-40B4-BE49-F238E27FC236}">
                <a16:creationId xmlns:a16="http://schemas.microsoft.com/office/drawing/2014/main" id="{2F04A9A4-04AD-ED20-2970-A2C35293C745}"/>
              </a:ext>
            </a:extLst>
          </p:cNvPr>
          <p:cNvSpPr txBox="1"/>
          <p:nvPr/>
        </p:nvSpPr>
        <p:spPr>
          <a:xfrm>
            <a:off x="4713468" y="2115664"/>
            <a:ext cx="2563522" cy="461665"/>
          </a:xfrm>
          <a:prstGeom prst="rect">
            <a:avLst/>
          </a:prstGeom>
          <a:noFill/>
        </p:spPr>
        <p:txBody>
          <a:bodyPr wrap="none" rtlCol="0">
            <a:spAutoFit/>
          </a:bodyPr>
          <a:lstStyle/>
          <a:p>
            <a:pPr algn="l"/>
            <a:r>
              <a:rPr lang="en-US" altLang="ja-JP" sz="2400">
                <a:latin typeface="Consolas" panose="020B0609020204030204" pitchFamily="49" charset="0"/>
              </a:rPr>
              <a:t>module </a:t>
            </a:r>
            <a:r>
              <a:rPr lang="en-US" altLang="ja-JP" sz="2400" dirty="0" err="1">
                <a:latin typeface="Consolas" panose="020B0609020204030204" pitchFamily="49" charset="0"/>
              </a:rPr>
              <a:t>pwm_top</a:t>
            </a:r>
            <a:endParaRPr lang="ja-JP" altLang="en-US" sz="2400" dirty="0">
              <a:latin typeface="Consolas" panose="020B0609020204030204" pitchFamily="49" charset="0"/>
            </a:endParaRPr>
          </a:p>
        </p:txBody>
      </p:sp>
      <p:cxnSp>
        <p:nvCxnSpPr>
          <p:cNvPr id="12" name="コネクタ: カギ線 11">
            <a:extLst>
              <a:ext uri="{FF2B5EF4-FFF2-40B4-BE49-F238E27FC236}">
                <a16:creationId xmlns:a16="http://schemas.microsoft.com/office/drawing/2014/main" id="{88B935FA-7FC6-74EA-1FB1-ECDA7543693B}"/>
              </a:ext>
            </a:extLst>
          </p:cNvPr>
          <p:cNvCxnSpPr>
            <a:cxnSpLocks/>
            <a:stCxn id="47" idx="6"/>
            <a:endCxn id="53" idx="2"/>
          </p:cNvCxnSpPr>
          <p:nvPr/>
        </p:nvCxnSpPr>
        <p:spPr>
          <a:xfrm flipV="1">
            <a:off x="9734839" y="3099710"/>
            <a:ext cx="1105517" cy="352822"/>
          </a:xfrm>
          <a:prstGeom prst="bentConnector2">
            <a:avLst/>
          </a:prstGeom>
        </p:spPr>
        <p:style>
          <a:lnRef idx="3">
            <a:schemeClr val="dk1"/>
          </a:lnRef>
          <a:fillRef idx="0">
            <a:schemeClr val="dk1"/>
          </a:fillRef>
          <a:effectRef idx="2">
            <a:schemeClr val="dk1"/>
          </a:effectRef>
          <a:fontRef idx="minor">
            <a:schemeClr val="tx1"/>
          </a:fontRef>
        </p:style>
      </p:cxnSp>
      <p:grpSp>
        <p:nvGrpSpPr>
          <p:cNvPr id="13" name="グループ化 12">
            <a:extLst>
              <a:ext uri="{FF2B5EF4-FFF2-40B4-BE49-F238E27FC236}">
                <a16:creationId xmlns:a16="http://schemas.microsoft.com/office/drawing/2014/main" id="{07D21BD4-CB40-0066-53BB-802AA7035DAD}"/>
              </a:ext>
            </a:extLst>
          </p:cNvPr>
          <p:cNvGrpSpPr/>
          <p:nvPr/>
        </p:nvGrpSpPr>
        <p:grpSpPr>
          <a:xfrm>
            <a:off x="709772" y="2665181"/>
            <a:ext cx="315152" cy="2035032"/>
            <a:chOff x="3529103" y="2440346"/>
            <a:chExt cx="194192" cy="1253956"/>
          </a:xfrm>
        </p:grpSpPr>
        <p:grpSp>
          <p:nvGrpSpPr>
            <p:cNvPr id="57" name="グループ化 56">
              <a:extLst>
                <a:ext uri="{FF2B5EF4-FFF2-40B4-BE49-F238E27FC236}">
                  <a16:creationId xmlns:a16="http://schemas.microsoft.com/office/drawing/2014/main" id="{8255684A-F1DF-11C3-D984-3E50B1DBBA49}"/>
                </a:ext>
              </a:extLst>
            </p:cNvPr>
            <p:cNvGrpSpPr/>
            <p:nvPr/>
          </p:nvGrpSpPr>
          <p:grpSpPr>
            <a:xfrm>
              <a:off x="3607502" y="3123833"/>
              <a:ext cx="115793" cy="486913"/>
              <a:chOff x="1980856" y="3601173"/>
              <a:chExt cx="57705" cy="303485"/>
            </a:xfrm>
          </p:grpSpPr>
          <p:cxnSp>
            <p:nvCxnSpPr>
              <p:cNvPr id="65" name="直線コネクタ 64">
                <a:extLst>
                  <a:ext uri="{FF2B5EF4-FFF2-40B4-BE49-F238E27FC236}">
                    <a16:creationId xmlns:a16="http://schemas.microsoft.com/office/drawing/2014/main" id="{9E58316C-1D9E-3B00-BCCE-19A58D270D7E}"/>
                  </a:ext>
                </a:extLst>
              </p:cNvPr>
              <p:cNvCxnSpPr>
                <a:cxnSpLocks/>
              </p:cNvCxnSpPr>
              <p:nvPr/>
            </p:nvCxnSpPr>
            <p:spPr>
              <a:xfrm rot="5400000" flipH="1">
                <a:off x="1929296" y="3652734"/>
                <a:ext cx="103121" cy="0"/>
              </a:xfrm>
              <a:prstGeom prst="line">
                <a:avLst/>
              </a:prstGeom>
              <a:ln w="19050"/>
            </p:spPr>
            <p:style>
              <a:lnRef idx="3">
                <a:schemeClr val="dk1"/>
              </a:lnRef>
              <a:fillRef idx="0">
                <a:schemeClr val="dk1"/>
              </a:fillRef>
              <a:effectRef idx="2">
                <a:schemeClr val="dk1"/>
              </a:effectRef>
              <a:fontRef idx="minor">
                <a:schemeClr val="tx1"/>
              </a:fontRef>
            </p:style>
          </p:cxnSp>
          <p:cxnSp>
            <p:nvCxnSpPr>
              <p:cNvPr id="66" name="直線コネクタ 65">
                <a:extLst>
                  <a:ext uri="{FF2B5EF4-FFF2-40B4-BE49-F238E27FC236}">
                    <a16:creationId xmlns:a16="http://schemas.microsoft.com/office/drawing/2014/main" id="{4FA367AE-31AD-A2A6-647A-BA4F655E0AAE}"/>
                  </a:ext>
                </a:extLst>
              </p:cNvPr>
              <p:cNvCxnSpPr>
                <a:cxnSpLocks/>
              </p:cNvCxnSpPr>
              <p:nvPr/>
            </p:nvCxnSpPr>
            <p:spPr>
              <a:xfrm rot="5400000" flipH="1">
                <a:off x="1929296" y="3853098"/>
                <a:ext cx="103121" cy="0"/>
              </a:xfrm>
              <a:prstGeom prst="line">
                <a:avLst/>
              </a:prstGeom>
              <a:ln w="19050"/>
            </p:spPr>
            <p:style>
              <a:lnRef idx="3">
                <a:schemeClr val="dk1"/>
              </a:lnRef>
              <a:fillRef idx="0">
                <a:schemeClr val="dk1"/>
              </a:fillRef>
              <a:effectRef idx="2">
                <a:schemeClr val="dk1"/>
              </a:effectRef>
              <a:fontRef idx="minor">
                <a:schemeClr val="tx1"/>
              </a:fontRef>
            </p:style>
          </p:cxnSp>
          <p:cxnSp>
            <p:nvCxnSpPr>
              <p:cNvPr id="67" name="直線コネクタ 66">
                <a:extLst>
                  <a:ext uri="{FF2B5EF4-FFF2-40B4-BE49-F238E27FC236}">
                    <a16:creationId xmlns:a16="http://schemas.microsoft.com/office/drawing/2014/main" id="{4BBB858D-50A7-609E-5F33-E79457FAF2F9}"/>
                  </a:ext>
                </a:extLst>
              </p:cNvPr>
              <p:cNvCxnSpPr>
                <a:cxnSpLocks/>
              </p:cNvCxnSpPr>
              <p:nvPr/>
            </p:nvCxnSpPr>
            <p:spPr>
              <a:xfrm rot="5400000" flipH="1">
                <a:off x="1954701" y="3730450"/>
                <a:ext cx="89382" cy="37071"/>
              </a:xfrm>
              <a:prstGeom prst="line">
                <a:avLst/>
              </a:prstGeom>
              <a:ln w="19050"/>
            </p:spPr>
            <p:style>
              <a:lnRef idx="3">
                <a:schemeClr val="dk1"/>
              </a:lnRef>
              <a:fillRef idx="0">
                <a:schemeClr val="dk1"/>
              </a:fillRef>
              <a:effectRef idx="2">
                <a:schemeClr val="dk1"/>
              </a:effectRef>
              <a:fontRef idx="minor">
                <a:schemeClr val="tx1"/>
              </a:fontRef>
            </p:style>
          </p:cxnSp>
          <p:cxnSp>
            <p:nvCxnSpPr>
              <p:cNvPr id="68" name="直線コネクタ 67">
                <a:extLst>
                  <a:ext uri="{FF2B5EF4-FFF2-40B4-BE49-F238E27FC236}">
                    <a16:creationId xmlns:a16="http://schemas.microsoft.com/office/drawing/2014/main" id="{7C36B082-4C60-79B3-AADC-DDA6F7379848}"/>
                  </a:ext>
                </a:extLst>
              </p:cNvPr>
              <p:cNvCxnSpPr>
                <a:cxnSpLocks/>
              </p:cNvCxnSpPr>
              <p:nvPr/>
            </p:nvCxnSpPr>
            <p:spPr>
              <a:xfrm rot="5400000" flipH="1">
                <a:off x="2017927" y="3729176"/>
                <a:ext cx="0" cy="37070"/>
              </a:xfrm>
              <a:prstGeom prst="line">
                <a:avLst/>
              </a:prstGeom>
              <a:ln w="19050"/>
            </p:spPr>
            <p:style>
              <a:lnRef idx="3">
                <a:schemeClr val="dk1"/>
              </a:lnRef>
              <a:fillRef idx="0">
                <a:schemeClr val="dk1"/>
              </a:fillRef>
              <a:effectRef idx="2">
                <a:schemeClr val="dk1"/>
              </a:effectRef>
              <a:fontRef idx="minor">
                <a:schemeClr val="tx1"/>
              </a:fontRef>
            </p:style>
          </p:cxnSp>
          <p:cxnSp>
            <p:nvCxnSpPr>
              <p:cNvPr id="69" name="直線コネクタ 68">
                <a:extLst>
                  <a:ext uri="{FF2B5EF4-FFF2-40B4-BE49-F238E27FC236}">
                    <a16:creationId xmlns:a16="http://schemas.microsoft.com/office/drawing/2014/main" id="{CB808A56-568B-BF1F-62A1-A80F378B8FD5}"/>
                  </a:ext>
                </a:extLst>
              </p:cNvPr>
              <p:cNvCxnSpPr>
                <a:cxnSpLocks/>
              </p:cNvCxnSpPr>
              <p:nvPr/>
            </p:nvCxnSpPr>
            <p:spPr>
              <a:xfrm rot="5400000" flipH="1">
                <a:off x="1987000" y="3747711"/>
                <a:ext cx="103121" cy="0"/>
              </a:xfrm>
              <a:prstGeom prst="line">
                <a:avLst/>
              </a:prstGeom>
              <a:ln w="19050"/>
            </p:spPr>
            <p:style>
              <a:lnRef idx="3">
                <a:schemeClr val="dk1"/>
              </a:lnRef>
              <a:fillRef idx="0">
                <a:schemeClr val="dk1"/>
              </a:fillRef>
              <a:effectRef idx="2">
                <a:schemeClr val="dk1"/>
              </a:effectRef>
              <a:fontRef idx="minor">
                <a:schemeClr val="tx1"/>
              </a:fontRef>
            </p:style>
          </p:cxnSp>
        </p:grpSp>
        <p:sp>
          <p:nvSpPr>
            <p:cNvPr id="58" name="正方形/長方形 57">
              <a:extLst>
                <a:ext uri="{FF2B5EF4-FFF2-40B4-BE49-F238E27FC236}">
                  <a16:creationId xmlns:a16="http://schemas.microsoft.com/office/drawing/2014/main" id="{34DF8025-F696-C6DB-1DB9-4990109B2BF2}"/>
                </a:ext>
              </a:extLst>
            </p:cNvPr>
            <p:cNvSpPr/>
            <p:nvPr/>
          </p:nvSpPr>
          <p:spPr>
            <a:xfrm>
              <a:off x="3529103" y="2619240"/>
              <a:ext cx="154940" cy="342900"/>
            </a:xfrm>
            <a:prstGeom prst="rect">
              <a:avLst/>
            </a:prstGeom>
            <a:solidFill>
              <a:schemeClr val="bg1"/>
            </a:solidFill>
            <a:ln w="19050">
              <a:solidFill>
                <a:schemeClr val="tx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vert="vert" rtlCol="0" anchor="ctr"/>
            <a:lstStyle/>
            <a:p>
              <a:pPr algn="ctr"/>
              <a:r>
                <a:rPr lang="en-US" altLang="ja-JP" sz="1600" dirty="0">
                  <a:solidFill>
                    <a:sysClr val="windowText" lastClr="000000"/>
                  </a:solidFill>
                  <a:latin typeface="Consolas" panose="020B0609020204030204" pitchFamily="49" charset="0"/>
                </a:rPr>
                <a:t>1k</a:t>
              </a:r>
              <a:endParaRPr kumimoji="1" lang="ja-JP" altLang="en-US" sz="1600" dirty="0">
                <a:solidFill>
                  <a:sysClr val="windowText" lastClr="000000"/>
                </a:solidFill>
                <a:latin typeface="Consolas" panose="020B0609020204030204" pitchFamily="49" charset="0"/>
              </a:endParaRPr>
            </a:p>
          </p:txBody>
        </p:sp>
        <p:sp>
          <p:nvSpPr>
            <p:cNvPr id="59" name="二等辺三角形 58">
              <a:extLst>
                <a:ext uri="{FF2B5EF4-FFF2-40B4-BE49-F238E27FC236}">
                  <a16:creationId xmlns:a16="http://schemas.microsoft.com/office/drawing/2014/main" id="{A4854166-4761-B39C-67E3-E6E3583E4061}"/>
                </a:ext>
              </a:extLst>
            </p:cNvPr>
            <p:cNvSpPr/>
            <p:nvPr/>
          </p:nvSpPr>
          <p:spPr>
            <a:xfrm rot="10800000">
              <a:off x="3558240" y="3609368"/>
              <a:ext cx="98524" cy="84934"/>
            </a:xfrm>
            <a:prstGeom prst="triangle">
              <a:avLst/>
            </a:prstGeom>
            <a:solidFill>
              <a:schemeClr val="bg1"/>
            </a:solidFill>
            <a:ln w="19050">
              <a:solidFill>
                <a:schemeClr val="tx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3200"/>
            </a:p>
          </p:txBody>
        </p:sp>
        <p:cxnSp>
          <p:nvCxnSpPr>
            <p:cNvPr id="60" name="直線コネクタ 59">
              <a:extLst>
                <a:ext uri="{FF2B5EF4-FFF2-40B4-BE49-F238E27FC236}">
                  <a16:creationId xmlns:a16="http://schemas.microsoft.com/office/drawing/2014/main" id="{86EAACE3-62DE-C0C4-04E7-B6A5E0DC258A}"/>
                </a:ext>
              </a:extLst>
            </p:cNvPr>
            <p:cNvCxnSpPr>
              <a:cxnSpLocks/>
            </p:cNvCxnSpPr>
            <p:nvPr/>
          </p:nvCxnSpPr>
          <p:spPr>
            <a:xfrm>
              <a:off x="3529103" y="2478147"/>
              <a:ext cx="168592" cy="0"/>
            </a:xfrm>
            <a:prstGeom prst="line">
              <a:avLst/>
            </a:prstGeom>
            <a:ln w="19050"/>
          </p:spPr>
          <p:style>
            <a:lnRef idx="3">
              <a:schemeClr val="dk1"/>
            </a:lnRef>
            <a:fillRef idx="0">
              <a:schemeClr val="dk1"/>
            </a:fillRef>
            <a:effectRef idx="2">
              <a:schemeClr val="dk1"/>
            </a:effectRef>
            <a:fontRef idx="minor">
              <a:schemeClr val="tx1"/>
            </a:fontRef>
          </p:style>
        </p:cxnSp>
        <p:sp>
          <p:nvSpPr>
            <p:cNvPr id="61" name="楕円 60">
              <a:extLst>
                <a:ext uri="{FF2B5EF4-FFF2-40B4-BE49-F238E27FC236}">
                  <a16:creationId xmlns:a16="http://schemas.microsoft.com/office/drawing/2014/main" id="{525BBB80-4C82-F944-A3AD-006E8F7902EB}"/>
                </a:ext>
              </a:extLst>
            </p:cNvPr>
            <p:cNvSpPr/>
            <p:nvPr/>
          </p:nvSpPr>
          <p:spPr>
            <a:xfrm>
              <a:off x="3571727" y="2440346"/>
              <a:ext cx="72000" cy="72000"/>
            </a:xfrm>
            <a:prstGeom prst="ellipse">
              <a:avLst/>
            </a:prstGeom>
            <a:noFill/>
            <a:ln w="19050">
              <a:solidFill>
                <a:schemeClr val="tx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3200"/>
            </a:p>
          </p:txBody>
        </p:sp>
        <p:sp>
          <p:nvSpPr>
            <p:cNvPr id="62" name="楕円 61">
              <a:extLst>
                <a:ext uri="{FF2B5EF4-FFF2-40B4-BE49-F238E27FC236}">
                  <a16:creationId xmlns:a16="http://schemas.microsoft.com/office/drawing/2014/main" id="{522E714B-E673-BB15-C496-D66E61D1F676}"/>
                </a:ext>
              </a:extLst>
            </p:cNvPr>
            <p:cNvSpPr/>
            <p:nvPr/>
          </p:nvSpPr>
          <p:spPr>
            <a:xfrm>
              <a:off x="3578927" y="3062753"/>
              <a:ext cx="57150" cy="57150"/>
            </a:xfrm>
            <a:prstGeom prst="ellipse">
              <a:avLst/>
            </a:prstGeom>
            <a:noFill/>
            <a:ln w="19050">
              <a:solidFill>
                <a:schemeClr val="tx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3200"/>
            </a:p>
          </p:txBody>
        </p:sp>
        <p:cxnSp>
          <p:nvCxnSpPr>
            <p:cNvPr id="63" name="直線コネクタ 62">
              <a:extLst>
                <a:ext uri="{FF2B5EF4-FFF2-40B4-BE49-F238E27FC236}">
                  <a16:creationId xmlns:a16="http://schemas.microsoft.com/office/drawing/2014/main" id="{522B77E8-BDEE-E901-9A1D-A4A045849A3A}"/>
                </a:ext>
              </a:extLst>
            </p:cNvPr>
            <p:cNvCxnSpPr>
              <a:cxnSpLocks/>
              <a:stCxn id="62" idx="0"/>
              <a:endCxn id="58" idx="2"/>
            </p:cNvCxnSpPr>
            <p:nvPr/>
          </p:nvCxnSpPr>
          <p:spPr>
            <a:xfrm flipH="1" flipV="1">
              <a:off x="3606573" y="2962140"/>
              <a:ext cx="929" cy="100613"/>
            </a:xfrm>
            <a:prstGeom prst="line">
              <a:avLst/>
            </a:prstGeom>
            <a:ln w="19050"/>
          </p:spPr>
          <p:style>
            <a:lnRef idx="3">
              <a:schemeClr val="dk1"/>
            </a:lnRef>
            <a:fillRef idx="0">
              <a:schemeClr val="dk1"/>
            </a:fillRef>
            <a:effectRef idx="2">
              <a:schemeClr val="dk1"/>
            </a:effectRef>
            <a:fontRef idx="minor">
              <a:schemeClr val="tx1"/>
            </a:fontRef>
          </p:style>
        </p:cxnSp>
        <p:cxnSp>
          <p:nvCxnSpPr>
            <p:cNvPr id="64" name="直線コネクタ 63">
              <a:extLst>
                <a:ext uri="{FF2B5EF4-FFF2-40B4-BE49-F238E27FC236}">
                  <a16:creationId xmlns:a16="http://schemas.microsoft.com/office/drawing/2014/main" id="{F4FAD476-1706-4627-A597-A05C2312E8A8}"/>
                </a:ext>
              </a:extLst>
            </p:cNvPr>
            <p:cNvCxnSpPr>
              <a:cxnSpLocks/>
              <a:stCxn id="58" idx="0"/>
              <a:endCxn id="61" idx="4"/>
            </p:cNvCxnSpPr>
            <p:nvPr/>
          </p:nvCxnSpPr>
          <p:spPr>
            <a:xfrm flipV="1">
              <a:off x="3606573" y="2512346"/>
              <a:ext cx="1154" cy="106894"/>
            </a:xfrm>
            <a:prstGeom prst="line">
              <a:avLst/>
            </a:prstGeom>
            <a:ln w="19050"/>
          </p:spPr>
          <p:style>
            <a:lnRef idx="3">
              <a:schemeClr val="dk1"/>
            </a:lnRef>
            <a:fillRef idx="0">
              <a:schemeClr val="dk1"/>
            </a:fillRef>
            <a:effectRef idx="2">
              <a:schemeClr val="dk1"/>
            </a:effectRef>
            <a:fontRef idx="minor">
              <a:schemeClr val="tx1"/>
            </a:fontRef>
          </p:style>
        </p:cxnSp>
      </p:grpSp>
      <p:grpSp>
        <p:nvGrpSpPr>
          <p:cNvPr id="14" name="グループ化 13">
            <a:extLst>
              <a:ext uri="{FF2B5EF4-FFF2-40B4-BE49-F238E27FC236}">
                <a16:creationId xmlns:a16="http://schemas.microsoft.com/office/drawing/2014/main" id="{7AAEAECC-86BF-3A4F-D551-D2AF540E2BBB}"/>
              </a:ext>
            </a:extLst>
          </p:cNvPr>
          <p:cNvGrpSpPr/>
          <p:nvPr/>
        </p:nvGrpSpPr>
        <p:grpSpPr>
          <a:xfrm>
            <a:off x="10598038" y="1896993"/>
            <a:ext cx="482824" cy="1202717"/>
            <a:chOff x="9332917" y="1788342"/>
            <a:chExt cx="482824" cy="1202717"/>
          </a:xfrm>
        </p:grpSpPr>
        <p:grpSp>
          <p:nvGrpSpPr>
            <p:cNvPr id="48" name="グループ化 47">
              <a:extLst>
                <a:ext uri="{FF2B5EF4-FFF2-40B4-BE49-F238E27FC236}">
                  <a16:creationId xmlns:a16="http://schemas.microsoft.com/office/drawing/2014/main" id="{7B0BF868-2AD7-A250-4DF6-C07E9BE8B67D}"/>
                </a:ext>
              </a:extLst>
            </p:cNvPr>
            <p:cNvGrpSpPr/>
            <p:nvPr/>
          </p:nvGrpSpPr>
          <p:grpSpPr>
            <a:xfrm>
              <a:off x="9465498" y="2238476"/>
              <a:ext cx="219474" cy="175548"/>
              <a:chOff x="10060333" y="4179207"/>
              <a:chExt cx="219474" cy="175548"/>
            </a:xfrm>
          </p:grpSpPr>
          <p:sp>
            <p:nvSpPr>
              <p:cNvPr id="55" name="二等辺三角形 54">
                <a:extLst>
                  <a:ext uri="{FF2B5EF4-FFF2-40B4-BE49-F238E27FC236}">
                    <a16:creationId xmlns:a16="http://schemas.microsoft.com/office/drawing/2014/main" id="{0F5811E6-A7D5-AB43-835B-B9990D190B75}"/>
                  </a:ext>
                </a:extLst>
              </p:cNvPr>
              <p:cNvSpPr/>
              <p:nvPr/>
            </p:nvSpPr>
            <p:spPr>
              <a:xfrm rot="10800000">
                <a:off x="10068252" y="4179207"/>
                <a:ext cx="203636" cy="175548"/>
              </a:xfrm>
              <a:prstGeom prst="triangle">
                <a:avLst/>
              </a:prstGeom>
              <a:solidFill>
                <a:schemeClr val="bg1"/>
              </a:solidFill>
              <a:ln w="19050">
                <a:solidFill>
                  <a:schemeClr val="tx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56" name="直線コネクタ 55">
                <a:extLst>
                  <a:ext uri="{FF2B5EF4-FFF2-40B4-BE49-F238E27FC236}">
                    <a16:creationId xmlns:a16="http://schemas.microsoft.com/office/drawing/2014/main" id="{78BFCCA0-0B01-3A3C-3C66-F91CA2E35D15}"/>
                  </a:ext>
                </a:extLst>
              </p:cNvPr>
              <p:cNvCxnSpPr>
                <a:cxnSpLocks/>
              </p:cNvCxnSpPr>
              <p:nvPr/>
            </p:nvCxnSpPr>
            <p:spPr>
              <a:xfrm>
                <a:off x="10060333" y="4354557"/>
                <a:ext cx="219474" cy="0"/>
              </a:xfrm>
              <a:prstGeom prst="line">
                <a:avLst/>
              </a:prstGeom>
              <a:ln w="19050"/>
            </p:spPr>
            <p:style>
              <a:lnRef idx="3">
                <a:schemeClr val="dk1"/>
              </a:lnRef>
              <a:fillRef idx="0">
                <a:schemeClr val="dk1"/>
              </a:fillRef>
              <a:effectRef idx="2">
                <a:schemeClr val="dk1"/>
              </a:effectRef>
              <a:fontRef idx="minor">
                <a:schemeClr val="tx1"/>
              </a:fontRef>
            </p:style>
          </p:cxnSp>
        </p:grpSp>
        <p:sp>
          <p:nvSpPr>
            <p:cNvPr id="49" name="テキスト ボックス 48">
              <a:extLst>
                <a:ext uri="{FF2B5EF4-FFF2-40B4-BE49-F238E27FC236}">
                  <a16:creationId xmlns:a16="http://schemas.microsoft.com/office/drawing/2014/main" id="{11DF2D84-A645-77A9-FF51-8E162D3F2A24}"/>
                </a:ext>
              </a:extLst>
            </p:cNvPr>
            <p:cNvSpPr txBox="1"/>
            <p:nvPr/>
          </p:nvSpPr>
          <p:spPr>
            <a:xfrm>
              <a:off x="9332917" y="1788342"/>
              <a:ext cx="482824" cy="307777"/>
            </a:xfrm>
            <a:prstGeom prst="rect">
              <a:avLst/>
            </a:prstGeom>
            <a:noFill/>
          </p:spPr>
          <p:txBody>
            <a:bodyPr wrap="square" rtlCol="0">
              <a:spAutoFit/>
            </a:bodyPr>
            <a:lstStyle/>
            <a:p>
              <a:pPr algn="l"/>
              <a:r>
                <a:rPr kumimoji="1" lang="en-US" altLang="ja-JP" sz="1400" dirty="0">
                  <a:solidFill>
                    <a:sysClr val="windowText" lastClr="000000"/>
                  </a:solidFill>
                  <a:latin typeface="Consolas" panose="020B0609020204030204" pitchFamily="49" charset="0"/>
                </a:rPr>
                <a:t>VIO</a:t>
              </a:r>
              <a:endParaRPr kumimoji="1" lang="ja-JP" altLang="en-US" sz="1400" dirty="0">
                <a:solidFill>
                  <a:sysClr val="windowText" lastClr="000000"/>
                </a:solidFill>
                <a:latin typeface="Consolas" panose="020B0609020204030204" pitchFamily="49" charset="0"/>
              </a:endParaRPr>
            </a:p>
          </p:txBody>
        </p:sp>
        <p:cxnSp>
          <p:nvCxnSpPr>
            <p:cNvPr id="50" name="直線コネクタ 49">
              <a:extLst>
                <a:ext uri="{FF2B5EF4-FFF2-40B4-BE49-F238E27FC236}">
                  <a16:creationId xmlns:a16="http://schemas.microsoft.com/office/drawing/2014/main" id="{78B7E887-1352-9DF1-E185-6DAA08E6C1DD}"/>
                </a:ext>
              </a:extLst>
            </p:cNvPr>
            <p:cNvCxnSpPr>
              <a:cxnSpLocks/>
            </p:cNvCxnSpPr>
            <p:nvPr/>
          </p:nvCxnSpPr>
          <p:spPr>
            <a:xfrm>
              <a:off x="9500613" y="2086974"/>
              <a:ext cx="147431" cy="1"/>
            </a:xfrm>
            <a:prstGeom prst="line">
              <a:avLst/>
            </a:prstGeom>
            <a:ln w="19050"/>
          </p:spPr>
          <p:style>
            <a:lnRef idx="3">
              <a:schemeClr val="dk1"/>
            </a:lnRef>
            <a:fillRef idx="0">
              <a:schemeClr val="dk1"/>
            </a:fillRef>
            <a:effectRef idx="2">
              <a:schemeClr val="dk1"/>
            </a:effectRef>
            <a:fontRef idx="minor">
              <a:schemeClr val="tx1"/>
            </a:fontRef>
          </p:style>
        </p:cxnSp>
        <p:sp>
          <p:nvSpPr>
            <p:cNvPr id="51" name="楕円 50">
              <a:extLst>
                <a:ext uri="{FF2B5EF4-FFF2-40B4-BE49-F238E27FC236}">
                  <a16:creationId xmlns:a16="http://schemas.microsoft.com/office/drawing/2014/main" id="{0B51A430-CDF1-326A-90DA-81BD4166C4C6}"/>
                </a:ext>
              </a:extLst>
            </p:cNvPr>
            <p:cNvSpPr/>
            <p:nvPr/>
          </p:nvSpPr>
          <p:spPr>
            <a:xfrm>
              <a:off x="9539235" y="2050345"/>
              <a:ext cx="72000" cy="72000"/>
            </a:xfrm>
            <a:prstGeom prst="ellipse">
              <a:avLst/>
            </a:prstGeom>
            <a:noFill/>
            <a:ln w="19050">
              <a:solidFill>
                <a:schemeClr val="tx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52" name="直線コネクタ 51">
              <a:extLst>
                <a:ext uri="{FF2B5EF4-FFF2-40B4-BE49-F238E27FC236}">
                  <a16:creationId xmlns:a16="http://schemas.microsoft.com/office/drawing/2014/main" id="{8C665747-D491-135B-57D7-D199A4188F30}"/>
                </a:ext>
              </a:extLst>
            </p:cNvPr>
            <p:cNvCxnSpPr>
              <a:cxnSpLocks/>
              <a:stCxn id="55" idx="3"/>
              <a:endCxn id="51" idx="4"/>
            </p:cNvCxnSpPr>
            <p:nvPr/>
          </p:nvCxnSpPr>
          <p:spPr>
            <a:xfrm flipV="1">
              <a:off x="9575235" y="2122345"/>
              <a:ext cx="0" cy="116131"/>
            </a:xfrm>
            <a:prstGeom prst="line">
              <a:avLst/>
            </a:prstGeom>
            <a:ln w="19050"/>
          </p:spPr>
          <p:style>
            <a:lnRef idx="3">
              <a:schemeClr val="dk1"/>
            </a:lnRef>
            <a:fillRef idx="0">
              <a:schemeClr val="dk1"/>
            </a:fillRef>
            <a:effectRef idx="2">
              <a:schemeClr val="dk1"/>
            </a:effectRef>
            <a:fontRef idx="minor">
              <a:schemeClr val="tx1"/>
            </a:fontRef>
          </p:style>
        </p:cxnSp>
        <p:sp>
          <p:nvSpPr>
            <p:cNvPr id="53" name="正方形/長方形 52">
              <a:extLst>
                <a:ext uri="{FF2B5EF4-FFF2-40B4-BE49-F238E27FC236}">
                  <a16:creationId xmlns:a16="http://schemas.microsoft.com/office/drawing/2014/main" id="{07333CEB-08CA-3477-2CCD-AC4D464C7C6C}"/>
                </a:ext>
              </a:extLst>
            </p:cNvPr>
            <p:cNvSpPr/>
            <p:nvPr/>
          </p:nvSpPr>
          <p:spPr>
            <a:xfrm>
              <a:off x="9486771" y="2585166"/>
              <a:ext cx="176928" cy="405893"/>
            </a:xfrm>
            <a:prstGeom prst="rect">
              <a:avLst/>
            </a:prstGeom>
            <a:solidFill>
              <a:schemeClr val="bg1"/>
            </a:solidFill>
            <a:ln w="19050">
              <a:solidFill>
                <a:schemeClr val="tx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vert="vert" rtlCol="0" anchor="ctr"/>
            <a:lstStyle/>
            <a:p>
              <a:pPr algn="ctr"/>
              <a:r>
                <a:rPr lang="en-US" altLang="ja-JP" sz="1200" dirty="0">
                  <a:solidFill>
                    <a:sysClr val="windowText" lastClr="000000"/>
                  </a:solidFill>
                  <a:latin typeface="Consolas" panose="020B0609020204030204" pitchFamily="49" charset="0"/>
                </a:rPr>
                <a:t>1k</a:t>
              </a:r>
              <a:endParaRPr kumimoji="1" lang="ja-JP" altLang="en-US" sz="1200" dirty="0">
                <a:solidFill>
                  <a:sysClr val="windowText" lastClr="000000"/>
                </a:solidFill>
                <a:latin typeface="Consolas" panose="020B0609020204030204" pitchFamily="49" charset="0"/>
              </a:endParaRPr>
            </a:p>
          </p:txBody>
        </p:sp>
        <p:cxnSp>
          <p:nvCxnSpPr>
            <p:cNvPr id="54" name="直線コネクタ 53">
              <a:extLst>
                <a:ext uri="{FF2B5EF4-FFF2-40B4-BE49-F238E27FC236}">
                  <a16:creationId xmlns:a16="http://schemas.microsoft.com/office/drawing/2014/main" id="{2B00045A-09E7-2367-DABB-8602AE71FAB4}"/>
                </a:ext>
              </a:extLst>
            </p:cNvPr>
            <p:cNvCxnSpPr>
              <a:cxnSpLocks/>
              <a:stCxn id="53" idx="0"/>
              <a:endCxn id="55" idx="0"/>
            </p:cNvCxnSpPr>
            <p:nvPr/>
          </p:nvCxnSpPr>
          <p:spPr>
            <a:xfrm flipV="1">
              <a:off x="9575235" y="2414024"/>
              <a:ext cx="0" cy="171142"/>
            </a:xfrm>
            <a:prstGeom prst="line">
              <a:avLst/>
            </a:prstGeom>
            <a:ln w="19050"/>
          </p:spPr>
          <p:style>
            <a:lnRef idx="3">
              <a:schemeClr val="dk1"/>
            </a:lnRef>
            <a:fillRef idx="0">
              <a:schemeClr val="dk1"/>
            </a:fillRef>
            <a:effectRef idx="2">
              <a:schemeClr val="dk1"/>
            </a:effectRef>
            <a:fontRef idx="minor">
              <a:schemeClr val="tx1"/>
            </a:fontRef>
          </p:style>
        </p:cxnSp>
      </p:grpSp>
      <p:cxnSp>
        <p:nvCxnSpPr>
          <p:cNvPr id="23" name="コネクタ: カギ線 22">
            <a:extLst>
              <a:ext uri="{FF2B5EF4-FFF2-40B4-BE49-F238E27FC236}">
                <a16:creationId xmlns:a16="http://schemas.microsoft.com/office/drawing/2014/main" id="{153405B0-8706-1F3C-0C7B-78072D3C81F1}"/>
              </a:ext>
            </a:extLst>
          </p:cNvPr>
          <p:cNvCxnSpPr>
            <a:cxnSpLocks/>
            <a:stCxn id="36" idx="4"/>
            <a:endCxn id="27" idx="1"/>
          </p:cNvCxnSpPr>
          <p:nvPr/>
        </p:nvCxnSpPr>
        <p:spPr>
          <a:xfrm rot="16200000" flipH="1">
            <a:off x="2532617" y="2791233"/>
            <a:ext cx="371396" cy="209950"/>
          </a:xfrm>
          <a:prstGeom prst="bentConnector2">
            <a:avLst/>
          </a:prstGeom>
        </p:spPr>
        <p:style>
          <a:lnRef idx="3">
            <a:schemeClr val="dk1"/>
          </a:lnRef>
          <a:fillRef idx="0">
            <a:schemeClr val="dk1"/>
          </a:fillRef>
          <a:effectRef idx="2">
            <a:schemeClr val="dk1"/>
          </a:effectRef>
          <a:fontRef idx="minor">
            <a:schemeClr val="tx1"/>
          </a:fontRef>
        </p:style>
      </p:cxnSp>
      <p:sp>
        <p:nvSpPr>
          <p:cNvPr id="24" name="テキスト ボックス 23">
            <a:extLst>
              <a:ext uri="{FF2B5EF4-FFF2-40B4-BE49-F238E27FC236}">
                <a16:creationId xmlns:a16="http://schemas.microsoft.com/office/drawing/2014/main" id="{DC2033FE-4D02-01E6-B7E0-362770300DAB}"/>
              </a:ext>
            </a:extLst>
          </p:cNvPr>
          <p:cNvSpPr txBox="1"/>
          <p:nvPr/>
        </p:nvSpPr>
        <p:spPr>
          <a:xfrm>
            <a:off x="2265507" y="3374920"/>
            <a:ext cx="979755" cy="307777"/>
          </a:xfrm>
          <a:prstGeom prst="rect">
            <a:avLst/>
          </a:prstGeom>
          <a:noFill/>
        </p:spPr>
        <p:txBody>
          <a:bodyPr wrap="none" rtlCol="0">
            <a:spAutoFit/>
          </a:bodyPr>
          <a:lstStyle/>
          <a:p>
            <a:pPr algn="l"/>
            <a:r>
              <a:rPr kumimoji="1" lang="en-US" altLang="ja-JP" sz="1400" dirty="0">
                <a:solidFill>
                  <a:sysClr val="windowText" lastClr="000000"/>
                </a:solidFill>
                <a:latin typeface="Consolas" panose="020B0609020204030204" pitchFamily="49" charset="0"/>
              </a:rPr>
              <a:t>GPIO</a:t>
            </a:r>
            <a:r>
              <a:rPr kumimoji="1" lang="en-US" altLang="ja-JP" sz="1400" dirty="0">
                <a:solidFill>
                  <a:schemeClr val="accent6"/>
                </a:solidFill>
                <a:latin typeface="Consolas" panose="020B0609020204030204" pitchFamily="49" charset="0"/>
              </a:rPr>
              <a:t>L</a:t>
            </a:r>
            <a:r>
              <a:rPr kumimoji="1" lang="en-US" altLang="ja-JP" sz="1400" dirty="0">
                <a:solidFill>
                  <a:sysClr val="windowText" lastClr="000000"/>
                </a:solidFill>
                <a:latin typeface="Consolas" panose="020B0609020204030204" pitchFamily="49" charset="0"/>
              </a:rPr>
              <a:t>_16</a:t>
            </a:r>
            <a:endParaRPr kumimoji="1" lang="ja-JP" altLang="en-US" sz="1400" dirty="0">
              <a:solidFill>
                <a:sysClr val="windowText" lastClr="000000"/>
              </a:solidFill>
              <a:latin typeface="Consolas" panose="020B0609020204030204" pitchFamily="49" charset="0"/>
            </a:endParaRPr>
          </a:p>
        </p:txBody>
      </p:sp>
      <p:sp>
        <p:nvSpPr>
          <p:cNvPr id="25" name="テキスト ボックス 24">
            <a:extLst>
              <a:ext uri="{FF2B5EF4-FFF2-40B4-BE49-F238E27FC236}">
                <a16:creationId xmlns:a16="http://schemas.microsoft.com/office/drawing/2014/main" id="{D43AB210-B529-CA4B-32EE-9F54815B2716}"/>
              </a:ext>
            </a:extLst>
          </p:cNvPr>
          <p:cNvSpPr txBox="1"/>
          <p:nvPr/>
        </p:nvSpPr>
        <p:spPr>
          <a:xfrm>
            <a:off x="2356727" y="2105549"/>
            <a:ext cx="681597" cy="307777"/>
          </a:xfrm>
          <a:prstGeom prst="rect">
            <a:avLst/>
          </a:prstGeom>
          <a:noFill/>
        </p:spPr>
        <p:txBody>
          <a:bodyPr wrap="none" rtlCol="0">
            <a:spAutoFit/>
          </a:bodyPr>
          <a:lstStyle/>
          <a:p>
            <a:pPr algn="l"/>
            <a:r>
              <a:rPr kumimoji="1" lang="en-US" altLang="ja-JP" sz="1400" dirty="0">
                <a:solidFill>
                  <a:sysClr val="windowText" lastClr="000000"/>
                </a:solidFill>
                <a:latin typeface="Consolas" panose="020B0609020204030204" pitchFamily="49" charset="0"/>
              </a:rPr>
              <a:t>25MHz</a:t>
            </a:r>
            <a:endParaRPr kumimoji="1" lang="ja-JP" altLang="en-US" sz="1400" dirty="0">
              <a:solidFill>
                <a:sysClr val="windowText" lastClr="000000"/>
              </a:solidFill>
              <a:latin typeface="Consolas" panose="020B0609020204030204" pitchFamily="49" charset="0"/>
            </a:endParaRPr>
          </a:p>
        </p:txBody>
      </p:sp>
      <p:grpSp>
        <p:nvGrpSpPr>
          <p:cNvPr id="26" name="グループ化 25">
            <a:extLst>
              <a:ext uri="{FF2B5EF4-FFF2-40B4-BE49-F238E27FC236}">
                <a16:creationId xmlns:a16="http://schemas.microsoft.com/office/drawing/2014/main" id="{5F56B3D3-11A0-FD60-2E97-7824F8EBCF24}"/>
              </a:ext>
            </a:extLst>
          </p:cNvPr>
          <p:cNvGrpSpPr/>
          <p:nvPr/>
        </p:nvGrpSpPr>
        <p:grpSpPr>
          <a:xfrm>
            <a:off x="2444302" y="2372434"/>
            <a:ext cx="338076" cy="338076"/>
            <a:chOff x="3137155" y="2094722"/>
            <a:chExt cx="338076" cy="338076"/>
          </a:xfrm>
        </p:grpSpPr>
        <p:sp>
          <p:nvSpPr>
            <p:cNvPr id="36" name="楕円 35">
              <a:extLst>
                <a:ext uri="{FF2B5EF4-FFF2-40B4-BE49-F238E27FC236}">
                  <a16:creationId xmlns:a16="http://schemas.microsoft.com/office/drawing/2014/main" id="{619DC6A7-A8D9-0B09-9F2D-B0C0EA031AAF}"/>
                </a:ext>
              </a:extLst>
            </p:cNvPr>
            <p:cNvSpPr/>
            <p:nvPr/>
          </p:nvSpPr>
          <p:spPr>
            <a:xfrm>
              <a:off x="3137155" y="2094722"/>
              <a:ext cx="338076" cy="338076"/>
            </a:xfrm>
            <a:prstGeom prst="ellipse">
              <a:avLst/>
            </a:prstGeom>
            <a:noFill/>
            <a:ln w="28575">
              <a:solidFill>
                <a:schemeClr val="tx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7" name="フリーフォーム: 図形 36">
              <a:extLst>
                <a:ext uri="{FF2B5EF4-FFF2-40B4-BE49-F238E27FC236}">
                  <a16:creationId xmlns:a16="http://schemas.microsoft.com/office/drawing/2014/main" id="{62292EED-4615-7771-56D2-784EB88824C4}"/>
                </a:ext>
              </a:extLst>
            </p:cNvPr>
            <p:cNvSpPr/>
            <p:nvPr/>
          </p:nvSpPr>
          <p:spPr>
            <a:xfrm>
              <a:off x="3204274" y="2135614"/>
              <a:ext cx="203838" cy="256292"/>
            </a:xfrm>
            <a:custGeom>
              <a:avLst/>
              <a:gdLst>
                <a:gd name="connsiteX0" fmla="*/ 0 w 127635"/>
                <a:gd name="connsiteY0" fmla="*/ 136751 h 218959"/>
                <a:gd name="connsiteX1" fmla="*/ 38100 w 127635"/>
                <a:gd name="connsiteY1" fmla="*/ 1496 h 218959"/>
                <a:gd name="connsiteX2" fmla="*/ 81915 w 127635"/>
                <a:gd name="connsiteY2" fmla="*/ 214856 h 218959"/>
                <a:gd name="connsiteX3" fmla="*/ 127635 w 127635"/>
                <a:gd name="connsiteY3" fmla="*/ 121511 h 218959"/>
              </a:gdLst>
              <a:ahLst/>
              <a:cxnLst>
                <a:cxn ang="0">
                  <a:pos x="connsiteX0" y="connsiteY0"/>
                </a:cxn>
                <a:cxn ang="0">
                  <a:pos x="connsiteX1" y="connsiteY1"/>
                </a:cxn>
                <a:cxn ang="0">
                  <a:pos x="connsiteX2" y="connsiteY2"/>
                </a:cxn>
                <a:cxn ang="0">
                  <a:pos x="connsiteX3" y="connsiteY3"/>
                </a:cxn>
              </a:cxnLst>
              <a:rect l="l" t="t" r="r" b="b"/>
              <a:pathLst>
                <a:path w="127635" h="218959">
                  <a:moveTo>
                    <a:pt x="0" y="136751"/>
                  </a:moveTo>
                  <a:cubicBezTo>
                    <a:pt x="12224" y="62615"/>
                    <a:pt x="24448" y="-11521"/>
                    <a:pt x="38100" y="1496"/>
                  </a:cubicBezTo>
                  <a:cubicBezTo>
                    <a:pt x="51752" y="14513"/>
                    <a:pt x="66993" y="194854"/>
                    <a:pt x="81915" y="214856"/>
                  </a:cubicBezTo>
                  <a:cubicBezTo>
                    <a:pt x="96838" y="234859"/>
                    <a:pt x="112236" y="178185"/>
                    <a:pt x="127635" y="121511"/>
                  </a:cubicBezTo>
                </a:path>
              </a:pathLst>
            </a:custGeom>
            <a:noFill/>
            <a:ln w="28575">
              <a:solidFill>
                <a:schemeClr val="tx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71" name="正方形/長方形 70">
            <a:extLst>
              <a:ext uri="{FF2B5EF4-FFF2-40B4-BE49-F238E27FC236}">
                <a16:creationId xmlns:a16="http://schemas.microsoft.com/office/drawing/2014/main" id="{3BE6C452-FB8E-09D9-155C-D3AD90A7D699}"/>
              </a:ext>
            </a:extLst>
          </p:cNvPr>
          <p:cNvSpPr/>
          <p:nvPr/>
        </p:nvSpPr>
        <p:spPr>
          <a:xfrm>
            <a:off x="3188796" y="2498352"/>
            <a:ext cx="5833285" cy="2507142"/>
          </a:xfrm>
          <a:prstGeom prst="rect">
            <a:avLst/>
          </a:prstGeom>
          <a:noFill/>
          <a:ln w="28575">
            <a:solidFill>
              <a:schemeClr val="tx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16" name="グループ化 15">
            <a:extLst>
              <a:ext uri="{FF2B5EF4-FFF2-40B4-BE49-F238E27FC236}">
                <a16:creationId xmlns:a16="http://schemas.microsoft.com/office/drawing/2014/main" id="{74235CBE-9D30-EC65-CB3C-9BAD9EC1589F}"/>
              </a:ext>
            </a:extLst>
          </p:cNvPr>
          <p:cNvGrpSpPr/>
          <p:nvPr/>
        </p:nvGrpSpPr>
        <p:grpSpPr>
          <a:xfrm>
            <a:off x="8396738" y="3209076"/>
            <a:ext cx="1338101" cy="486912"/>
            <a:chOff x="6592446" y="4728594"/>
            <a:chExt cx="1338101" cy="486912"/>
          </a:xfrm>
        </p:grpSpPr>
        <p:sp>
          <p:nvSpPr>
            <p:cNvPr id="44" name="フリーフォーム: 図形 43">
              <a:extLst>
                <a:ext uri="{FF2B5EF4-FFF2-40B4-BE49-F238E27FC236}">
                  <a16:creationId xmlns:a16="http://schemas.microsoft.com/office/drawing/2014/main" id="{0792B6BA-F23C-4A99-DCCE-8275852660FF}"/>
                </a:ext>
              </a:extLst>
            </p:cNvPr>
            <p:cNvSpPr/>
            <p:nvPr/>
          </p:nvSpPr>
          <p:spPr>
            <a:xfrm rot="5400000">
              <a:off x="7019152" y="4304111"/>
              <a:ext cx="486912" cy="1335878"/>
            </a:xfrm>
            <a:custGeom>
              <a:avLst/>
              <a:gdLst>
                <a:gd name="connsiteX0" fmla="*/ 0 w 238759"/>
                <a:gd name="connsiteY0" fmla="*/ 655055 h 655055"/>
                <a:gd name="connsiteX1" fmla="*/ 0 w 238759"/>
                <a:gd name="connsiteY1" fmla="*/ 145710 h 655055"/>
                <a:gd name="connsiteX2" fmla="*/ 1 w 238759"/>
                <a:gd name="connsiteY2" fmla="*/ 145710 h 655055"/>
                <a:gd name="connsiteX3" fmla="*/ 119380 w 238759"/>
                <a:gd name="connsiteY3" fmla="*/ 0 h 655055"/>
                <a:gd name="connsiteX4" fmla="*/ 238759 w 238759"/>
                <a:gd name="connsiteY4" fmla="*/ 145710 h 655055"/>
                <a:gd name="connsiteX5" fmla="*/ 238759 w 238759"/>
                <a:gd name="connsiteY5" fmla="*/ 655055 h 6550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8759" h="655055">
                  <a:moveTo>
                    <a:pt x="0" y="655055"/>
                  </a:moveTo>
                  <a:lnTo>
                    <a:pt x="0" y="145710"/>
                  </a:lnTo>
                  <a:lnTo>
                    <a:pt x="1" y="145710"/>
                  </a:lnTo>
                  <a:lnTo>
                    <a:pt x="119380" y="0"/>
                  </a:lnTo>
                  <a:lnTo>
                    <a:pt x="238759" y="145710"/>
                  </a:lnTo>
                  <a:lnTo>
                    <a:pt x="238759" y="655055"/>
                  </a:lnTo>
                  <a:close/>
                </a:path>
              </a:pathLst>
            </a:custGeom>
            <a:solidFill>
              <a:schemeClr val="bg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dirty="0"/>
            </a:p>
          </p:txBody>
        </p:sp>
        <p:sp>
          <p:nvSpPr>
            <p:cNvPr id="45" name="テキスト ボックス 44">
              <a:extLst>
                <a:ext uri="{FF2B5EF4-FFF2-40B4-BE49-F238E27FC236}">
                  <a16:creationId xmlns:a16="http://schemas.microsoft.com/office/drawing/2014/main" id="{E251F960-B8B1-C850-4161-9E4B50FA7D46}"/>
                </a:ext>
              </a:extLst>
            </p:cNvPr>
            <p:cNvSpPr txBox="1"/>
            <p:nvPr/>
          </p:nvSpPr>
          <p:spPr>
            <a:xfrm>
              <a:off x="6879193" y="4787384"/>
              <a:ext cx="564578" cy="369332"/>
            </a:xfrm>
            <a:prstGeom prst="rect">
              <a:avLst/>
            </a:prstGeom>
            <a:solidFill>
              <a:schemeClr val="bg1"/>
            </a:solidFill>
          </p:spPr>
          <p:txBody>
            <a:bodyPr wrap="none" rtlCol="0">
              <a:spAutoFit/>
            </a:bodyPr>
            <a:lstStyle/>
            <a:p>
              <a:pPr algn="l"/>
              <a:r>
                <a:rPr lang="en-US" altLang="ja-JP" b="1" dirty="0">
                  <a:solidFill>
                    <a:schemeClr val="tx1">
                      <a:lumMod val="90000"/>
                      <a:lumOff val="10000"/>
                    </a:schemeClr>
                  </a:solidFill>
                  <a:latin typeface="Consolas" panose="020B0609020204030204" pitchFamily="49" charset="0"/>
                </a:rPr>
                <a:t>led</a:t>
              </a:r>
              <a:endParaRPr kumimoji="1" lang="en-US" altLang="ja-JP" b="1" dirty="0">
                <a:solidFill>
                  <a:schemeClr val="tx1">
                    <a:lumMod val="90000"/>
                    <a:lumOff val="10000"/>
                  </a:schemeClr>
                </a:solidFill>
                <a:latin typeface="Consolas" panose="020B0609020204030204" pitchFamily="49" charset="0"/>
              </a:endParaRPr>
            </a:p>
          </p:txBody>
        </p:sp>
        <p:sp>
          <p:nvSpPr>
            <p:cNvPr id="46" name="楕円 45">
              <a:extLst>
                <a:ext uri="{FF2B5EF4-FFF2-40B4-BE49-F238E27FC236}">
                  <a16:creationId xmlns:a16="http://schemas.microsoft.com/office/drawing/2014/main" id="{93A89EE9-DB8B-C333-B268-6FC3A4256F06}"/>
                </a:ext>
              </a:extLst>
            </p:cNvPr>
            <p:cNvSpPr/>
            <p:nvPr/>
          </p:nvSpPr>
          <p:spPr>
            <a:xfrm>
              <a:off x="6592446" y="4949190"/>
              <a:ext cx="45720" cy="45720"/>
            </a:xfrm>
            <a:prstGeom prst="ellipse">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7" name="楕円 46">
              <a:extLst>
                <a:ext uri="{FF2B5EF4-FFF2-40B4-BE49-F238E27FC236}">
                  <a16:creationId xmlns:a16="http://schemas.microsoft.com/office/drawing/2014/main" id="{3196E0C9-9E94-527B-6ED7-151FA4DCFCB5}"/>
                </a:ext>
              </a:extLst>
            </p:cNvPr>
            <p:cNvSpPr/>
            <p:nvPr/>
          </p:nvSpPr>
          <p:spPr>
            <a:xfrm>
              <a:off x="7884827" y="4949190"/>
              <a:ext cx="45720" cy="45720"/>
            </a:xfrm>
            <a:prstGeom prst="ellipse">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27" name="矢印: 五方向 26">
            <a:extLst>
              <a:ext uri="{FF2B5EF4-FFF2-40B4-BE49-F238E27FC236}">
                <a16:creationId xmlns:a16="http://schemas.microsoft.com/office/drawing/2014/main" id="{89179894-ABAF-BFA9-A0DD-B7EC237FB839}"/>
              </a:ext>
            </a:extLst>
          </p:cNvPr>
          <p:cNvSpPr/>
          <p:nvPr/>
        </p:nvSpPr>
        <p:spPr>
          <a:xfrm>
            <a:off x="2823290" y="2839590"/>
            <a:ext cx="978408" cy="484632"/>
          </a:xfrm>
          <a:prstGeom prst="homePlate">
            <a:avLst>
              <a:gd name="adj" fmla="val 60613"/>
            </a:avLst>
          </a:prstGeom>
          <a:solidFill>
            <a:schemeClr val="bg1"/>
          </a:solidFill>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kumimoji="1" lang="en-US" altLang="ja-JP" b="1" dirty="0">
                <a:latin typeface="Consolas" panose="020B0609020204030204" pitchFamily="49" charset="0"/>
              </a:rPr>
              <a:t>clk</a:t>
            </a:r>
            <a:endParaRPr kumimoji="1" lang="ja-JP" altLang="en-US" b="1" dirty="0">
              <a:latin typeface="Consolas" panose="020B0609020204030204" pitchFamily="49" charset="0"/>
            </a:endParaRPr>
          </a:p>
        </p:txBody>
      </p:sp>
      <p:sp>
        <p:nvSpPr>
          <p:cNvPr id="28" name="矢印: 五方向 27">
            <a:extLst>
              <a:ext uri="{FF2B5EF4-FFF2-40B4-BE49-F238E27FC236}">
                <a16:creationId xmlns:a16="http://schemas.microsoft.com/office/drawing/2014/main" id="{FECC5909-761D-1B0C-1FDC-C14DC1FB762C}"/>
              </a:ext>
            </a:extLst>
          </p:cNvPr>
          <p:cNvSpPr/>
          <p:nvPr/>
        </p:nvSpPr>
        <p:spPr>
          <a:xfrm>
            <a:off x="2762797" y="4320059"/>
            <a:ext cx="978408" cy="484632"/>
          </a:xfrm>
          <a:prstGeom prst="homePlate">
            <a:avLst>
              <a:gd name="adj" fmla="val 60613"/>
            </a:avLst>
          </a:prstGeom>
          <a:solidFill>
            <a:schemeClr val="bg1"/>
          </a:solidFill>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kumimoji="1" lang="en-US" altLang="ja-JP" b="1" dirty="0" err="1">
                <a:latin typeface="Consolas" panose="020B0609020204030204" pitchFamily="49" charset="0"/>
              </a:rPr>
              <a:t>rst</a:t>
            </a:r>
            <a:endParaRPr kumimoji="1" lang="ja-JP" altLang="en-US" b="1" dirty="0">
              <a:latin typeface="Consolas" panose="020B0609020204030204" pitchFamily="49" charset="0"/>
            </a:endParaRPr>
          </a:p>
        </p:txBody>
      </p:sp>
      <p:sp>
        <p:nvSpPr>
          <p:cNvPr id="72" name="正方形/長方形 71">
            <a:extLst>
              <a:ext uri="{FF2B5EF4-FFF2-40B4-BE49-F238E27FC236}">
                <a16:creationId xmlns:a16="http://schemas.microsoft.com/office/drawing/2014/main" id="{0C582E98-7C4E-D149-8994-4C3D765605D1}"/>
              </a:ext>
            </a:extLst>
          </p:cNvPr>
          <p:cNvSpPr/>
          <p:nvPr/>
        </p:nvSpPr>
        <p:spPr>
          <a:xfrm>
            <a:off x="6273409" y="2847277"/>
            <a:ext cx="1621278" cy="1211597"/>
          </a:xfrm>
          <a:prstGeom prst="rect">
            <a:avLst/>
          </a:prstGeom>
          <a:noFill/>
          <a:ln w="28575">
            <a:solidFill>
              <a:schemeClr val="tx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ysClr val="windowText" lastClr="000000"/>
                </a:solidFill>
              </a:rPr>
              <a:t>Comparator</a:t>
            </a:r>
          </a:p>
          <a:p>
            <a:pPr algn="ctr"/>
            <a:endParaRPr lang="en-US" altLang="ja-JP" dirty="0">
              <a:solidFill>
                <a:sysClr val="windowText" lastClr="000000"/>
              </a:solidFill>
            </a:endParaRPr>
          </a:p>
          <a:p>
            <a:pPr algn="ctr"/>
            <a:endParaRPr kumimoji="1" lang="ja-JP" altLang="en-US" dirty="0">
              <a:solidFill>
                <a:sysClr val="windowText" lastClr="000000"/>
              </a:solidFill>
            </a:endParaRPr>
          </a:p>
        </p:txBody>
      </p:sp>
      <p:sp>
        <p:nvSpPr>
          <p:cNvPr id="73" name="正方形/長方形 72">
            <a:extLst>
              <a:ext uri="{FF2B5EF4-FFF2-40B4-BE49-F238E27FC236}">
                <a16:creationId xmlns:a16="http://schemas.microsoft.com/office/drawing/2014/main" id="{567D8BD6-42AE-C202-FBDB-78F9ADACE632}"/>
              </a:ext>
            </a:extLst>
          </p:cNvPr>
          <p:cNvSpPr/>
          <p:nvPr/>
        </p:nvSpPr>
        <p:spPr>
          <a:xfrm>
            <a:off x="4272902" y="2821930"/>
            <a:ext cx="1450843" cy="521460"/>
          </a:xfrm>
          <a:prstGeom prst="rect">
            <a:avLst/>
          </a:prstGeom>
          <a:noFill/>
          <a:ln w="28575">
            <a:solidFill>
              <a:schemeClr val="tx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ysClr val="windowText" lastClr="000000"/>
                </a:solidFill>
              </a:rPr>
              <a:t>Counter</a:t>
            </a:r>
            <a:endParaRPr kumimoji="1" lang="ja-JP" altLang="en-US" dirty="0">
              <a:solidFill>
                <a:sysClr val="windowText" lastClr="000000"/>
              </a:solidFill>
            </a:endParaRPr>
          </a:p>
        </p:txBody>
      </p:sp>
      <p:sp>
        <p:nvSpPr>
          <p:cNvPr id="74" name="楕円 73">
            <a:extLst>
              <a:ext uri="{FF2B5EF4-FFF2-40B4-BE49-F238E27FC236}">
                <a16:creationId xmlns:a16="http://schemas.microsoft.com/office/drawing/2014/main" id="{E429AB90-724F-507F-60E1-1BF5CDDFC74B}"/>
              </a:ext>
            </a:extLst>
          </p:cNvPr>
          <p:cNvSpPr/>
          <p:nvPr/>
        </p:nvSpPr>
        <p:spPr>
          <a:xfrm flipV="1">
            <a:off x="6263129" y="3008486"/>
            <a:ext cx="148348" cy="148348"/>
          </a:xfrm>
          <a:prstGeom prst="ellipse">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75" name="直線矢印コネクタ 74">
            <a:extLst>
              <a:ext uri="{FF2B5EF4-FFF2-40B4-BE49-F238E27FC236}">
                <a16:creationId xmlns:a16="http://schemas.microsoft.com/office/drawing/2014/main" id="{CF3E275A-82C1-F8EC-92E2-BD1CCF239515}"/>
              </a:ext>
            </a:extLst>
          </p:cNvPr>
          <p:cNvCxnSpPr>
            <a:cxnSpLocks/>
            <a:stCxn id="73" idx="3"/>
            <a:endCxn id="74" idx="2"/>
          </p:cNvCxnSpPr>
          <p:nvPr/>
        </p:nvCxnSpPr>
        <p:spPr>
          <a:xfrm>
            <a:off x="5723745" y="3082660"/>
            <a:ext cx="539384" cy="0"/>
          </a:xfrm>
          <a:prstGeom prst="straightConnector1">
            <a:avLst/>
          </a:prstGeom>
          <a:ln w="28575">
            <a:solidFill>
              <a:schemeClr val="tx1">
                <a:lumMod val="50000"/>
              </a:schemeClr>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76" name="直線コネクタ 75">
            <a:extLst>
              <a:ext uri="{FF2B5EF4-FFF2-40B4-BE49-F238E27FC236}">
                <a16:creationId xmlns:a16="http://schemas.microsoft.com/office/drawing/2014/main" id="{7AC3F863-FEC1-8B9C-9205-288B1C26BF21}"/>
              </a:ext>
            </a:extLst>
          </p:cNvPr>
          <p:cNvCxnSpPr>
            <a:cxnSpLocks/>
          </p:cNvCxnSpPr>
          <p:nvPr/>
        </p:nvCxnSpPr>
        <p:spPr>
          <a:xfrm>
            <a:off x="5903091" y="3008486"/>
            <a:ext cx="116205" cy="148348"/>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sp>
        <p:nvSpPr>
          <p:cNvPr id="77" name="楕円 76">
            <a:extLst>
              <a:ext uri="{FF2B5EF4-FFF2-40B4-BE49-F238E27FC236}">
                <a16:creationId xmlns:a16="http://schemas.microsoft.com/office/drawing/2014/main" id="{4D3219AB-03E1-CFEF-B312-AC33B5D9CC15}"/>
              </a:ext>
            </a:extLst>
          </p:cNvPr>
          <p:cNvSpPr/>
          <p:nvPr/>
        </p:nvSpPr>
        <p:spPr>
          <a:xfrm flipV="1">
            <a:off x="6263129" y="3726388"/>
            <a:ext cx="148348" cy="148348"/>
          </a:xfrm>
          <a:prstGeom prst="ellipse">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78" name="直線矢印コネクタ 77">
            <a:extLst>
              <a:ext uri="{FF2B5EF4-FFF2-40B4-BE49-F238E27FC236}">
                <a16:creationId xmlns:a16="http://schemas.microsoft.com/office/drawing/2014/main" id="{42204035-7234-8AC9-FD05-A89BB1887B91}"/>
              </a:ext>
            </a:extLst>
          </p:cNvPr>
          <p:cNvCxnSpPr>
            <a:cxnSpLocks/>
            <a:stCxn id="97" idx="3"/>
            <a:endCxn id="77" idx="2"/>
          </p:cNvCxnSpPr>
          <p:nvPr/>
        </p:nvCxnSpPr>
        <p:spPr>
          <a:xfrm>
            <a:off x="4191388" y="3798145"/>
            <a:ext cx="2071741" cy="2417"/>
          </a:xfrm>
          <a:prstGeom prst="straightConnector1">
            <a:avLst/>
          </a:prstGeom>
          <a:ln w="28575">
            <a:solidFill>
              <a:schemeClr val="tx1">
                <a:lumMod val="50000"/>
              </a:schemeClr>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79" name="直線矢印コネクタ 78">
            <a:extLst>
              <a:ext uri="{FF2B5EF4-FFF2-40B4-BE49-F238E27FC236}">
                <a16:creationId xmlns:a16="http://schemas.microsoft.com/office/drawing/2014/main" id="{1981A979-E6FD-CE97-C995-0F3074AB7B93}"/>
              </a:ext>
            </a:extLst>
          </p:cNvPr>
          <p:cNvCxnSpPr>
            <a:cxnSpLocks/>
            <a:stCxn id="27" idx="3"/>
            <a:endCxn id="73" idx="1"/>
          </p:cNvCxnSpPr>
          <p:nvPr/>
        </p:nvCxnSpPr>
        <p:spPr>
          <a:xfrm>
            <a:off x="3801698" y="3081906"/>
            <a:ext cx="471204" cy="754"/>
          </a:xfrm>
          <a:prstGeom prst="straightConnector1">
            <a:avLst/>
          </a:prstGeom>
          <a:ln w="28575">
            <a:solidFill>
              <a:schemeClr val="tx1">
                <a:lumMod val="50000"/>
              </a:schemeClr>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80" name="直線コネクタ 79">
            <a:extLst>
              <a:ext uri="{FF2B5EF4-FFF2-40B4-BE49-F238E27FC236}">
                <a16:creationId xmlns:a16="http://schemas.microsoft.com/office/drawing/2014/main" id="{203B1734-78F4-514E-B186-A309BC2C6D73}"/>
              </a:ext>
            </a:extLst>
          </p:cNvPr>
          <p:cNvCxnSpPr>
            <a:cxnSpLocks/>
          </p:cNvCxnSpPr>
          <p:nvPr/>
        </p:nvCxnSpPr>
        <p:spPr>
          <a:xfrm>
            <a:off x="5952878" y="3726388"/>
            <a:ext cx="116205" cy="148348"/>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81" name="コネクタ: カギ線 80">
            <a:extLst>
              <a:ext uri="{FF2B5EF4-FFF2-40B4-BE49-F238E27FC236}">
                <a16:creationId xmlns:a16="http://schemas.microsoft.com/office/drawing/2014/main" id="{E2B2224B-4865-79F6-8F5D-E79F431BEB2A}"/>
              </a:ext>
            </a:extLst>
          </p:cNvPr>
          <p:cNvCxnSpPr>
            <a:cxnSpLocks/>
          </p:cNvCxnSpPr>
          <p:nvPr/>
        </p:nvCxnSpPr>
        <p:spPr>
          <a:xfrm>
            <a:off x="6743670" y="3472789"/>
            <a:ext cx="690880" cy="421640"/>
          </a:xfrm>
          <a:prstGeom prst="bentConnector3">
            <a:avLst/>
          </a:prstGeom>
          <a:ln w="38100">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83" name="コネクタ: カギ線 82">
            <a:extLst>
              <a:ext uri="{FF2B5EF4-FFF2-40B4-BE49-F238E27FC236}">
                <a16:creationId xmlns:a16="http://schemas.microsoft.com/office/drawing/2014/main" id="{8543AAB8-A384-36AE-676A-D532C1941A31}"/>
              </a:ext>
            </a:extLst>
          </p:cNvPr>
          <p:cNvCxnSpPr>
            <a:cxnSpLocks/>
            <a:stCxn id="28" idx="3"/>
            <a:endCxn id="73" idx="2"/>
          </p:cNvCxnSpPr>
          <p:nvPr/>
        </p:nvCxnSpPr>
        <p:spPr>
          <a:xfrm flipV="1">
            <a:off x="3741205" y="3343390"/>
            <a:ext cx="1257119" cy="1218985"/>
          </a:xfrm>
          <a:prstGeom prst="bentConnector2">
            <a:avLst/>
          </a:prstGeom>
          <a:ln w="28575">
            <a:solidFill>
              <a:schemeClr val="tx1">
                <a:lumMod val="50000"/>
              </a:schemeClr>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84" name="コネクタ: カギ線 83">
            <a:extLst>
              <a:ext uri="{FF2B5EF4-FFF2-40B4-BE49-F238E27FC236}">
                <a16:creationId xmlns:a16="http://schemas.microsoft.com/office/drawing/2014/main" id="{34F43100-0355-4593-AB5E-AD90D8183B6D}"/>
              </a:ext>
            </a:extLst>
          </p:cNvPr>
          <p:cNvCxnSpPr>
            <a:cxnSpLocks/>
            <a:stCxn id="28" idx="3"/>
            <a:endCxn id="72" idx="2"/>
          </p:cNvCxnSpPr>
          <p:nvPr/>
        </p:nvCxnSpPr>
        <p:spPr>
          <a:xfrm flipV="1">
            <a:off x="3741205" y="4058874"/>
            <a:ext cx="3342843" cy="503501"/>
          </a:xfrm>
          <a:prstGeom prst="bentConnector2">
            <a:avLst/>
          </a:prstGeom>
          <a:ln w="28575">
            <a:solidFill>
              <a:schemeClr val="tx1">
                <a:lumMod val="50000"/>
              </a:schemeClr>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92" name="直線矢印コネクタ 91">
            <a:extLst>
              <a:ext uri="{FF2B5EF4-FFF2-40B4-BE49-F238E27FC236}">
                <a16:creationId xmlns:a16="http://schemas.microsoft.com/office/drawing/2014/main" id="{6F0A6AB4-D848-DF03-C708-97E3CA10F5BC}"/>
              </a:ext>
            </a:extLst>
          </p:cNvPr>
          <p:cNvCxnSpPr>
            <a:cxnSpLocks/>
            <a:stCxn id="72" idx="3"/>
            <a:endCxn id="46" idx="2"/>
          </p:cNvCxnSpPr>
          <p:nvPr/>
        </p:nvCxnSpPr>
        <p:spPr>
          <a:xfrm flipV="1">
            <a:off x="7894687" y="3452532"/>
            <a:ext cx="502051" cy="544"/>
          </a:xfrm>
          <a:prstGeom prst="straightConnector1">
            <a:avLst/>
          </a:prstGeom>
          <a:ln w="28575">
            <a:solidFill>
              <a:schemeClr val="tx1">
                <a:lumMod val="50000"/>
              </a:schemeClr>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97" name="テキスト ボックス 96">
            <a:extLst>
              <a:ext uri="{FF2B5EF4-FFF2-40B4-BE49-F238E27FC236}">
                <a16:creationId xmlns:a16="http://schemas.microsoft.com/office/drawing/2014/main" id="{8816C2FA-4AD2-959F-8D9A-6E74740D803D}"/>
              </a:ext>
            </a:extLst>
          </p:cNvPr>
          <p:cNvSpPr txBox="1"/>
          <p:nvPr/>
        </p:nvSpPr>
        <p:spPr>
          <a:xfrm>
            <a:off x="3412007" y="3659645"/>
            <a:ext cx="779381" cy="276999"/>
          </a:xfrm>
          <a:prstGeom prst="rect">
            <a:avLst/>
          </a:prstGeom>
          <a:noFill/>
        </p:spPr>
        <p:txBody>
          <a:bodyPr wrap="none" rtlCol="0">
            <a:spAutoFit/>
          </a:bodyPr>
          <a:lstStyle/>
          <a:p>
            <a:pPr algn="l"/>
            <a:r>
              <a:rPr kumimoji="1" lang="en-US" altLang="ja-JP" sz="1200" dirty="0">
                <a:solidFill>
                  <a:schemeClr val="tx1">
                    <a:lumMod val="90000"/>
                    <a:lumOff val="10000"/>
                  </a:schemeClr>
                </a:solidFill>
                <a:latin typeface="Consolas" panose="020B0609020204030204" pitchFamily="49" charset="0"/>
              </a:rPr>
              <a:t>10'd255</a:t>
            </a:r>
            <a:endParaRPr kumimoji="1" lang="ja-JP" altLang="en-US" sz="1200" dirty="0">
              <a:solidFill>
                <a:schemeClr val="tx1">
                  <a:lumMod val="90000"/>
                  <a:lumOff val="10000"/>
                </a:schemeClr>
              </a:solidFill>
              <a:latin typeface="Consolas" panose="020B0609020204030204" pitchFamily="49" charset="0"/>
            </a:endParaRPr>
          </a:p>
        </p:txBody>
      </p:sp>
    </p:spTree>
    <p:extLst>
      <p:ext uri="{BB962C8B-B14F-4D97-AF65-F5344CB8AC3E}">
        <p14:creationId xmlns:p14="http://schemas.microsoft.com/office/powerpoint/2010/main" val="4387455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9E6D986-0B4B-69FC-A4B9-54B05C42FB78}"/>
              </a:ext>
            </a:extLst>
          </p:cNvPr>
          <p:cNvSpPr>
            <a:spLocks noGrp="1"/>
          </p:cNvSpPr>
          <p:nvPr>
            <p:ph type="title"/>
          </p:nvPr>
        </p:nvSpPr>
        <p:spPr/>
        <p:txBody>
          <a:bodyPr/>
          <a:lstStyle/>
          <a:p>
            <a:r>
              <a:rPr kumimoji="1" lang="en-US" altLang="ja-JP" dirty="0"/>
              <a:t>Verilog</a:t>
            </a:r>
            <a:r>
              <a:rPr kumimoji="1" lang="ja-JP" altLang="en-US" dirty="0"/>
              <a:t>コード</a:t>
            </a:r>
          </a:p>
        </p:txBody>
      </p:sp>
      <p:sp>
        <p:nvSpPr>
          <p:cNvPr id="3" name="スライド番号プレースホルダー 2">
            <a:extLst>
              <a:ext uri="{FF2B5EF4-FFF2-40B4-BE49-F238E27FC236}">
                <a16:creationId xmlns:a16="http://schemas.microsoft.com/office/drawing/2014/main" id="{31162427-EAD0-F7A0-5078-4C10C76C9479}"/>
              </a:ext>
            </a:extLst>
          </p:cNvPr>
          <p:cNvSpPr>
            <a:spLocks noGrp="1"/>
          </p:cNvSpPr>
          <p:nvPr>
            <p:ph type="sldNum" sz="quarter" idx="12"/>
          </p:nvPr>
        </p:nvSpPr>
        <p:spPr/>
        <p:txBody>
          <a:bodyPr/>
          <a:lstStyle/>
          <a:p>
            <a:fld id="{336D103E-743F-4B05-B1B2-74D6FB9408BE}" type="slidenum">
              <a:rPr kumimoji="1" lang="ja-JP" altLang="en-US" smtClean="0"/>
              <a:t>7</a:t>
            </a:fld>
            <a:endParaRPr kumimoji="1" lang="ja-JP" altLang="en-US"/>
          </a:p>
        </p:txBody>
      </p:sp>
      <p:pic>
        <p:nvPicPr>
          <p:cNvPr id="6" name="図 5">
            <a:extLst>
              <a:ext uri="{FF2B5EF4-FFF2-40B4-BE49-F238E27FC236}">
                <a16:creationId xmlns:a16="http://schemas.microsoft.com/office/drawing/2014/main" id="{47FD44D7-6269-3FE0-8C2C-A29822B36064}"/>
              </a:ext>
            </a:extLst>
          </p:cNvPr>
          <p:cNvPicPr>
            <a:picLocks noChangeAspect="1"/>
          </p:cNvPicPr>
          <p:nvPr/>
        </p:nvPicPr>
        <p:blipFill>
          <a:blip r:embed="rId2"/>
          <a:srcRect l="55103" t="22413" r="14316" b="21556"/>
          <a:stretch>
            <a:fillRect/>
          </a:stretch>
        </p:blipFill>
        <p:spPr>
          <a:xfrm>
            <a:off x="336551" y="1026597"/>
            <a:ext cx="4425949" cy="5679131"/>
          </a:xfrm>
          <a:prstGeom prst="rect">
            <a:avLst/>
          </a:prstGeom>
        </p:spPr>
      </p:pic>
      <p:sp>
        <p:nvSpPr>
          <p:cNvPr id="7" name="右中かっこ 6">
            <a:extLst>
              <a:ext uri="{FF2B5EF4-FFF2-40B4-BE49-F238E27FC236}">
                <a16:creationId xmlns:a16="http://schemas.microsoft.com/office/drawing/2014/main" id="{69CDBAC2-42CF-368A-6C2B-75366CB84E66}"/>
              </a:ext>
            </a:extLst>
          </p:cNvPr>
          <p:cNvSpPr/>
          <p:nvPr/>
        </p:nvSpPr>
        <p:spPr>
          <a:xfrm>
            <a:off x="4438650" y="2608156"/>
            <a:ext cx="155448" cy="1624753"/>
          </a:xfrm>
          <a:prstGeom prst="rightBrace">
            <a:avLst/>
          </a:prstGeom>
          <a:ln w="1905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kumimoji="1" lang="ja-JP" altLang="en-US"/>
          </a:p>
        </p:txBody>
      </p:sp>
      <p:sp>
        <p:nvSpPr>
          <p:cNvPr id="8" name="テキスト ボックス 7">
            <a:extLst>
              <a:ext uri="{FF2B5EF4-FFF2-40B4-BE49-F238E27FC236}">
                <a16:creationId xmlns:a16="http://schemas.microsoft.com/office/drawing/2014/main" id="{AE863DEA-E52B-DC89-D7A0-2B0C4DB970E1}"/>
              </a:ext>
            </a:extLst>
          </p:cNvPr>
          <p:cNvSpPr txBox="1"/>
          <p:nvPr/>
        </p:nvSpPr>
        <p:spPr>
          <a:xfrm>
            <a:off x="4640580" y="3189699"/>
            <a:ext cx="5681363" cy="461665"/>
          </a:xfrm>
          <a:prstGeom prst="rect">
            <a:avLst/>
          </a:prstGeom>
          <a:noFill/>
        </p:spPr>
        <p:txBody>
          <a:bodyPr wrap="none" rtlCol="0">
            <a:spAutoFit/>
          </a:bodyPr>
          <a:lstStyle/>
          <a:p>
            <a:pPr algn="l"/>
            <a:r>
              <a:rPr kumimoji="1" lang="ja-JP" altLang="en-US" sz="2400" dirty="0">
                <a:solidFill>
                  <a:schemeClr val="tx1">
                    <a:lumMod val="90000"/>
                    <a:lumOff val="10000"/>
                  </a:schemeClr>
                </a:solidFill>
              </a:rPr>
              <a:t>パルスを作るカウンターのカウントアップ</a:t>
            </a:r>
          </a:p>
        </p:txBody>
      </p:sp>
      <p:sp>
        <p:nvSpPr>
          <p:cNvPr id="12" name="右中かっこ 11">
            <a:extLst>
              <a:ext uri="{FF2B5EF4-FFF2-40B4-BE49-F238E27FC236}">
                <a16:creationId xmlns:a16="http://schemas.microsoft.com/office/drawing/2014/main" id="{000C9494-9582-0D78-4781-791722C9868C}"/>
              </a:ext>
            </a:extLst>
          </p:cNvPr>
          <p:cNvSpPr/>
          <p:nvPr/>
        </p:nvSpPr>
        <p:spPr>
          <a:xfrm>
            <a:off x="4762500" y="4447116"/>
            <a:ext cx="141393" cy="1919817"/>
          </a:xfrm>
          <a:prstGeom prst="rightBrace">
            <a:avLst/>
          </a:prstGeom>
          <a:ln w="1905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kumimoji="1" lang="ja-JP" altLang="en-US"/>
          </a:p>
        </p:txBody>
      </p:sp>
      <p:sp>
        <p:nvSpPr>
          <p:cNvPr id="13" name="テキスト ボックス 12">
            <a:extLst>
              <a:ext uri="{FF2B5EF4-FFF2-40B4-BE49-F238E27FC236}">
                <a16:creationId xmlns:a16="http://schemas.microsoft.com/office/drawing/2014/main" id="{2E532201-618D-4280-49F1-0361B16B2A0B}"/>
              </a:ext>
            </a:extLst>
          </p:cNvPr>
          <p:cNvSpPr txBox="1"/>
          <p:nvPr/>
        </p:nvSpPr>
        <p:spPr>
          <a:xfrm>
            <a:off x="5060527" y="5176191"/>
            <a:ext cx="4150495" cy="461665"/>
          </a:xfrm>
          <a:prstGeom prst="rect">
            <a:avLst/>
          </a:prstGeom>
          <a:noFill/>
        </p:spPr>
        <p:txBody>
          <a:bodyPr wrap="none" rtlCol="0">
            <a:spAutoFit/>
          </a:bodyPr>
          <a:lstStyle/>
          <a:p>
            <a:pPr algn="l"/>
            <a:r>
              <a:rPr kumimoji="1" lang="ja-JP" altLang="en-US" sz="2400" dirty="0">
                <a:solidFill>
                  <a:schemeClr val="tx1">
                    <a:lumMod val="90000"/>
                    <a:lumOff val="10000"/>
                  </a:schemeClr>
                </a:solidFill>
              </a:rPr>
              <a:t>コンパレータの動作をする</a:t>
            </a:r>
            <a:r>
              <a:rPr kumimoji="1" lang="en-US" altLang="ja-JP" sz="2400" dirty="0">
                <a:solidFill>
                  <a:schemeClr val="tx1">
                    <a:lumMod val="90000"/>
                    <a:lumOff val="10000"/>
                  </a:schemeClr>
                </a:solidFill>
              </a:rPr>
              <a:t>if</a:t>
            </a:r>
            <a:r>
              <a:rPr kumimoji="1" lang="ja-JP" altLang="en-US" sz="2400" dirty="0">
                <a:solidFill>
                  <a:schemeClr val="tx1">
                    <a:lumMod val="90000"/>
                    <a:lumOff val="10000"/>
                  </a:schemeClr>
                </a:solidFill>
              </a:rPr>
              <a:t>文</a:t>
            </a:r>
          </a:p>
        </p:txBody>
      </p:sp>
      <p:sp>
        <p:nvSpPr>
          <p:cNvPr id="14" name="テキスト ボックス 13">
            <a:extLst>
              <a:ext uri="{FF2B5EF4-FFF2-40B4-BE49-F238E27FC236}">
                <a16:creationId xmlns:a16="http://schemas.microsoft.com/office/drawing/2014/main" id="{EFA06FF7-C7D4-D228-501F-068D0F65BF2A}"/>
              </a:ext>
            </a:extLst>
          </p:cNvPr>
          <p:cNvSpPr txBox="1"/>
          <p:nvPr/>
        </p:nvSpPr>
        <p:spPr>
          <a:xfrm>
            <a:off x="5957465" y="6043767"/>
            <a:ext cx="5899573" cy="646331"/>
          </a:xfrm>
          <a:prstGeom prst="rect">
            <a:avLst/>
          </a:prstGeom>
          <a:noFill/>
        </p:spPr>
        <p:txBody>
          <a:bodyPr wrap="square" rtlCol="0">
            <a:spAutoFit/>
          </a:bodyPr>
          <a:lstStyle/>
          <a:p>
            <a:pPr algn="l"/>
            <a:r>
              <a:rPr kumimoji="1" lang="ja-JP" altLang="en-US" dirty="0">
                <a:solidFill>
                  <a:schemeClr val="tx1">
                    <a:lumMod val="90000"/>
                    <a:lumOff val="10000"/>
                  </a:schemeClr>
                </a:solidFill>
              </a:rPr>
              <a:t>外部から</a:t>
            </a:r>
            <a:r>
              <a:rPr kumimoji="1" lang="en-US" altLang="ja-JP" dirty="0">
                <a:solidFill>
                  <a:schemeClr val="tx1">
                    <a:lumMod val="90000"/>
                    <a:lumOff val="10000"/>
                  </a:schemeClr>
                </a:solidFill>
              </a:rPr>
              <a:t>width</a:t>
            </a:r>
            <a:r>
              <a:rPr kumimoji="1" lang="ja-JP" altLang="en-US" dirty="0">
                <a:solidFill>
                  <a:schemeClr val="tx1">
                    <a:lumMod val="90000"/>
                    <a:lumOff val="10000"/>
                  </a:schemeClr>
                </a:solidFill>
              </a:rPr>
              <a:t>を与えるので、このモジュールを呼び出すモジュールを作る</a:t>
            </a:r>
          </a:p>
        </p:txBody>
      </p:sp>
      <p:sp>
        <p:nvSpPr>
          <p:cNvPr id="15" name="テキスト ボックス 14">
            <a:extLst>
              <a:ext uri="{FF2B5EF4-FFF2-40B4-BE49-F238E27FC236}">
                <a16:creationId xmlns:a16="http://schemas.microsoft.com/office/drawing/2014/main" id="{5AC811BF-E02D-95D3-F4E0-FAD0FD72215D}"/>
              </a:ext>
            </a:extLst>
          </p:cNvPr>
          <p:cNvSpPr txBox="1"/>
          <p:nvPr/>
        </p:nvSpPr>
        <p:spPr>
          <a:xfrm>
            <a:off x="5191302" y="1069245"/>
            <a:ext cx="6236124" cy="923330"/>
          </a:xfrm>
          <a:prstGeom prst="rect">
            <a:avLst/>
          </a:prstGeom>
          <a:noFill/>
        </p:spPr>
        <p:txBody>
          <a:bodyPr wrap="square" rtlCol="0">
            <a:spAutoFit/>
          </a:bodyPr>
          <a:lstStyle/>
          <a:p>
            <a:pPr algn="l"/>
            <a:r>
              <a:rPr kumimoji="1" lang="en-US" altLang="ja-JP" dirty="0">
                <a:solidFill>
                  <a:schemeClr val="tx1">
                    <a:lumMod val="90000"/>
                    <a:lumOff val="10000"/>
                  </a:schemeClr>
                </a:solidFill>
              </a:rPr>
              <a:t>※ </a:t>
            </a:r>
            <a:r>
              <a:rPr kumimoji="1" lang="ja-JP" altLang="en-US" dirty="0">
                <a:solidFill>
                  <a:schemeClr val="tx1">
                    <a:lumMod val="90000"/>
                    <a:lumOff val="10000"/>
                  </a:schemeClr>
                </a:solidFill>
              </a:rPr>
              <a:t>カウンターとコンパレータはブロックとしては</a:t>
            </a:r>
            <a:r>
              <a:rPr lang="ja-JP" altLang="en-US" dirty="0">
                <a:solidFill>
                  <a:schemeClr val="tx1">
                    <a:lumMod val="90000"/>
                    <a:lumOff val="10000"/>
                  </a:schemeClr>
                </a:solidFill>
              </a:rPr>
              <a:t>異なるものなので、異なる</a:t>
            </a:r>
            <a:r>
              <a:rPr lang="en-US" altLang="ja-JP" dirty="0">
                <a:solidFill>
                  <a:schemeClr val="tx1">
                    <a:lumMod val="90000"/>
                    <a:lumOff val="10000"/>
                  </a:schemeClr>
                </a:solidFill>
              </a:rPr>
              <a:t>always</a:t>
            </a:r>
            <a:r>
              <a:rPr lang="ja-JP" altLang="en-US" dirty="0">
                <a:solidFill>
                  <a:schemeClr val="tx1">
                    <a:lumMod val="90000"/>
                    <a:lumOff val="10000"/>
                  </a:schemeClr>
                </a:solidFill>
              </a:rPr>
              <a:t>文で作成しているが、</a:t>
            </a:r>
            <a:r>
              <a:rPr lang="en-US" altLang="ja-JP" dirty="0">
                <a:solidFill>
                  <a:schemeClr val="tx1">
                    <a:lumMod val="90000"/>
                    <a:lumOff val="10000"/>
                  </a:schemeClr>
                </a:solidFill>
              </a:rPr>
              <a:t>1</a:t>
            </a:r>
            <a:r>
              <a:rPr lang="ja-JP" altLang="en-US" dirty="0">
                <a:solidFill>
                  <a:schemeClr val="tx1">
                    <a:lumMod val="90000"/>
                    <a:lumOff val="10000"/>
                  </a:schemeClr>
                </a:solidFill>
              </a:rPr>
              <a:t>つの</a:t>
            </a:r>
            <a:r>
              <a:rPr lang="en-US" altLang="ja-JP" dirty="0">
                <a:solidFill>
                  <a:schemeClr val="tx1">
                    <a:lumMod val="90000"/>
                    <a:lumOff val="10000"/>
                  </a:schemeClr>
                </a:solidFill>
              </a:rPr>
              <a:t>always</a:t>
            </a:r>
            <a:r>
              <a:rPr lang="ja-JP" altLang="en-US" dirty="0">
                <a:solidFill>
                  <a:schemeClr val="tx1">
                    <a:lumMod val="90000"/>
                    <a:lumOff val="10000"/>
                  </a:schemeClr>
                </a:solidFill>
              </a:rPr>
              <a:t>文で書いても問題ない</a:t>
            </a:r>
            <a:endParaRPr kumimoji="1" lang="ja-JP" altLang="en-US" dirty="0">
              <a:solidFill>
                <a:schemeClr val="tx1">
                  <a:lumMod val="90000"/>
                  <a:lumOff val="10000"/>
                </a:schemeClr>
              </a:solidFill>
            </a:endParaRPr>
          </a:p>
        </p:txBody>
      </p:sp>
    </p:spTree>
    <p:extLst>
      <p:ext uri="{BB962C8B-B14F-4D97-AF65-F5344CB8AC3E}">
        <p14:creationId xmlns:p14="http://schemas.microsoft.com/office/powerpoint/2010/main" val="21266817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2471C8C-B72A-7601-00C1-ED5EA74322BD}"/>
              </a:ext>
            </a:extLst>
          </p:cNvPr>
          <p:cNvSpPr>
            <a:spLocks noGrp="1"/>
          </p:cNvSpPr>
          <p:nvPr>
            <p:ph type="title"/>
          </p:nvPr>
        </p:nvSpPr>
        <p:spPr/>
        <p:txBody>
          <a:bodyPr/>
          <a:lstStyle/>
          <a:p>
            <a:r>
              <a:rPr kumimoji="1" lang="en-US" altLang="ja-JP" dirty="0"/>
              <a:t>Verilog</a:t>
            </a:r>
            <a:r>
              <a:rPr kumimoji="1" lang="ja-JP" altLang="en-US" dirty="0"/>
              <a:t>コード</a:t>
            </a:r>
          </a:p>
        </p:txBody>
      </p:sp>
      <p:sp>
        <p:nvSpPr>
          <p:cNvPr id="3" name="スライド番号プレースホルダー 2">
            <a:extLst>
              <a:ext uri="{FF2B5EF4-FFF2-40B4-BE49-F238E27FC236}">
                <a16:creationId xmlns:a16="http://schemas.microsoft.com/office/drawing/2014/main" id="{C2B82E9F-B4B3-0040-05DE-9D20A248B0D4}"/>
              </a:ext>
            </a:extLst>
          </p:cNvPr>
          <p:cNvSpPr>
            <a:spLocks noGrp="1"/>
          </p:cNvSpPr>
          <p:nvPr>
            <p:ph type="sldNum" sz="quarter" idx="12"/>
          </p:nvPr>
        </p:nvSpPr>
        <p:spPr/>
        <p:txBody>
          <a:bodyPr/>
          <a:lstStyle/>
          <a:p>
            <a:fld id="{336D103E-743F-4B05-B1B2-74D6FB9408BE}" type="slidenum">
              <a:rPr kumimoji="1" lang="ja-JP" altLang="en-US" smtClean="0"/>
              <a:t>8</a:t>
            </a:fld>
            <a:endParaRPr kumimoji="1" lang="ja-JP" altLang="en-US"/>
          </a:p>
        </p:txBody>
      </p:sp>
      <p:pic>
        <p:nvPicPr>
          <p:cNvPr id="7" name="図 6">
            <a:extLst>
              <a:ext uri="{FF2B5EF4-FFF2-40B4-BE49-F238E27FC236}">
                <a16:creationId xmlns:a16="http://schemas.microsoft.com/office/drawing/2014/main" id="{7E163E39-5FB5-0908-796A-07B2CA1C1060}"/>
              </a:ext>
            </a:extLst>
          </p:cNvPr>
          <p:cNvPicPr>
            <a:picLocks noChangeAspect="1"/>
          </p:cNvPicPr>
          <p:nvPr/>
        </p:nvPicPr>
        <p:blipFill>
          <a:blip r:embed="rId2"/>
          <a:srcRect l="55095" t="20539" r="29621" b="52897"/>
          <a:stretch>
            <a:fillRect/>
          </a:stretch>
        </p:blipFill>
        <p:spPr>
          <a:xfrm>
            <a:off x="334963" y="1730820"/>
            <a:ext cx="2609557" cy="3396360"/>
          </a:xfrm>
          <a:prstGeom prst="rect">
            <a:avLst/>
          </a:prstGeom>
        </p:spPr>
      </p:pic>
      <p:cxnSp>
        <p:nvCxnSpPr>
          <p:cNvPr id="9" name="直線コネクタ 8">
            <a:extLst>
              <a:ext uri="{FF2B5EF4-FFF2-40B4-BE49-F238E27FC236}">
                <a16:creationId xmlns:a16="http://schemas.microsoft.com/office/drawing/2014/main" id="{CDBEDEB5-55A7-54B7-8088-D3B9D71C0F2E}"/>
              </a:ext>
            </a:extLst>
          </p:cNvPr>
          <p:cNvCxnSpPr/>
          <p:nvPr/>
        </p:nvCxnSpPr>
        <p:spPr>
          <a:xfrm flipH="1">
            <a:off x="2700679" y="4040945"/>
            <a:ext cx="956603" cy="0"/>
          </a:xfrm>
          <a:prstGeom prst="line">
            <a:avLst/>
          </a:pr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0" name="テキスト ボックス 9">
            <a:extLst>
              <a:ext uri="{FF2B5EF4-FFF2-40B4-BE49-F238E27FC236}">
                <a16:creationId xmlns:a16="http://schemas.microsoft.com/office/drawing/2014/main" id="{7E53AB15-EBA9-F8A5-5B98-19E2B2BC53A4}"/>
              </a:ext>
            </a:extLst>
          </p:cNvPr>
          <p:cNvSpPr txBox="1"/>
          <p:nvPr/>
        </p:nvSpPr>
        <p:spPr>
          <a:xfrm>
            <a:off x="3771485" y="3810112"/>
            <a:ext cx="5719836" cy="461665"/>
          </a:xfrm>
          <a:prstGeom prst="rect">
            <a:avLst/>
          </a:prstGeom>
          <a:noFill/>
        </p:spPr>
        <p:txBody>
          <a:bodyPr wrap="none" rtlCol="0">
            <a:spAutoFit/>
          </a:bodyPr>
          <a:lstStyle/>
          <a:p>
            <a:pPr algn="l"/>
            <a:r>
              <a:rPr kumimoji="1" lang="en-US" altLang="ja-JP" sz="2400" dirty="0">
                <a:solidFill>
                  <a:schemeClr val="tx1">
                    <a:lumMod val="90000"/>
                    <a:lumOff val="10000"/>
                  </a:schemeClr>
                </a:solidFill>
              </a:rPr>
              <a:t>width</a:t>
            </a:r>
            <a:r>
              <a:rPr kumimoji="1" lang="ja-JP" altLang="en-US" sz="2400" dirty="0">
                <a:solidFill>
                  <a:schemeClr val="tx1">
                    <a:lumMod val="90000"/>
                    <a:lumOff val="10000"/>
                  </a:schemeClr>
                </a:solidFill>
              </a:rPr>
              <a:t>に適当に</a:t>
            </a:r>
            <a:r>
              <a:rPr kumimoji="1" lang="en-US" altLang="ja-JP" sz="2400" dirty="0">
                <a:solidFill>
                  <a:schemeClr val="tx1">
                    <a:lumMod val="90000"/>
                    <a:lumOff val="10000"/>
                  </a:schemeClr>
                </a:solidFill>
              </a:rPr>
              <a:t>10</a:t>
            </a:r>
            <a:r>
              <a:rPr kumimoji="1" lang="ja-JP" altLang="en-US" sz="2400" dirty="0">
                <a:solidFill>
                  <a:schemeClr val="tx1">
                    <a:lumMod val="90000"/>
                    <a:lumOff val="10000"/>
                  </a:schemeClr>
                </a:solidFill>
              </a:rPr>
              <a:t>ビットの数値を入れる。</a:t>
            </a:r>
          </a:p>
        </p:txBody>
      </p:sp>
    </p:spTree>
    <p:extLst>
      <p:ext uri="{BB962C8B-B14F-4D97-AF65-F5344CB8AC3E}">
        <p14:creationId xmlns:p14="http://schemas.microsoft.com/office/powerpoint/2010/main" val="26011500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F8E3966-5D3A-2C48-A5BD-A48A96ABC96D}"/>
              </a:ext>
            </a:extLst>
          </p:cNvPr>
          <p:cNvSpPr>
            <a:spLocks noGrp="1"/>
          </p:cNvSpPr>
          <p:nvPr>
            <p:ph type="title"/>
          </p:nvPr>
        </p:nvSpPr>
        <p:spPr/>
        <p:txBody>
          <a:bodyPr/>
          <a:lstStyle/>
          <a:p>
            <a:r>
              <a:rPr kumimoji="1" lang="ja-JP" altLang="en-US" dirty="0"/>
              <a:t>ピンアサイン</a:t>
            </a:r>
          </a:p>
        </p:txBody>
      </p:sp>
      <p:sp>
        <p:nvSpPr>
          <p:cNvPr id="3" name="スライド番号プレースホルダー 2">
            <a:extLst>
              <a:ext uri="{FF2B5EF4-FFF2-40B4-BE49-F238E27FC236}">
                <a16:creationId xmlns:a16="http://schemas.microsoft.com/office/drawing/2014/main" id="{C6CB45F1-86F8-6000-22BE-810D7FDDEF53}"/>
              </a:ext>
            </a:extLst>
          </p:cNvPr>
          <p:cNvSpPr>
            <a:spLocks noGrp="1"/>
          </p:cNvSpPr>
          <p:nvPr>
            <p:ph type="sldNum" sz="quarter" idx="12"/>
          </p:nvPr>
        </p:nvSpPr>
        <p:spPr/>
        <p:txBody>
          <a:bodyPr/>
          <a:lstStyle/>
          <a:p>
            <a:fld id="{336D103E-743F-4B05-B1B2-74D6FB9408BE}" type="slidenum">
              <a:rPr kumimoji="1" lang="ja-JP" altLang="en-US" smtClean="0"/>
              <a:t>9</a:t>
            </a:fld>
            <a:endParaRPr kumimoji="1" lang="ja-JP" altLang="en-US"/>
          </a:p>
        </p:txBody>
      </p:sp>
      <p:pic>
        <p:nvPicPr>
          <p:cNvPr id="5" name="図 4">
            <a:extLst>
              <a:ext uri="{FF2B5EF4-FFF2-40B4-BE49-F238E27FC236}">
                <a16:creationId xmlns:a16="http://schemas.microsoft.com/office/drawing/2014/main" id="{C9BC9948-0F8F-EBFB-D7EC-1EEF21F2C6B3}"/>
              </a:ext>
            </a:extLst>
          </p:cNvPr>
          <p:cNvPicPr>
            <a:picLocks noChangeAspect="1"/>
          </p:cNvPicPr>
          <p:nvPr/>
        </p:nvPicPr>
        <p:blipFill>
          <a:blip r:embed="rId2"/>
          <a:srcRect t="17580" b="50000"/>
          <a:stretch>
            <a:fillRect/>
          </a:stretch>
        </p:blipFill>
        <p:spPr>
          <a:xfrm>
            <a:off x="336551" y="1876212"/>
            <a:ext cx="11524316" cy="2269067"/>
          </a:xfrm>
          <a:prstGeom prst="rect">
            <a:avLst/>
          </a:prstGeom>
        </p:spPr>
      </p:pic>
    </p:spTree>
    <p:extLst>
      <p:ext uri="{BB962C8B-B14F-4D97-AF65-F5344CB8AC3E}">
        <p14:creationId xmlns:p14="http://schemas.microsoft.com/office/powerpoint/2010/main" val="20440871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ECD2AD4-5FEE-E17B-7213-FCEB518CDA47}"/>
              </a:ext>
            </a:extLst>
          </p:cNvPr>
          <p:cNvSpPr>
            <a:spLocks noGrp="1"/>
          </p:cNvSpPr>
          <p:nvPr>
            <p:ph type="title"/>
          </p:nvPr>
        </p:nvSpPr>
        <p:spPr/>
        <p:txBody>
          <a:bodyPr/>
          <a:lstStyle/>
          <a:p>
            <a:r>
              <a:rPr kumimoji="1" lang="ja-JP" altLang="en-US" dirty="0"/>
              <a:t>動作</a:t>
            </a:r>
          </a:p>
        </p:txBody>
      </p:sp>
      <p:sp>
        <p:nvSpPr>
          <p:cNvPr id="3" name="スライド番号プレースホルダー 2">
            <a:extLst>
              <a:ext uri="{FF2B5EF4-FFF2-40B4-BE49-F238E27FC236}">
                <a16:creationId xmlns:a16="http://schemas.microsoft.com/office/drawing/2014/main" id="{088BB438-A1A7-D239-D3B8-FD9303AD9285}"/>
              </a:ext>
            </a:extLst>
          </p:cNvPr>
          <p:cNvSpPr>
            <a:spLocks noGrp="1"/>
          </p:cNvSpPr>
          <p:nvPr>
            <p:ph type="sldNum" sz="quarter" idx="12"/>
          </p:nvPr>
        </p:nvSpPr>
        <p:spPr/>
        <p:txBody>
          <a:bodyPr/>
          <a:lstStyle/>
          <a:p>
            <a:fld id="{336D103E-743F-4B05-B1B2-74D6FB9408BE}" type="slidenum">
              <a:rPr kumimoji="1" lang="ja-JP" altLang="en-US" smtClean="0"/>
              <a:t>10</a:t>
            </a:fld>
            <a:endParaRPr kumimoji="1" lang="ja-JP" altLang="en-US"/>
          </a:p>
        </p:txBody>
      </p:sp>
      <p:sp>
        <p:nvSpPr>
          <p:cNvPr id="4" name="テキスト ボックス 3">
            <a:extLst>
              <a:ext uri="{FF2B5EF4-FFF2-40B4-BE49-F238E27FC236}">
                <a16:creationId xmlns:a16="http://schemas.microsoft.com/office/drawing/2014/main" id="{E5A87B3C-B23F-76CF-8FFE-A43D43AE824C}"/>
              </a:ext>
            </a:extLst>
          </p:cNvPr>
          <p:cNvSpPr txBox="1"/>
          <p:nvPr/>
        </p:nvSpPr>
        <p:spPr>
          <a:xfrm>
            <a:off x="2490846" y="867492"/>
            <a:ext cx="2172390" cy="461665"/>
          </a:xfrm>
          <a:prstGeom prst="rect">
            <a:avLst/>
          </a:prstGeom>
          <a:noFill/>
        </p:spPr>
        <p:txBody>
          <a:bodyPr wrap="none" rtlCol="0">
            <a:spAutoFit/>
          </a:bodyPr>
          <a:lstStyle/>
          <a:p>
            <a:pPr algn="l"/>
            <a:r>
              <a:rPr lang="en-US" altLang="ja-JP" sz="2400" dirty="0">
                <a:solidFill>
                  <a:schemeClr val="tx1">
                    <a:lumMod val="90000"/>
                    <a:lumOff val="10000"/>
                  </a:schemeClr>
                </a:solidFill>
              </a:rPr>
              <a:t>width=10'd255</a:t>
            </a:r>
            <a:endParaRPr kumimoji="1" lang="ja-JP" altLang="en-US" sz="2400" dirty="0">
              <a:solidFill>
                <a:schemeClr val="tx1">
                  <a:lumMod val="90000"/>
                  <a:lumOff val="10000"/>
                </a:schemeClr>
              </a:solidFill>
            </a:endParaRPr>
          </a:p>
        </p:txBody>
      </p:sp>
      <p:sp>
        <p:nvSpPr>
          <p:cNvPr id="5" name="テキスト ボックス 4">
            <a:extLst>
              <a:ext uri="{FF2B5EF4-FFF2-40B4-BE49-F238E27FC236}">
                <a16:creationId xmlns:a16="http://schemas.microsoft.com/office/drawing/2014/main" id="{EAF53EB3-8EC8-4317-A17A-331549CD3CD4}"/>
              </a:ext>
            </a:extLst>
          </p:cNvPr>
          <p:cNvSpPr txBox="1"/>
          <p:nvPr/>
        </p:nvSpPr>
        <p:spPr>
          <a:xfrm>
            <a:off x="7507257" y="867492"/>
            <a:ext cx="2215409" cy="461665"/>
          </a:xfrm>
          <a:prstGeom prst="rect">
            <a:avLst/>
          </a:prstGeom>
          <a:noFill/>
        </p:spPr>
        <p:txBody>
          <a:bodyPr wrap="square" rtlCol="0">
            <a:spAutoFit/>
          </a:bodyPr>
          <a:lstStyle/>
          <a:p>
            <a:pPr algn="l"/>
            <a:r>
              <a:rPr lang="en-US" altLang="ja-JP" sz="2400" dirty="0">
                <a:solidFill>
                  <a:schemeClr val="tx1">
                    <a:lumMod val="90000"/>
                    <a:lumOff val="10000"/>
                  </a:schemeClr>
                </a:solidFill>
              </a:rPr>
              <a:t>width=10'd511</a:t>
            </a:r>
            <a:endParaRPr kumimoji="1" lang="ja-JP" altLang="en-US" sz="2400" dirty="0">
              <a:solidFill>
                <a:schemeClr val="tx1">
                  <a:lumMod val="90000"/>
                  <a:lumOff val="10000"/>
                </a:schemeClr>
              </a:solidFill>
            </a:endParaRPr>
          </a:p>
        </p:txBody>
      </p:sp>
      <p:sp>
        <p:nvSpPr>
          <p:cNvPr id="6" name="テキスト ボックス 5">
            <a:extLst>
              <a:ext uri="{FF2B5EF4-FFF2-40B4-BE49-F238E27FC236}">
                <a16:creationId xmlns:a16="http://schemas.microsoft.com/office/drawing/2014/main" id="{6A16F549-E255-B7AA-1AA3-C731D49EBBF2}"/>
              </a:ext>
            </a:extLst>
          </p:cNvPr>
          <p:cNvSpPr txBox="1"/>
          <p:nvPr/>
        </p:nvSpPr>
        <p:spPr>
          <a:xfrm>
            <a:off x="2490846" y="3820235"/>
            <a:ext cx="2172390" cy="461665"/>
          </a:xfrm>
          <a:prstGeom prst="rect">
            <a:avLst/>
          </a:prstGeom>
          <a:noFill/>
        </p:spPr>
        <p:txBody>
          <a:bodyPr wrap="none" rtlCol="0">
            <a:spAutoFit/>
          </a:bodyPr>
          <a:lstStyle/>
          <a:p>
            <a:pPr algn="l"/>
            <a:r>
              <a:rPr lang="en-US" altLang="ja-JP" sz="2400" dirty="0">
                <a:solidFill>
                  <a:schemeClr val="tx1">
                    <a:lumMod val="90000"/>
                    <a:lumOff val="10000"/>
                  </a:schemeClr>
                </a:solidFill>
              </a:rPr>
              <a:t>width=10'd766</a:t>
            </a:r>
            <a:endParaRPr kumimoji="1" lang="ja-JP" altLang="en-US" sz="2400" dirty="0">
              <a:solidFill>
                <a:schemeClr val="tx1">
                  <a:lumMod val="90000"/>
                  <a:lumOff val="10000"/>
                </a:schemeClr>
              </a:solidFill>
            </a:endParaRPr>
          </a:p>
        </p:txBody>
      </p:sp>
      <p:sp>
        <p:nvSpPr>
          <p:cNvPr id="7" name="テキスト ボックス 6">
            <a:extLst>
              <a:ext uri="{FF2B5EF4-FFF2-40B4-BE49-F238E27FC236}">
                <a16:creationId xmlns:a16="http://schemas.microsoft.com/office/drawing/2014/main" id="{732CADEF-B86E-B392-D4AE-664FA9F02F1E}"/>
              </a:ext>
            </a:extLst>
          </p:cNvPr>
          <p:cNvSpPr txBox="1"/>
          <p:nvPr/>
        </p:nvSpPr>
        <p:spPr>
          <a:xfrm>
            <a:off x="7443006" y="3820235"/>
            <a:ext cx="2343911" cy="461665"/>
          </a:xfrm>
          <a:prstGeom prst="rect">
            <a:avLst/>
          </a:prstGeom>
          <a:noFill/>
        </p:spPr>
        <p:txBody>
          <a:bodyPr wrap="none" rtlCol="0">
            <a:spAutoFit/>
          </a:bodyPr>
          <a:lstStyle/>
          <a:p>
            <a:pPr algn="l"/>
            <a:r>
              <a:rPr lang="en-US" altLang="ja-JP" sz="2400" dirty="0">
                <a:solidFill>
                  <a:schemeClr val="tx1">
                    <a:lumMod val="90000"/>
                    <a:lumOff val="10000"/>
                  </a:schemeClr>
                </a:solidFill>
              </a:rPr>
              <a:t>width=10'd1023</a:t>
            </a:r>
            <a:endParaRPr kumimoji="1" lang="ja-JP" altLang="en-US" sz="2400" dirty="0">
              <a:solidFill>
                <a:schemeClr val="tx1">
                  <a:lumMod val="90000"/>
                  <a:lumOff val="10000"/>
                </a:schemeClr>
              </a:solidFill>
            </a:endParaRPr>
          </a:p>
        </p:txBody>
      </p:sp>
      <p:pic>
        <p:nvPicPr>
          <p:cNvPr id="9" name="図 8">
            <a:extLst>
              <a:ext uri="{FF2B5EF4-FFF2-40B4-BE49-F238E27FC236}">
                <a16:creationId xmlns:a16="http://schemas.microsoft.com/office/drawing/2014/main" id="{05F67583-1ACF-2A14-0A82-D727CFC770B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57630" y="1336551"/>
            <a:ext cx="4238822" cy="2483684"/>
          </a:xfrm>
          <a:prstGeom prst="rect">
            <a:avLst/>
          </a:prstGeom>
        </p:spPr>
      </p:pic>
      <p:pic>
        <p:nvPicPr>
          <p:cNvPr id="11" name="図 10">
            <a:extLst>
              <a:ext uri="{FF2B5EF4-FFF2-40B4-BE49-F238E27FC236}">
                <a16:creationId xmlns:a16="http://schemas.microsoft.com/office/drawing/2014/main" id="{D798A9A6-E066-0681-6528-A7E243C0455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495550" y="1336550"/>
            <a:ext cx="4238822" cy="2483685"/>
          </a:xfrm>
          <a:prstGeom prst="rect">
            <a:avLst/>
          </a:prstGeom>
        </p:spPr>
      </p:pic>
      <p:pic>
        <p:nvPicPr>
          <p:cNvPr id="13" name="図 12">
            <a:extLst>
              <a:ext uri="{FF2B5EF4-FFF2-40B4-BE49-F238E27FC236}">
                <a16:creationId xmlns:a16="http://schemas.microsoft.com/office/drawing/2014/main" id="{D2F8D08B-0F8C-879C-6A80-A84DEF0DA6D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494791" y="4301067"/>
            <a:ext cx="4240340" cy="2484574"/>
          </a:xfrm>
          <a:prstGeom prst="rect">
            <a:avLst/>
          </a:prstGeom>
        </p:spPr>
      </p:pic>
      <p:pic>
        <p:nvPicPr>
          <p:cNvPr id="15" name="図 14">
            <a:extLst>
              <a:ext uri="{FF2B5EF4-FFF2-40B4-BE49-F238E27FC236}">
                <a16:creationId xmlns:a16="http://schemas.microsoft.com/office/drawing/2014/main" id="{7A8B9757-EABC-E5E4-FBD9-04E9DEAB84D7}"/>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456871" y="4301067"/>
            <a:ext cx="4240340" cy="2484574"/>
          </a:xfrm>
          <a:prstGeom prst="rect">
            <a:avLst/>
          </a:prstGeom>
        </p:spPr>
      </p:pic>
    </p:spTree>
    <p:extLst>
      <p:ext uri="{BB962C8B-B14F-4D97-AF65-F5344CB8AC3E}">
        <p14:creationId xmlns:p14="http://schemas.microsoft.com/office/powerpoint/2010/main" val="11183079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CBE1EF6-52A3-A9AF-EB9C-E683F7C920CE}"/>
              </a:ext>
            </a:extLst>
          </p:cNvPr>
          <p:cNvSpPr>
            <a:spLocks noGrp="1"/>
          </p:cNvSpPr>
          <p:nvPr>
            <p:ph type="title"/>
          </p:nvPr>
        </p:nvSpPr>
        <p:spPr/>
        <p:txBody>
          <a:bodyPr/>
          <a:lstStyle/>
          <a:p>
            <a:r>
              <a:rPr kumimoji="1" lang="en-US" altLang="ja-JP" dirty="0"/>
              <a:t>Verilog</a:t>
            </a:r>
            <a:r>
              <a:rPr kumimoji="1" lang="ja-JP" altLang="en-US" dirty="0"/>
              <a:t>コード</a:t>
            </a:r>
          </a:p>
        </p:txBody>
      </p:sp>
      <p:sp>
        <p:nvSpPr>
          <p:cNvPr id="3" name="スライド番号プレースホルダー 2">
            <a:extLst>
              <a:ext uri="{FF2B5EF4-FFF2-40B4-BE49-F238E27FC236}">
                <a16:creationId xmlns:a16="http://schemas.microsoft.com/office/drawing/2014/main" id="{8A9784F4-A004-C0BA-5E34-7596909EF69E}"/>
              </a:ext>
            </a:extLst>
          </p:cNvPr>
          <p:cNvSpPr>
            <a:spLocks noGrp="1"/>
          </p:cNvSpPr>
          <p:nvPr>
            <p:ph type="sldNum" sz="quarter" idx="12"/>
          </p:nvPr>
        </p:nvSpPr>
        <p:spPr/>
        <p:txBody>
          <a:bodyPr/>
          <a:lstStyle/>
          <a:p>
            <a:fld id="{336D103E-743F-4B05-B1B2-74D6FB9408BE}" type="slidenum">
              <a:rPr kumimoji="1" lang="ja-JP" altLang="en-US" smtClean="0"/>
              <a:t>11</a:t>
            </a:fld>
            <a:endParaRPr kumimoji="1" lang="ja-JP" altLang="en-US"/>
          </a:p>
        </p:txBody>
      </p:sp>
      <p:pic>
        <p:nvPicPr>
          <p:cNvPr id="5" name="図 4">
            <a:extLst>
              <a:ext uri="{FF2B5EF4-FFF2-40B4-BE49-F238E27FC236}">
                <a16:creationId xmlns:a16="http://schemas.microsoft.com/office/drawing/2014/main" id="{9B555583-0CC9-E9B6-57D8-91EB4C12ED21}"/>
              </a:ext>
            </a:extLst>
          </p:cNvPr>
          <p:cNvPicPr>
            <a:picLocks noChangeAspect="1"/>
          </p:cNvPicPr>
          <p:nvPr/>
        </p:nvPicPr>
        <p:blipFill>
          <a:blip r:embed="rId2"/>
          <a:srcRect l="55242" t="20779" r="2701" b="7889"/>
          <a:stretch>
            <a:fillRect/>
          </a:stretch>
        </p:blipFill>
        <p:spPr>
          <a:xfrm>
            <a:off x="336552" y="990600"/>
            <a:ext cx="4512540" cy="5731576"/>
          </a:xfrm>
          <a:prstGeom prst="rect">
            <a:avLst/>
          </a:prstGeom>
        </p:spPr>
      </p:pic>
      <p:sp>
        <p:nvSpPr>
          <p:cNvPr id="6" name="テキスト ボックス 5">
            <a:extLst>
              <a:ext uri="{FF2B5EF4-FFF2-40B4-BE49-F238E27FC236}">
                <a16:creationId xmlns:a16="http://schemas.microsoft.com/office/drawing/2014/main" id="{E5F35EE7-17F9-6133-A131-A4CB142FEDF8}"/>
              </a:ext>
            </a:extLst>
          </p:cNvPr>
          <p:cNvSpPr txBox="1"/>
          <p:nvPr/>
        </p:nvSpPr>
        <p:spPr>
          <a:xfrm>
            <a:off x="6475308" y="1043094"/>
            <a:ext cx="5154506" cy="830997"/>
          </a:xfrm>
          <a:prstGeom prst="rect">
            <a:avLst/>
          </a:prstGeom>
          <a:noFill/>
        </p:spPr>
        <p:txBody>
          <a:bodyPr wrap="square" rtlCol="0">
            <a:spAutoFit/>
          </a:bodyPr>
          <a:lstStyle/>
          <a:p>
            <a:pPr algn="l"/>
            <a:r>
              <a:rPr lang="en-US" altLang="ja-JP" sz="2400" dirty="0">
                <a:solidFill>
                  <a:schemeClr val="tx1">
                    <a:lumMod val="90000"/>
                    <a:lumOff val="10000"/>
                  </a:schemeClr>
                </a:solidFill>
              </a:rPr>
              <a:t>width</a:t>
            </a:r>
            <a:r>
              <a:rPr lang="ja-JP" altLang="en-US" sz="2400" dirty="0">
                <a:solidFill>
                  <a:schemeClr val="tx1">
                    <a:lumMod val="90000"/>
                    <a:lumOff val="10000"/>
                  </a:schemeClr>
                </a:solidFill>
              </a:rPr>
              <a:t>の値を一定時間で更新するように</a:t>
            </a:r>
            <a:r>
              <a:rPr lang="en-US" altLang="ja-JP" sz="2400" dirty="0" err="1">
                <a:solidFill>
                  <a:schemeClr val="tx1">
                    <a:lumMod val="90000"/>
                    <a:lumOff val="10000"/>
                  </a:schemeClr>
                </a:solidFill>
              </a:rPr>
              <a:t>pwm_top</a:t>
            </a:r>
            <a:r>
              <a:rPr lang="ja-JP" altLang="en-US" sz="2400" dirty="0">
                <a:solidFill>
                  <a:schemeClr val="tx1">
                    <a:lumMod val="90000"/>
                    <a:lumOff val="10000"/>
                  </a:schemeClr>
                </a:solidFill>
              </a:rPr>
              <a:t>を改良する</a:t>
            </a:r>
            <a:endParaRPr kumimoji="1" lang="ja-JP" altLang="en-US" sz="2400" dirty="0">
              <a:solidFill>
                <a:schemeClr val="tx1">
                  <a:lumMod val="90000"/>
                  <a:lumOff val="10000"/>
                </a:schemeClr>
              </a:solidFill>
            </a:endParaRPr>
          </a:p>
        </p:txBody>
      </p:sp>
      <p:sp>
        <p:nvSpPr>
          <p:cNvPr id="7" name="右中かっこ 6">
            <a:extLst>
              <a:ext uri="{FF2B5EF4-FFF2-40B4-BE49-F238E27FC236}">
                <a16:creationId xmlns:a16="http://schemas.microsoft.com/office/drawing/2014/main" id="{32AB455C-611F-2B41-715D-A47F8705A756}"/>
              </a:ext>
            </a:extLst>
          </p:cNvPr>
          <p:cNvSpPr/>
          <p:nvPr/>
        </p:nvSpPr>
        <p:spPr>
          <a:xfrm>
            <a:off x="4942840" y="3429000"/>
            <a:ext cx="340360" cy="1818640"/>
          </a:xfrm>
          <a:prstGeom prst="rightBrace">
            <a:avLst/>
          </a:prstGeom>
          <a:ln w="1905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kumimoji="1" lang="ja-JP" altLang="en-US"/>
          </a:p>
        </p:txBody>
      </p:sp>
      <p:sp>
        <p:nvSpPr>
          <p:cNvPr id="8" name="テキスト ボックス 7">
            <a:extLst>
              <a:ext uri="{FF2B5EF4-FFF2-40B4-BE49-F238E27FC236}">
                <a16:creationId xmlns:a16="http://schemas.microsoft.com/office/drawing/2014/main" id="{5E645E6F-3094-45A8-33B6-B681D2E2896B}"/>
              </a:ext>
            </a:extLst>
          </p:cNvPr>
          <p:cNvSpPr txBox="1"/>
          <p:nvPr/>
        </p:nvSpPr>
        <p:spPr>
          <a:xfrm>
            <a:off x="5283200" y="4107487"/>
            <a:ext cx="5769528" cy="461665"/>
          </a:xfrm>
          <a:prstGeom prst="rect">
            <a:avLst/>
          </a:prstGeom>
          <a:noFill/>
        </p:spPr>
        <p:txBody>
          <a:bodyPr wrap="none" rtlCol="0">
            <a:spAutoFit/>
          </a:bodyPr>
          <a:lstStyle/>
          <a:p>
            <a:pPr algn="l"/>
            <a:r>
              <a:rPr kumimoji="1" lang="en-US" altLang="ja-JP" sz="2400" dirty="0">
                <a:solidFill>
                  <a:schemeClr val="tx1">
                    <a:lumMod val="90000"/>
                    <a:lumOff val="10000"/>
                  </a:schemeClr>
                </a:solidFill>
              </a:rPr>
              <a:t>width</a:t>
            </a:r>
            <a:r>
              <a:rPr kumimoji="1" lang="ja-JP" altLang="en-US" sz="2400" dirty="0">
                <a:solidFill>
                  <a:schemeClr val="tx1">
                    <a:lumMod val="90000"/>
                    <a:lumOff val="10000"/>
                  </a:schemeClr>
                </a:solidFill>
              </a:rPr>
              <a:t>を更新するタイミングを作るタイマー</a:t>
            </a:r>
          </a:p>
        </p:txBody>
      </p:sp>
      <p:sp>
        <p:nvSpPr>
          <p:cNvPr id="9" name="右中かっこ 8">
            <a:extLst>
              <a:ext uri="{FF2B5EF4-FFF2-40B4-BE49-F238E27FC236}">
                <a16:creationId xmlns:a16="http://schemas.microsoft.com/office/drawing/2014/main" id="{9550B3F8-A309-2112-58A8-C02A7095383D}"/>
              </a:ext>
            </a:extLst>
          </p:cNvPr>
          <p:cNvSpPr/>
          <p:nvPr/>
        </p:nvSpPr>
        <p:spPr>
          <a:xfrm>
            <a:off x="4942840" y="5279716"/>
            <a:ext cx="340360" cy="991543"/>
          </a:xfrm>
          <a:prstGeom prst="rightBrace">
            <a:avLst/>
          </a:prstGeom>
          <a:ln w="1905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kumimoji="1" lang="ja-JP" altLang="en-US"/>
          </a:p>
        </p:txBody>
      </p:sp>
      <p:sp>
        <p:nvSpPr>
          <p:cNvPr id="10" name="テキスト ボックス 9">
            <a:extLst>
              <a:ext uri="{FF2B5EF4-FFF2-40B4-BE49-F238E27FC236}">
                <a16:creationId xmlns:a16="http://schemas.microsoft.com/office/drawing/2014/main" id="{696DF3D2-FB04-2BF0-BC0F-1DC5D41FE9BA}"/>
              </a:ext>
            </a:extLst>
          </p:cNvPr>
          <p:cNvSpPr txBox="1"/>
          <p:nvPr/>
        </p:nvSpPr>
        <p:spPr>
          <a:xfrm>
            <a:off x="5376948" y="5359988"/>
            <a:ext cx="6475984" cy="830997"/>
          </a:xfrm>
          <a:prstGeom prst="rect">
            <a:avLst/>
          </a:prstGeom>
          <a:noFill/>
        </p:spPr>
        <p:txBody>
          <a:bodyPr wrap="square" rtlCol="0">
            <a:spAutoFit/>
          </a:bodyPr>
          <a:lstStyle/>
          <a:p>
            <a:pPr algn="l"/>
            <a:r>
              <a:rPr kumimoji="1" lang="en-US" altLang="ja-JP" sz="2400" dirty="0">
                <a:solidFill>
                  <a:schemeClr val="tx1">
                    <a:lumMod val="90000"/>
                    <a:lumOff val="10000"/>
                  </a:schemeClr>
                </a:solidFill>
              </a:rPr>
              <a:t>width</a:t>
            </a:r>
            <a:r>
              <a:rPr lang="ja-JP" altLang="en-US" sz="2400" dirty="0">
                <a:solidFill>
                  <a:schemeClr val="tx1">
                    <a:lumMod val="90000"/>
                    <a:lumOff val="10000"/>
                  </a:schemeClr>
                </a:solidFill>
              </a:rPr>
              <a:t>の更新。タイマーがカウントアップすると、</a:t>
            </a:r>
            <a:r>
              <a:rPr lang="en-US" altLang="ja-JP" sz="2400" dirty="0">
                <a:solidFill>
                  <a:schemeClr val="tx1">
                    <a:lumMod val="90000"/>
                    <a:lumOff val="10000"/>
                  </a:schemeClr>
                </a:solidFill>
              </a:rPr>
              <a:t>4</a:t>
            </a:r>
            <a:r>
              <a:rPr lang="ja-JP" altLang="en-US" sz="2400" dirty="0">
                <a:solidFill>
                  <a:schemeClr val="tx1">
                    <a:lumMod val="90000"/>
                    <a:lumOff val="10000"/>
                  </a:schemeClr>
                </a:solidFill>
              </a:rPr>
              <a:t>を加算する</a:t>
            </a:r>
            <a:endParaRPr kumimoji="1" lang="ja-JP" altLang="en-US" sz="2400" dirty="0">
              <a:solidFill>
                <a:schemeClr val="tx1">
                  <a:lumMod val="90000"/>
                  <a:lumOff val="10000"/>
                </a:schemeClr>
              </a:solidFill>
            </a:endParaRPr>
          </a:p>
        </p:txBody>
      </p:sp>
    </p:spTree>
    <p:extLst>
      <p:ext uri="{BB962C8B-B14F-4D97-AF65-F5344CB8AC3E}">
        <p14:creationId xmlns:p14="http://schemas.microsoft.com/office/powerpoint/2010/main" val="15660442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61B7A08-E7BE-00D4-8F9E-22ED243C8DA6}"/>
              </a:ext>
            </a:extLst>
          </p:cNvPr>
          <p:cNvSpPr>
            <a:spLocks noGrp="1"/>
          </p:cNvSpPr>
          <p:nvPr>
            <p:ph type="title"/>
          </p:nvPr>
        </p:nvSpPr>
        <p:spPr/>
        <p:txBody>
          <a:bodyPr/>
          <a:lstStyle/>
          <a:p>
            <a:r>
              <a:rPr kumimoji="1" lang="ja-JP" altLang="en-US" dirty="0"/>
              <a:t>動作</a:t>
            </a:r>
          </a:p>
        </p:txBody>
      </p:sp>
      <p:sp>
        <p:nvSpPr>
          <p:cNvPr id="3" name="スライド番号プレースホルダー 2">
            <a:extLst>
              <a:ext uri="{FF2B5EF4-FFF2-40B4-BE49-F238E27FC236}">
                <a16:creationId xmlns:a16="http://schemas.microsoft.com/office/drawing/2014/main" id="{6A63D6FA-3A83-110F-2E1D-1EB1EE20310C}"/>
              </a:ext>
            </a:extLst>
          </p:cNvPr>
          <p:cNvSpPr>
            <a:spLocks noGrp="1"/>
          </p:cNvSpPr>
          <p:nvPr>
            <p:ph type="sldNum" sz="quarter" idx="12"/>
          </p:nvPr>
        </p:nvSpPr>
        <p:spPr/>
        <p:txBody>
          <a:bodyPr/>
          <a:lstStyle/>
          <a:p>
            <a:fld id="{336D103E-743F-4B05-B1B2-74D6FB9408BE}" type="slidenum">
              <a:rPr kumimoji="1" lang="ja-JP" altLang="en-US" smtClean="0"/>
              <a:t>12</a:t>
            </a:fld>
            <a:endParaRPr kumimoji="1" lang="ja-JP" altLang="en-US"/>
          </a:p>
        </p:txBody>
      </p:sp>
      <p:pic>
        <p:nvPicPr>
          <p:cNvPr id="4" name="VID_20260708_000220671">
            <a:hlinkClick r:id="" action="ppaction://media"/>
            <a:extLst>
              <a:ext uri="{FF2B5EF4-FFF2-40B4-BE49-F238E27FC236}">
                <a16:creationId xmlns:a16="http://schemas.microsoft.com/office/drawing/2014/main" id="{2F96018B-1FA3-6B28-C457-351278701932}"/>
              </a:ext>
            </a:extLst>
          </p:cNvPr>
          <p:cNvPicPr>
            <a:picLocks noChangeAspect="1"/>
          </p:cNvPicPr>
          <p:nvPr>
            <a:videoFile r:link="rId2"/>
            <p:extLst>
              <p:ext uri="{DAA4B4D4-6D71-4841-9C94-3DE7FCFB9230}">
                <p14:media xmlns:p14="http://schemas.microsoft.com/office/powerpoint/2010/main" r:embed="rId1"/>
              </p:ext>
            </p:extLst>
          </p:nvPr>
        </p:nvPicPr>
        <p:blipFill>
          <a:blip r:embed="rId6"/>
          <a:srcRect l="5143" r="21966"/>
          <a:stretch>
            <a:fillRect/>
          </a:stretch>
        </p:blipFill>
        <p:spPr>
          <a:xfrm>
            <a:off x="4745989" y="1418431"/>
            <a:ext cx="7109460" cy="4389438"/>
          </a:xfrm>
          <a:prstGeom prst="rect">
            <a:avLst/>
          </a:prstGeom>
        </p:spPr>
      </p:pic>
      <p:pic>
        <p:nvPicPr>
          <p:cNvPr id="5" name="VID_20260708_000318360">
            <a:hlinkClick r:id="" action="ppaction://media"/>
            <a:extLst>
              <a:ext uri="{FF2B5EF4-FFF2-40B4-BE49-F238E27FC236}">
                <a16:creationId xmlns:a16="http://schemas.microsoft.com/office/drawing/2014/main" id="{F60FA992-3D5C-5633-33D7-60E28B94FB28}"/>
              </a:ext>
            </a:extLst>
          </p:cNvPr>
          <p:cNvPicPr>
            <a:picLocks noChangeAspect="1"/>
          </p:cNvPicPr>
          <p:nvPr>
            <a:videoFile r:link="rId4"/>
            <p:extLst>
              <p:ext uri="{DAA4B4D4-6D71-4841-9C94-3DE7FCFB9230}">
                <p14:media xmlns:p14="http://schemas.microsoft.com/office/powerpoint/2010/main" r:embed="rId3"/>
              </p:ext>
            </p:extLst>
          </p:nvPr>
        </p:nvPicPr>
        <p:blipFill>
          <a:blip r:embed="rId7"/>
          <a:srcRect l="14204" r="51498"/>
          <a:stretch>
            <a:fillRect/>
          </a:stretch>
        </p:blipFill>
        <p:spPr>
          <a:xfrm>
            <a:off x="336551" y="1418431"/>
            <a:ext cx="3345180" cy="4389438"/>
          </a:xfrm>
          <a:prstGeom prst="rect">
            <a:avLst/>
          </a:prstGeom>
        </p:spPr>
      </p:pic>
    </p:spTree>
    <p:extLst>
      <p:ext uri="{BB962C8B-B14F-4D97-AF65-F5344CB8AC3E}">
        <p14:creationId xmlns:p14="http://schemas.microsoft.com/office/powerpoint/2010/main" val="30080811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5644" fill="hold"/>
                                        <p:tgtEl>
                                          <p:spTgt spid="4"/>
                                        </p:tgtEl>
                                      </p:cBhvr>
                                    </p:cmd>
                                  </p:childTnLst>
                                </p:cTn>
                              </p:par>
                            </p:childTnLst>
                          </p:cTn>
                        </p:par>
                      </p:childTnLst>
                    </p:cTn>
                  </p:par>
                  <p:par>
                    <p:cTn id="7" fill="hold">
                      <p:stCondLst>
                        <p:cond delay="indefinite"/>
                      </p:stCondLst>
                      <p:childTnLst>
                        <p:par>
                          <p:cTn id="8" fill="hold">
                            <p:stCondLst>
                              <p:cond delay="0"/>
                            </p:stCondLst>
                            <p:childTnLst>
                              <p:par>
                                <p:cTn id="9" presetID="1" presetClass="mediacall" presetSubtype="0" fill="hold" nodeType="clickEffect">
                                  <p:stCondLst>
                                    <p:cond delay="0"/>
                                  </p:stCondLst>
                                  <p:childTnLst>
                                    <p:cmd type="call" cmd="playFrom(0.0)">
                                      <p:cBhvr>
                                        <p:cTn id="10" dur="7046"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11" fill="hold" display="0">
                  <p:stCondLst>
                    <p:cond delay="indefinite"/>
                  </p:stCondLst>
                </p:cTn>
                <p:tgtEl>
                  <p:spTgt spid="4"/>
                </p:tgtEl>
              </p:cMediaNode>
            </p:video>
            <p:seq concurrent="1" nextAc="seek">
              <p:cTn id="12" restart="whenNotActive" fill="hold" evtFilter="cancelBubble" nodeType="interactiveSeq">
                <p:stCondLst>
                  <p:cond evt="onClick" delay="0">
                    <p:tgtEl>
                      <p:spTgt spid="4"/>
                    </p:tgtEl>
                  </p:cond>
                </p:stCondLst>
                <p:endSync evt="end" delay="0">
                  <p:rtn val="all"/>
                </p:endSync>
                <p:childTnLst>
                  <p:par>
                    <p:cTn id="13" fill="hold">
                      <p:stCondLst>
                        <p:cond delay="0"/>
                      </p:stCondLst>
                      <p:childTnLst>
                        <p:par>
                          <p:cTn id="14" fill="hold">
                            <p:stCondLst>
                              <p:cond delay="0"/>
                            </p:stCondLst>
                            <p:childTnLst>
                              <p:par>
                                <p:cTn id="15" presetID="2" presetClass="mediacall" presetSubtype="0" fill="hold" nodeType="clickEffect">
                                  <p:stCondLst>
                                    <p:cond delay="0"/>
                                  </p:stCondLst>
                                  <p:childTnLst>
                                    <p:cmd type="call" cmd="togglePause">
                                      <p:cBhvr>
                                        <p:cTn id="16" dur="1" fill="hold"/>
                                        <p:tgtEl>
                                          <p:spTgt spid="4"/>
                                        </p:tgtEl>
                                      </p:cBhvr>
                                    </p:cmd>
                                  </p:childTnLst>
                                </p:cTn>
                              </p:par>
                            </p:childTnLst>
                          </p:cTn>
                        </p:par>
                      </p:childTnLst>
                    </p:cTn>
                  </p:par>
                </p:childTnLst>
              </p:cTn>
              <p:nextCondLst>
                <p:cond evt="onClick" delay="0">
                  <p:tgtEl>
                    <p:spTgt spid="4"/>
                  </p:tgtEl>
                </p:cond>
              </p:nextCondLst>
            </p:seq>
            <p:video>
              <p:cMediaNode vol="80000">
                <p:cTn id="17" fill="hold" display="0">
                  <p:stCondLst>
                    <p:cond delay="indefinite"/>
                  </p:stCondLst>
                </p:cTn>
                <p:tgtEl>
                  <p:spTgt spid="5"/>
                </p:tgtEl>
              </p:cMediaNode>
            </p:video>
            <p:seq concurrent="1" nextAc="seek">
              <p:cTn id="18" restart="whenNotActive" fill="hold" evtFilter="cancelBubble" nodeType="interactiveSeq">
                <p:stCondLst>
                  <p:cond evt="onClick" delay="0">
                    <p:tgtEl>
                      <p:spTgt spid="5"/>
                    </p:tgtEl>
                  </p:cond>
                </p:stCondLst>
                <p:endSync evt="end" delay="0">
                  <p:rtn val="all"/>
                </p:endSync>
                <p:childTnLst>
                  <p:par>
                    <p:cTn id="19" fill="hold">
                      <p:stCondLst>
                        <p:cond delay="0"/>
                      </p:stCondLst>
                      <p:childTnLst>
                        <p:par>
                          <p:cTn id="20" fill="hold">
                            <p:stCondLst>
                              <p:cond delay="0"/>
                            </p:stCondLst>
                            <p:childTnLst>
                              <p:par>
                                <p:cTn id="21" presetID="2" presetClass="mediacall" presetSubtype="0" fill="hold" nodeType="clickEffect">
                                  <p:stCondLst>
                                    <p:cond delay="0"/>
                                  </p:stCondLst>
                                  <p:childTnLst>
                                    <p:cmd type="call" cmd="togglePause">
                                      <p:cBhvr>
                                        <p:cTn id="22" dur="1" fill="hold"/>
                                        <p:tgtEl>
                                          <p:spTgt spid="5"/>
                                        </p:tgtEl>
                                      </p:cBhvr>
                                    </p:cmd>
                                  </p:childTnLst>
                                </p:cTn>
                              </p:par>
                            </p:childTnLst>
                          </p:cTn>
                        </p:par>
                      </p:childTnLst>
                    </p:cTn>
                  </p:par>
                </p:childTnLst>
              </p:cTn>
              <p:nextCondLst>
                <p:cond evt="onClick" delay="0">
                  <p:tgtEl>
                    <p:spTgt spid="5"/>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3">
            <a:extLst>
              <a:ext uri="{FF2B5EF4-FFF2-40B4-BE49-F238E27FC236}">
                <a16:creationId xmlns:a16="http://schemas.microsoft.com/office/drawing/2014/main" id="{8781CCAD-4E2A-43AA-5640-383A18F265CD}"/>
              </a:ext>
            </a:extLst>
          </p:cNvPr>
          <p:cNvSpPr>
            <a:spLocks noGrp="1"/>
          </p:cNvSpPr>
          <p:nvPr>
            <p:ph type="title"/>
          </p:nvPr>
        </p:nvSpPr>
        <p:spPr/>
        <p:txBody>
          <a:bodyPr/>
          <a:lstStyle/>
          <a:p>
            <a:r>
              <a:rPr lang="en-US" altLang="ja-JP" dirty="0"/>
              <a:t>ΔΣ</a:t>
            </a:r>
            <a:r>
              <a:rPr lang="ja-JP" altLang="en-US" dirty="0"/>
              <a:t>のその前に</a:t>
            </a:r>
          </a:p>
        </p:txBody>
      </p:sp>
      <p:sp>
        <p:nvSpPr>
          <p:cNvPr id="5" name="テキスト プレースホルダー 4">
            <a:extLst>
              <a:ext uri="{FF2B5EF4-FFF2-40B4-BE49-F238E27FC236}">
                <a16:creationId xmlns:a16="http://schemas.microsoft.com/office/drawing/2014/main" id="{09FF487F-AE86-6683-17DD-FCB8D534F05C}"/>
              </a:ext>
            </a:extLst>
          </p:cNvPr>
          <p:cNvSpPr>
            <a:spLocks noGrp="1"/>
          </p:cNvSpPr>
          <p:nvPr>
            <p:ph type="body" idx="1"/>
          </p:nvPr>
        </p:nvSpPr>
        <p:spPr/>
        <p:txBody>
          <a:bodyPr/>
          <a:lstStyle/>
          <a:p>
            <a:endParaRPr lang="ja-JP" altLang="en-US"/>
          </a:p>
        </p:txBody>
      </p:sp>
      <p:sp>
        <p:nvSpPr>
          <p:cNvPr id="3" name="スライド番号プレースホルダー 2">
            <a:extLst>
              <a:ext uri="{FF2B5EF4-FFF2-40B4-BE49-F238E27FC236}">
                <a16:creationId xmlns:a16="http://schemas.microsoft.com/office/drawing/2014/main" id="{39337284-2F32-3AF2-0832-EF18F1AB76A7}"/>
              </a:ext>
            </a:extLst>
          </p:cNvPr>
          <p:cNvSpPr>
            <a:spLocks noGrp="1"/>
          </p:cNvSpPr>
          <p:nvPr>
            <p:ph type="sldNum" sz="quarter" idx="12"/>
          </p:nvPr>
        </p:nvSpPr>
        <p:spPr/>
        <p:txBody>
          <a:bodyPr/>
          <a:lstStyle/>
          <a:p>
            <a:fld id="{336D103E-743F-4B05-B1B2-74D6FB9408BE}" type="slidenum">
              <a:rPr kumimoji="1" lang="ja-JP" altLang="en-US" smtClean="0"/>
              <a:t>13</a:t>
            </a:fld>
            <a:endParaRPr kumimoji="1" lang="ja-JP" altLang="en-US"/>
          </a:p>
        </p:txBody>
      </p:sp>
    </p:spTree>
    <p:extLst>
      <p:ext uri="{BB962C8B-B14F-4D97-AF65-F5344CB8AC3E}">
        <p14:creationId xmlns:p14="http://schemas.microsoft.com/office/powerpoint/2010/main" val="37925051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タイトル 4">
            <a:extLst>
              <a:ext uri="{FF2B5EF4-FFF2-40B4-BE49-F238E27FC236}">
                <a16:creationId xmlns:a16="http://schemas.microsoft.com/office/drawing/2014/main" id="{28FB5B31-7D8D-1184-449C-422099B9811E}"/>
              </a:ext>
            </a:extLst>
          </p:cNvPr>
          <p:cNvSpPr>
            <a:spLocks noGrp="1"/>
          </p:cNvSpPr>
          <p:nvPr>
            <p:ph type="title"/>
          </p:nvPr>
        </p:nvSpPr>
        <p:spPr/>
        <p:txBody>
          <a:bodyPr/>
          <a:lstStyle/>
          <a:p>
            <a:r>
              <a:rPr lang="ja-JP" altLang="en-US" dirty="0"/>
              <a:t>連続信号と離散信号</a:t>
            </a:r>
          </a:p>
        </p:txBody>
      </p:sp>
      <p:sp>
        <p:nvSpPr>
          <p:cNvPr id="4" name="スライド番号プレースホルダー 3">
            <a:extLst>
              <a:ext uri="{FF2B5EF4-FFF2-40B4-BE49-F238E27FC236}">
                <a16:creationId xmlns:a16="http://schemas.microsoft.com/office/drawing/2014/main" id="{91856FFD-F9FC-DF0C-E022-7D1A6AEBF6FB}"/>
              </a:ext>
            </a:extLst>
          </p:cNvPr>
          <p:cNvSpPr>
            <a:spLocks noGrp="1"/>
          </p:cNvSpPr>
          <p:nvPr>
            <p:ph type="sldNum" sz="quarter" idx="12"/>
          </p:nvPr>
        </p:nvSpPr>
        <p:spPr/>
        <p:txBody>
          <a:bodyPr/>
          <a:lstStyle/>
          <a:p>
            <a:fld id="{336D103E-743F-4B05-B1B2-74D6FB9408BE}" type="slidenum">
              <a:rPr kumimoji="1" lang="ja-JP" altLang="en-US" smtClean="0"/>
              <a:t>14</a:t>
            </a:fld>
            <a:endParaRPr kumimoji="1" lang="ja-JP" altLang="en-US"/>
          </a:p>
        </p:txBody>
      </p:sp>
      <p:sp>
        <p:nvSpPr>
          <p:cNvPr id="9" name="平行四辺形 8">
            <a:extLst>
              <a:ext uri="{FF2B5EF4-FFF2-40B4-BE49-F238E27FC236}">
                <a16:creationId xmlns:a16="http://schemas.microsoft.com/office/drawing/2014/main" id="{22EA830B-CCCA-ACB1-015A-CDD57B08A394}"/>
              </a:ext>
            </a:extLst>
          </p:cNvPr>
          <p:cNvSpPr/>
          <p:nvPr/>
        </p:nvSpPr>
        <p:spPr>
          <a:xfrm>
            <a:off x="336551" y="1325263"/>
            <a:ext cx="5494463" cy="165947"/>
          </a:xfrm>
          <a:prstGeom prst="parallelogram">
            <a:avLst>
              <a:gd name="adj" fmla="val 57653"/>
            </a:avLst>
          </a:prstGeom>
          <a:solidFill>
            <a:srgbClr val="BFE4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テキスト ボックス 10">
            <a:extLst>
              <a:ext uri="{FF2B5EF4-FFF2-40B4-BE49-F238E27FC236}">
                <a16:creationId xmlns:a16="http://schemas.microsoft.com/office/drawing/2014/main" id="{5F04BBAB-6D5C-72DC-E653-B5C7B614E76C}"/>
              </a:ext>
            </a:extLst>
          </p:cNvPr>
          <p:cNvSpPr txBox="1"/>
          <p:nvPr/>
        </p:nvSpPr>
        <p:spPr>
          <a:xfrm>
            <a:off x="521547" y="1029545"/>
            <a:ext cx="1415772" cy="461665"/>
          </a:xfrm>
          <a:prstGeom prst="rect">
            <a:avLst/>
          </a:prstGeom>
          <a:noFill/>
        </p:spPr>
        <p:txBody>
          <a:bodyPr wrap="none" rtlCol="0">
            <a:spAutoFit/>
          </a:bodyPr>
          <a:lstStyle/>
          <a:p>
            <a:pPr algn="l"/>
            <a:r>
              <a:rPr kumimoji="1" lang="ja-JP" altLang="en-US" sz="2400" dirty="0">
                <a:solidFill>
                  <a:schemeClr val="tx1">
                    <a:lumMod val="90000"/>
                    <a:lumOff val="10000"/>
                  </a:schemeClr>
                </a:solidFill>
              </a:rPr>
              <a:t>連続信号</a:t>
            </a:r>
          </a:p>
        </p:txBody>
      </p:sp>
      <p:sp>
        <p:nvSpPr>
          <p:cNvPr id="13" name="テキスト ボックス 12">
            <a:extLst>
              <a:ext uri="{FF2B5EF4-FFF2-40B4-BE49-F238E27FC236}">
                <a16:creationId xmlns:a16="http://schemas.microsoft.com/office/drawing/2014/main" id="{592C71C4-D838-63DC-10B4-CE12AD880337}"/>
              </a:ext>
            </a:extLst>
          </p:cNvPr>
          <p:cNvSpPr txBox="1"/>
          <p:nvPr/>
        </p:nvSpPr>
        <p:spPr>
          <a:xfrm>
            <a:off x="521547" y="1639332"/>
            <a:ext cx="5309467" cy="830997"/>
          </a:xfrm>
          <a:prstGeom prst="rect">
            <a:avLst/>
          </a:prstGeom>
          <a:noFill/>
        </p:spPr>
        <p:txBody>
          <a:bodyPr wrap="square" rtlCol="0">
            <a:spAutoFit/>
          </a:bodyPr>
          <a:lstStyle/>
          <a:p>
            <a:pPr algn="l"/>
            <a:r>
              <a:rPr kumimoji="1" lang="ja-JP" altLang="en-US" sz="2400" dirty="0">
                <a:solidFill>
                  <a:schemeClr val="tx1">
                    <a:lumMod val="90000"/>
                    <a:lumOff val="10000"/>
                  </a:schemeClr>
                </a:solidFill>
              </a:rPr>
              <a:t>信号</a:t>
            </a:r>
            <a:r>
              <a:rPr lang="ja-JP" altLang="en-US" sz="2400" dirty="0">
                <a:solidFill>
                  <a:schemeClr val="tx1">
                    <a:lumMod val="90000"/>
                    <a:lumOff val="10000"/>
                  </a:schemeClr>
                </a:solidFill>
              </a:rPr>
              <a:t>の</a:t>
            </a:r>
            <a:r>
              <a:rPr kumimoji="1" lang="en-US" altLang="ja-JP" sz="2400" dirty="0">
                <a:solidFill>
                  <a:schemeClr val="tx1">
                    <a:lumMod val="90000"/>
                    <a:lumOff val="10000"/>
                  </a:schemeClr>
                </a:solidFill>
              </a:rPr>
              <a:t>2</a:t>
            </a:r>
            <a:r>
              <a:rPr kumimoji="1" lang="ja-JP" altLang="en-US" sz="2400" dirty="0">
                <a:solidFill>
                  <a:schemeClr val="tx1">
                    <a:lumMod val="90000"/>
                    <a:lumOff val="10000"/>
                  </a:schemeClr>
                </a:solidFill>
              </a:rPr>
              <a:t>点間のどこを取ってもその瞬間の値が決まる信号</a:t>
            </a:r>
          </a:p>
        </p:txBody>
      </p:sp>
      <p:sp>
        <p:nvSpPr>
          <p:cNvPr id="15" name="平行四辺形 14">
            <a:extLst>
              <a:ext uri="{FF2B5EF4-FFF2-40B4-BE49-F238E27FC236}">
                <a16:creationId xmlns:a16="http://schemas.microsoft.com/office/drawing/2014/main" id="{32D10D5B-885C-A874-4382-647612C68858}"/>
              </a:ext>
            </a:extLst>
          </p:cNvPr>
          <p:cNvSpPr/>
          <p:nvPr/>
        </p:nvSpPr>
        <p:spPr>
          <a:xfrm>
            <a:off x="6360986" y="1325263"/>
            <a:ext cx="5494463" cy="165947"/>
          </a:xfrm>
          <a:prstGeom prst="parallelogram">
            <a:avLst>
              <a:gd name="adj" fmla="val 57653"/>
            </a:avLst>
          </a:prstGeom>
          <a:solidFill>
            <a:srgbClr val="BFE4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テキスト ボックス 16">
            <a:extLst>
              <a:ext uri="{FF2B5EF4-FFF2-40B4-BE49-F238E27FC236}">
                <a16:creationId xmlns:a16="http://schemas.microsoft.com/office/drawing/2014/main" id="{78333615-1270-6D8D-2D6F-E20D6FA50D79}"/>
              </a:ext>
            </a:extLst>
          </p:cNvPr>
          <p:cNvSpPr txBox="1"/>
          <p:nvPr/>
        </p:nvSpPr>
        <p:spPr>
          <a:xfrm>
            <a:off x="6617928" y="1029544"/>
            <a:ext cx="1415772" cy="461665"/>
          </a:xfrm>
          <a:prstGeom prst="rect">
            <a:avLst/>
          </a:prstGeom>
          <a:noFill/>
        </p:spPr>
        <p:txBody>
          <a:bodyPr wrap="none" rtlCol="0">
            <a:spAutoFit/>
          </a:bodyPr>
          <a:lstStyle/>
          <a:p>
            <a:pPr algn="l"/>
            <a:r>
              <a:rPr lang="ja-JP" altLang="en-US" sz="2400" dirty="0">
                <a:solidFill>
                  <a:schemeClr val="tx1">
                    <a:lumMod val="90000"/>
                    <a:lumOff val="10000"/>
                  </a:schemeClr>
                </a:solidFill>
              </a:rPr>
              <a:t>離散信号</a:t>
            </a:r>
            <a:endParaRPr kumimoji="1" lang="ja-JP" altLang="en-US" sz="2400" dirty="0">
              <a:solidFill>
                <a:schemeClr val="tx1">
                  <a:lumMod val="90000"/>
                  <a:lumOff val="10000"/>
                </a:schemeClr>
              </a:solidFill>
            </a:endParaRPr>
          </a:p>
        </p:txBody>
      </p:sp>
      <p:sp>
        <p:nvSpPr>
          <p:cNvPr id="19" name="テキスト ボックス 18">
            <a:extLst>
              <a:ext uri="{FF2B5EF4-FFF2-40B4-BE49-F238E27FC236}">
                <a16:creationId xmlns:a16="http://schemas.microsoft.com/office/drawing/2014/main" id="{FB4D389C-63FF-77A9-B2AD-234246C1C46D}"/>
              </a:ext>
            </a:extLst>
          </p:cNvPr>
          <p:cNvSpPr txBox="1"/>
          <p:nvPr/>
        </p:nvSpPr>
        <p:spPr>
          <a:xfrm>
            <a:off x="6617928" y="1639332"/>
            <a:ext cx="5239110" cy="1200329"/>
          </a:xfrm>
          <a:prstGeom prst="rect">
            <a:avLst/>
          </a:prstGeom>
          <a:noFill/>
        </p:spPr>
        <p:txBody>
          <a:bodyPr wrap="square" rtlCol="0">
            <a:spAutoFit/>
          </a:bodyPr>
          <a:lstStyle/>
          <a:p>
            <a:pPr algn="l"/>
            <a:r>
              <a:rPr lang="ja-JP" altLang="en-US" sz="2400" dirty="0">
                <a:solidFill>
                  <a:schemeClr val="tx1">
                    <a:lumMod val="90000"/>
                    <a:lumOff val="10000"/>
                  </a:schemeClr>
                </a:solidFill>
              </a:rPr>
              <a:t>時間方向に分割された値の集合で構成される信号。</a:t>
            </a:r>
            <a:r>
              <a:rPr lang="en-US" altLang="ja-JP" sz="2400" dirty="0">
                <a:solidFill>
                  <a:schemeClr val="tx1">
                    <a:lumMod val="90000"/>
                    <a:lumOff val="10000"/>
                  </a:schemeClr>
                </a:solidFill>
              </a:rPr>
              <a:t>2</a:t>
            </a:r>
            <a:r>
              <a:rPr lang="ja-JP" altLang="en-US" sz="2400" dirty="0">
                <a:solidFill>
                  <a:schemeClr val="tx1">
                    <a:lumMod val="90000"/>
                    <a:lumOff val="10000"/>
                  </a:schemeClr>
                </a:solidFill>
              </a:rPr>
              <a:t>点間の値は決めることができない信号</a:t>
            </a:r>
            <a:endParaRPr kumimoji="1" lang="ja-JP" altLang="en-US" sz="2400" dirty="0">
              <a:solidFill>
                <a:schemeClr val="tx1">
                  <a:lumMod val="90000"/>
                  <a:lumOff val="10000"/>
                </a:schemeClr>
              </a:solidFill>
            </a:endParaRPr>
          </a:p>
        </p:txBody>
      </p:sp>
      <p:sp>
        <p:nvSpPr>
          <p:cNvPr id="20" name="フリーフォーム: 図形 19">
            <a:extLst>
              <a:ext uri="{FF2B5EF4-FFF2-40B4-BE49-F238E27FC236}">
                <a16:creationId xmlns:a16="http://schemas.microsoft.com/office/drawing/2014/main" id="{2ADC8D0E-D928-C80D-8E8B-1A7414C8A47D}"/>
              </a:ext>
            </a:extLst>
          </p:cNvPr>
          <p:cNvSpPr/>
          <p:nvPr/>
        </p:nvSpPr>
        <p:spPr>
          <a:xfrm>
            <a:off x="968587" y="3540158"/>
            <a:ext cx="3867574" cy="1806082"/>
          </a:xfrm>
          <a:custGeom>
            <a:avLst/>
            <a:gdLst>
              <a:gd name="csX0" fmla="*/ 0 w 4754880"/>
              <a:gd name="csY0" fmla="*/ 996614 h 1806082"/>
              <a:gd name="csX1" fmla="*/ 528320 w 4754880"/>
              <a:gd name="csY1" fmla="*/ 244774 h 1806082"/>
              <a:gd name="csX2" fmla="*/ 975360 w 4754880"/>
              <a:gd name="csY2" fmla="*/ 1423334 h 1806082"/>
              <a:gd name="csX3" fmla="*/ 1225974 w 4754880"/>
              <a:gd name="csY3" fmla="*/ 874694 h 1806082"/>
              <a:gd name="csX4" fmla="*/ 1503680 w 4754880"/>
              <a:gd name="csY4" fmla="*/ 1111761 h 1806082"/>
              <a:gd name="csX5" fmla="*/ 1849120 w 4754880"/>
              <a:gd name="csY5" fmla="*/ 7707 h 1806082"/>
              <a:gd name="csX6" fmla="*/ 2465494 w 4754880"/>
              <a:gd name="csY6" fmla="*/ 1762001 h 1806082"/>
              <a:gd name="csX7" fmla="*/ 2675467 w 4754880"/>
              <a:gd name="csY7" fmla="*/ 1267547 h 1806082"/>
              <a:gd name="csX8" fmla="*/ 3197014 w 4754880"/>
              <a:gd name="csY8" fmla="*/ 1152401 h 1806082"/>
              <a:gd name="csX9" fmla="*/ 3542454 w 4754880"/>
              <a:gd name="csY9" fmla="*/ 122854 h 1806082"/>
              <a:gd name="csX10" fmla="*/ 4253654 w 4754880"/>
              <a:gd name="csY10" fmla="*/ 1565574 h 1806082"/>
              <a:gd name="csX11" fmla="*/ 4754880 w 4754880"/>
              <a:gd name="csY11" fmla="*/ 800187 h 180608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4754880" h="1806082">
                <a:moveTo>
                  <a:pt x="0" y="996614"/>
                </a:moveTo>
                <a:cubicBezTo>
                  <a:pt x="182880" y="585134"/>
                  <a:pt x="365760" y="173654"/>
                  <a:pt x="528320" y="244774"/>
                </a:cubicBezTo>
                <a:cubicBezTo>
                  <a:pt x="690880" y="315894"/>
                  <a:pt x="859084" y="1318347"/>
                  <a:pt x="975360" y="1423334"/>
                </a:cubicBezTo>
                <a:cubicBezTo>
                  <a:pt x="1091636" y="1528321"/>
                  <a:pt x="1137921" y="926623"/>
                  <a:pt x="1225974" y="874694"/>
                </a:cubicBezTo>
                <a:cubicBezTo>
                  <a:pt x="1314027" y="822765"/>
                  <a:pt x="1399822" y="1256259"/>
                  <a:pt x="1503680" y="1111761"/>
                </a:cubicBezTo>
                <a:cubicBezTo>
                  <a:pt x="1607538" y="967263"/>
                  <a:pt x="1688818" y="-100666"/>
                  <a:pt x="1849120" y="7707"/>
                </a:cubicBezTo>
                <a:cubicBezTo>
                  <a:pt x="2009422" y="116080"/>
                  <a:pt x="2327770" y="1552028"/>
                  <a:pt x="2465494" y="1762001"/>
                </a:cubicBezTo>
                <a:cubicBezTo>
                  <a:pt x="2603219" y="1971974"/>
                  <a:pt x="2553547" y="1369147"/>
                  <a:pt x="2675467" y="1267547"/>
                </a:cubicBezTo>
                <a:cubicBezTo>
                  <a:pt x="2797387" y="1165947"/>
                  <a:pt x="3052516" y="1343183"/>
                  <a:pt x="3197014" y="1152401"/>
                </a:cubicBezTo>
                <a:cubicBezTo>
                  <a:pt x="3341512" y="961619"/>
                  <a:pt x="3366347" y="53992"/>
                  <a:pt x="3542454" y="122854"/>
                </a:cubicBezTo>
                <a:cubicBezTo>
                  <a:pt x="3718561" y="191716"/>
                  <a:pt x="4051583" y="1452685"/>
                  <a:pt x="4253654" y="1565574"/>
                </a:cubicBezTo>
                <a:cubicBezTo>
                  <a:pt x="4455725" y="1678463"/>
                  <a:pt x="4605302" y="1239325"/>
                  <a:pt x="4754880" y="800187"/>
                </a:cubicBezTo>
              </a:path>
            </a:pathLst>
          </a:custGeom>
          <a:ln w="28575"/>
        </p:spPr>
        <p:style>
          <a:lnRef idx="3">
            <a:schemeClr val="accent6"/>
          </a:lnRef>
          <a:fillRef idx="0">
            <a:schemeClr val="accent6"/>
          </a:fillRef>
          <a:effectRef idx="2">
            <a:schemeClr val="accent6"/>
          </a:effectRef>
          <a:fontRef idx="minor">
            <a:schemeClr val="tx1"/>
          </a:fontRef>
        </p:style>
        <p:txBody>
          <a:bodyPr rtlCol="0" anchor="ctr"/>
          <a:lstStyle/>
          <a:p>
            <a:pPr algn="ctr"/>
            <a:endParaRPr kumimoji="1" lang="ja-JP" altLang="en-US"/>
          </a:p>
        </p:txBody>
      </p:sp>
      <p:cxnSp>
        <p:nvCxnSpPr>
          <p:cNvPr id="22" name="直線矢印コネクタ 21">
            <a:extLst>
              <a:ext uri="{FF2B5EF4-FFF2-40B4-BE49-F238E27FC236}">
                <a16:creationId xmlns:a16="http://schemas.microsoft.com/office/drawing/2014/main" id="{2F2648AE-0DB8-FE95-8687-6544F8945B4F}"/>
              </a:ext>
            </a:extLst>
          </p:cNvPr>
          <p:cNvCxnSpPr/>
          <p:nvPr/>
        </p:nvCxnSpPr>
        <p:spPr>
          <a:xfrm flipV="1">
            <a:off x="968587" y="3429000"/>
            <a:ext cx="0" cy="215900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4" name="直線コネクタ 23">
            <a:extLst>
              <a:ext uri="{FF2B5EF4-FFF2-40B4-BE49-F238E27FC236}">
                <a16:creationId xmlns:a16="http://schemas.microsoft.com/office/drawing/2014/main" id="{E11753FF-42A3-1232-D484-A6E031B061FC}"/>
              </a:ext>
            </a:extLst>
          </p:cNvPr>
          <p:cNvCxnSpPr>
            <a:cxnSpLocks/>
          </p:cNvCxnSpPr>
          <p:nvPr/>
        </p:nvCxnSpPr>
        <p:spPr>
          <a:xfrm>
            <a:off x="785707" y="5444683"/>
            <a:ext cx="4409440" cy="0"/>
          </a:xfrm>
          <a:prstGeom prst="line">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grpSp>
        <p:nvGrpSpPr>
          <p:cNvPr id="2" name="グループ化 1">
            <a:extLst>
              <a:ext uri="{FF2B5EF4-FFF2-40B4-BE49-F238E27FC236}">
                <a16:creationId xmlns:a16="http://schemas.microsoft.com/office/drawing/2014/main" id="{61A62318-3F37-CD40-C9D2-11EE0325FCA5}"/>
              </a:ext>
            </a:extLst>
          </p:cNvPr>
          <p:cNvGrpSpPr/>
          <p:nvPr/>
        </p:nvGrpSpPr>
        <p:grpSpPr>
          <a:xfrm>
            <a:off x="6685281" y="3429000"/>
            <a:ext cx="4409440" cy="2159000"/>
            <a:chOff x="6685281" y="3429000"/>
            <a:chExt cx="4409440" cy="2159000"/>
          </a:xfrm>
        </p:grpSpPr>
        <p:sp>
          <p:nvSpPr>
            <p:cNvPr id="26" name="フリーフォーム: 図形 25">
              <a:extLst>
                <a:ext uri="{FF2B5EF4-FFF2-40B4-BE49-F238E27FC236}">
                  <a16:creationId xmlns:a16="http://schemas.microsoft.com/office/drawing/2014/main" id="{D630CEF0-705B-331C-A718-0599B3384151}"/>
                </a:ext>
              </a:extLst>
            </p:cNvPr>
            <p:cNvSpPr/>
            <p:nvPr/>
          </p:nvSpPr>
          <p:spPr>
            <a:xfrm>
              <a:off x="6868161" y="3540158"/>
              <a:ext cx="3867574" cy="1806082"/>
            </a:xfrm>
            <a:custGeom>
              <a:avLst/>
              <a:gdLst>
                <a:gd name="csX0" fmla="*/ 0 w 4754880"/>
                <a:gd name="csY0" fmla="*/ 996614 h 1806082"/>
                <a:gd name="csX1" fmla="*/ 528320 w 4754880"/>
                <a:gd name="csY1" fmla="*/ 244774 h 1806082"/>
                <a:gd name="csX2" fmla="*/ 975360 w 4754880"/>
                <a:gd name="csY2" fmla="*/ 1423334 h 1806082"/>
                <a:gd name="csX3" fmla="*/ 1225974 w 4754880"/>
                <a:gd name="csY3" fmla="*/ 874694 h 1806082"/>
                <a:gd name="csX4" fmla="*/ 1503680 w 4754880"/>
                <a:gd name="csY4" fmla="*/ 1111761 h 1806082"/>
                <a:gd name="csX5" fmla="*/ 1849120 w 4754880"/>
                <a:gd name="csY5" fmla="*/ 7707 h 1806082"/>
                <a:gd name="csX6" fmla="*/ 2465494 w 4754880"/>
                <a:gd name="csY6" fmla="*/ 1762001 h 1806082"/>
                <a:gd name="csX7" fmla="*/ 2675467 w 4754880"/>
                <a:gd name="csY7" fmla="*/ 1267547 h 1806082"/>
                <a:gd name="csX8" fmla="*/ 3197014 w 4754880"/>
                <a:gd name="csY8" fmla="*/ 1152401 h 1806082"/>
                <a:gd name="csX9" fmla="*/ 3542454 w 4754880"/>
                <a:gd name="csY9" fmla="*/ 122854 h 1806082"/>
                <a:gd name="csX10" fmla="*/ 4253654 w 4754880"/>
                <a:gd name="csY10" fmla="*/ 1565574 h 1806082"/>
                <a:gd name="csX11" fmla="*/ 4754880 w 4754880"/>
                <a:gd name="csY11" fmla="*/ 800187 h 180608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4754880" h="1806082">
                  <a:moveTo>
                    <a:pt x="0" y="996614"/>
                  </a:moveTo>
                  <a:cubicBezTo>
                    <a:pt x="182880" y="585134"/>
                    <a:pt x="365760" y="173654"/>
                    <a:pt x="528320" y="244774"/>
                  </a:cubicBezTo>
                  <a:cubicBezTo>
                    <a:pt x="690880" y="315894"/>
                    <a:pt x="859084" y="1318347"/>
                    <a:pt x="975360" y="1423334"/>
                  </a:cubicBezTo>
                  <a:cubicBezTo>
                    <a:pt x="1091636" y="1528321"/>
                    <a:pt x="1137921" y="926623"/>
                    <a:pt x="1225974" y="874694"/>
                  </a:cubicBezTo>
                  <a:cubicBezTo>
                    <a:pt x="1314027" y="822765"/>
                    <a:pt x="1399822" y="1256259"/>
                    <a:pt x="1503680" y="1111761"/>
                  </a:cubicBezTo>
                  <a:cubicBezTo>
                    <a:pt x="1607538" y="967263"/>
                    <a:pt x="1688818" y="-100666"/>
                    <a:pt x="1849120" y="7707"/>
                  </a:cubicBezTo>
                  <a:cubicBezTo>
                    <a:pt x="2009422" y="116080"/>
                    <a:pt x="2327770" y="1552028"/>
                    <a:pt x="2465494" y="1762001"/>
                  </a:cubicBezTo>
                  <a:cubicBezTo>
                    <a:pt x="2603219" y="1971974"/>
                    <a:pt x="2553547" y="1369147"/>
                    <a:pt x="2675467" y="1267547"/>
                  </a:cubicBezTo>
                  <a:cubicBezTo>
                    <a:pt x="2797387" y="1165947"/>
                    <a:pt x="3052516" y="1343183"/>
                    <a:pt x="3197014" y="1152401"/>
                  </a:cubicBezTo>
                  <a:cubicBezTo>
                    <a:pt x="3341512" y="961619"/>
                    <a:pt x="3366347" y="53992"/>
                    <a:pt x="3542454" y="122854"/>
                  </a:cubicBezTo>
                  <a:cubicBezTo>
                    <a:pt x="3718561" y="191716"/>
                    <a:pt x="4051583" y="1452685"/>
                    <a:pt x="4253654" y="1565574"/>
                  </a:cubicBezTo>
                  <a:cubicBezTo>
                    <a:pt x="4455725" y="1678463"/>
                    <a:pt x="4605302" y="1239325"/>
                    <a:pt x="4754880" y="800187"/>
                  </a:cubicBezTo>
                </a:path>
              </a:pathLst>
            </a:custGeom>
            <a:ln w="28575">
              <a:solidFill>
                <a:schemeClr val="accent6">
                  <a:lumMod val="20000"/>
                  <a:lumOff val="80000"/>
                </a:schemeClr>
              </a:solidFill>
              <a:prstDash val="sysDot"/>
            </a:ln>
          </p:spPr>
          <p:style>
            <a:lnRef idx="3">
              <a:schemeClr val="accent6"/>
            </a:lnRef>
            <a:fillRef idx="0">
              <a:schemeClr val="accent6"/>
            </a:fillRef>
            <a:effectRef idx="2">
              <a:schemeClr val="accent6"/>
            </a:effectRef>
            <a:fontRef idx="minor">
              <a:schemeClr val="tx1"/>
            </a:fontRef>
          </p:style>
          <p:txBody>
            <a:bodyPr rtlCol="0" anchor="ctr"/>
            <a:lstStyle/>
            <a:p>
              <a:pPr algn="ctr"/>
              <a:endParaRPr kumimoji="1" lang="ja-JP" altLang="en-US"/>
            </a:p>
          </p:txBody>
        </p:sp>
        <p:cxnSp>
          <p:nvCxnSpPr>
            <p:cNvPr id="27" name="直線矢印コネクタ 26">
              <a:extLst>
                <a:ext uri="{FF2B5EF4-FFF2-40B4-BE49-F238E27FC236}">
                  <a16:creationId xmlns:a16="http://schemas.microsoft.com/office/drawing/2014/main" id="{983E3FFB-A54D-CE46-6F5D-8F53C693137D}"/>
                </a:ext>
              </a:extLst>
            </p:cNvPr>
            <p:cNvCxnSpPr/>
            <p:nvPr/>
          </p:nvCxnSpPr>
          <p:spPr>
            <a:xfrm flipV="1">
              <a:off x="6868161" y="3429000"/>
              <a:ext cx="0" cy="215900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8" name="直線コネクタ 27">
              <a:extLst>
                <a:ext uri="{FF2B5EF4-FFF2-40B4-BE49-F238E27FC236}">
                  <a16:creationId xmlns:a16="http://schemas.microsoft.com/office/drawing/2014/main" id="{90EE92DF-81B4-73FD-4245-0DAD0A35F2A0}"/>
                </a:ext>
              </a:extLst>
            </p:cNvPr>
            <p:cNvCxnSpPr>
              <a:cxnSpLocks/>
            </p:cNvCxnSpPr>
            <p:nvPr/>
          </p:nvCxnSpPr>
          <p:spPr>
            <a:xfrm>
              <a:off x="6685281" y="5444683"/>
              <a:ext cx="4409440" cy="0"/>
            </a:xfrm>
            <a:prstGeom prst="line">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9" name="楕円 28">
              <a:extLst>
                <a:ext uri="{FF2B5EF4-FFF2-40B4-BE49-F238E27FC236}">
                  <a16:creationId xmlns:a16="http://schemas.microsoft.com/office/drawing/2014/main" id="{D35FA91A-BD3F-8BB4-AA2E-09A1BC169CAE}"/>
                </a:ext>
              </a:extLst>
            </p:cNvPr>
            <p:cNvSpPr/>
            <p:nvPr/>
          </p:nvSpPr>
          <p:spPr>
            <a:xfrm>
              <a:off x="6818206" y="4458546"/>
              <a:ext cx="99907" cy="99907"/>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kumimoji="1" lang="ja-JP" altLang="en-US"/>
            </a:p>
          </p:txBody>
        </p:sp>
        <p:sp>
          <p:nvSpPr>
            <p:cNvPr id="30" name="楕円 29">
              <a:extLst>
                <a:ext uri="{FF2B5EF4-FFF2-40B4-BE49-F238E27FC236}">
                  <a16:creationId xmlns:a16="http://schemas.microsoft.com/office/drawing/2014/main" id="{422096F0-3791-3FFB-2B55-3B85137F7A46}"/>
                </a:ext>
              </a:extLst>
            </p:cNvPr>
            <p:cNvSpPr/>
            <p:nvPr/>
          </p:nvSpPr>
          <p:spPr>
            <a:xfrm>
              <a:off x="7104892" y="3801321"/>
              <a:ext cx="99907" cy="99907"/>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kumimoji="1" lang="ja-JP" altLang="en-US"/>
            </a:p>
          </p:txBody>
        </p:sp>
        <p:sp>
          <p:nvSpPr>
            <p:cNvPr id="31" name="楕円 30">
              <a:extLst>
                <a:ext uri="{FF2B5EF4-FFF2-40B4-BE49-F238E27FC236}">
                  <a16:creationId xmlns:a16="http://schemas.microsoft.com/office/drawing/2014/main" id="{8F345512-EE65-DB10-B22F-1D9380FB292D}"/>
                </a:ext>
              </a:extLst>
            </p:cNvPr>
            <p:cNvSpPr/>
            <p:nvPr/>
          </p:nvSpPr>
          <p:spPr>
            <a:xfrm>
              <a:off x="7391578" y="4092218"/>
              <a:ext cx="99907" cy="99907"/>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kumimoji="1" lang="ja-JP" altLang="en-US"/>
            </a:p>
          </p:txBody>
        </p:sp>
        <p:sp>
          <p:nvSpPr>
            <p:cNvPr id="32" name="楕円 31">
              <a:extLst>
                <a:ext uri="{FF2B5EF4-FFF2-40B4-BE49-F238E27FC236}">
                  <a16:creationId xmlns:a16="http://schemas.microsoft.com/office/drawing/2014/main" id="{E8B7EE25-DA56-32C8-9610-271E41087F89}"/>
                </a:ext>
              </a:extLst>
            </p:cNvPr>
            <p:cNvSpPr/>
            <p:nvPr/>
          </p:nvSpPr>
          <p:spPr>
            <a:xfrm>
              <a:off x="7678264" y="4873836"/>
              <a:ext cx="99907" cy="99907"/>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kumimoji="1" lang="ja-JP" altLang="en-US"/>
            </a:p>
          </p:txBody>
        </p:sp>
        <p:sp>
          <p:nvSpPr>
            <p:cNvPr id="33" name="楕円 32">
              <a:extLst>
                <a:ext uri="{FF2B5EF4-FFF2-40B4-BE49-F238E27FC236}">
                  <a16:creationId xmlns:a16="http://schemas.microsoft.com/office/drawing/2014/main" id="{6E2E2E8E-578A-749D-5C87-B8F189416C42}"/>
                </a:ext>
              </a:extLst>
            </p:cNvPr>
            <p:cNvSpPr/>
            <p:nvPr/>
          </p:nvSpPr>
          <p:spPr>
            <a:xfrm>
              <a:off x="7964950" y="4614756"/>
              <a:ext cx="99907" cy="99907"/>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kumimoji="1" lang="ja-JP" altLang="en-US"/>
            </a:p>
          </p:txBody>
        </p:sp>
        <p:sp>
          <p:nvSpPr>
            <p:cNvPr id="34" name="楕円 33">
              <a:extLst>
                <a:ext uri="{FF2B5EF4-FFF2-40B4-BE49-F238E27FC236}">
                  <a16:creationId xmlns:a16="http://schemas.microsoft.com/office/drawing/2014/main" id="{FBB1C3C2-4CDE-BFEE-138A-9121299C229A}"/>
                </a:ext>
              </a:extLst>
            </p:cNvPr>
            <p:cNvSpPr/>
            <p:nvPr/>
          </p:nvSpPr>
          <p:spPr>
            <a:xfrm>
              <a:off x="8251636" y="3570816"/>
              <a:ext cx="99907" cy="99907"/>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kumimoji="1" lang="ja-JP" altLang="en-US"/>
            </a:p>
          </p:txBody>
        </p:sp>
        <p:sp>
          <p:nvSpPr>
            <p:cNvPr id="35" name="楕円 34">
              <a:extLst>
                <a:ext uri="{FF2B5EF4-FFF2-40B4-BE49-F238E27FC236}">
                  <a16:creationId xmlns:a16="http://schemas.microsoft.com/office/drawing/2014/main" id="{FDCFC954-7C26-6575-AE79-9A1A23F6F0AF}"/>
                </a:ext>
              </a:extLst>
            </p:cNvPr>
            <p:cNvSpPr/>
            <p:nvPr/>
          </p:nvSpPr>
          <p:spPr>
            <a:xfrm>
              <a:off x="8538322" y="4147250"/>
              <a:ext cx="99907" cy="99907"/>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kumimoji="1" lang="ja-JP" altLang="en-US"/>
            </a:p>
          </p:txBody>
        </p:sp>
        <p:sp>
          <p:nvSpPr>
            <p:cNvPr id="36" name="楕円 35">
              <a:extLst>
                <a:ext uri="{FF2B5EF4-FFF2-40B4-BE49-F238E27FC236}">
                  <a16:creationId xmlns:a16="http://schemas.microsoft.com/office/drawing/2014/main" id="{F2622D60-27F5-16CE-E9DB-773A0AD30FA1}"/>
                </a:ext>
              </a:extLst>
            </p:cNvPr>
            <p:cNvSpPr/>
            <p:nvPr/>
          </p:nvSpPr>
          <p:spPr>
            <a:xfrm>
              <a:off x="8825008" y="5268037"/>
              <a:ext cx="99907" cy="99907"/>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kumimoji="1" lang="ja-JP" altLang="en-US"/>
            </a:p>
          </p:txBody>
        </p:sp>
        <p:sp>
          <p:nvSpPr>
            <p:cNvPr id="37" name="楕円 36">
              <a:extLst>
                <a:ext uri="{FF2B5EF4-FFF2-40B4-BE49-F238E27FC236}">
                  <a16:creationId xmlns:a16="http://schemas.microsoft.com/office/drawing/2014/main" id="{9B719DC8-3B27-E065-C77E-1AEC3ADF1D8D}"/>
                </a:ext>
              </a:extLst>
            </p:cNvPr>
            <p:cNvSpPr/>
            <p:nvPr/>
          </p:nvSpPr>
          <p:spPr>
            <a:xfrm>
              <a:off x="9111694" y="4734771"/>
              <a:ext cx="99907" cy="99907"/>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kumimoji="1" lang="ja-JP" altLang="en-US"/>
            </a:p>
          </p:txBody>
        </p:sp>
        <p:sp>
          <p:nvSpPr>
            <p:cNvPr id="38" name="楕円 37">
              <a:extLst>
                <a:ext uri="{FF2B5EF4-FFF2-40B4-BE49-F238E27FC236}">
                  <a16:creationId xmlns:a16="http://schemas.microsoft.com/office/drawing/2014/main" id="{1E8665C9-9598-2A74-C90C-E2A0EE36AE4E}"/>
                </a:ext>
              </a:extLst>
            </p:cNvPr>
            <p:cNvSpPr/>
            <p:nvPr/>
          </p:nvSpPr>
          <p:spPr>
            <a:xfrm>
              <a:off x="9398380" y="4664709"/>
              <a:ext cx="99907" cy="99907"/>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kumimoji="1" lang="ja-JP" altLang="en-US"/>
            </a:p>
          </p:txBody>
        </p:sp>
        <p:sp>
          <p:nvSpPr>
            <p:cNvPr id="39" name="楕円 38">
              <a:extLst>
                <a:ext uri="{FF2B5EF4-FFF2-40B4-BE49-F238E27FC236}">
                  <a16:creationId xmlns:a16="http://schemas.microsoft.com/office/drawing/2014/main" id="{92AF952F-6BF8-723C-790F-BE75E5C0DEAE}"/>
                </a:ext>
              </a:extLst>
            </p:cNvPr>
            <p:cNvSpPr/>
            <p:nvPr/>
          </p:nvSpPr>
          <p:spPr>
            <a:xfrm>
              <a:off x="9685066" y="3620769"/>
              <a:ext cx="99907" cy="99907"/>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kumimoji="1" lang="ja-JP" altLang="en-US"/>
            </a:p>
          </p:txBody>
        </p:sp>
        <p:sp>
          <p:nvSpPr>
            <p:cNvPr id="40" name="楕円 39">
              <a:extLst>
                <a:ext uri="{FF2B5EF4-FFF2-40B4-BE49-F238E27FC236}">
                  <a16:creationId xmlns:a16="http://schemas.microsoft.com/office/drawing/2014/main" id="{C84A3FD6-2F26-49B7-3BFB-A8C5B8EC30A1}"/>
                </a:ext>
              </a:extLst>
            </p:cNvPr>
            <p:cNvSpPr/>
            <p:nvPr/>
          </p:nvSpPr>
          <p:spPr>
            <a:xfrm>
              <a:off x="9971752" y="4287096"/>
              <a:ext cx="99907" cy="99907"/>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kumimoji="1" lang="ja-JP" altLang="en-US"/>
            </a:p>
          </p:txBody>
        </p:sp>
        <p:sp>
          <p:nvSpPr>
            <p:cNvPr id="41" name="楕円 40">
              <a:extLst>
                <a:ext uri="{FF2B5EF4-FFF2-40B4-BE49-F238E27FC236}">
                  <a16:creationId xmlns:a16="http://schemas.microsoft.com/office/drawing/2014/main" id="{0383E9E0-6412-1FAF-E237-472E5A82601C}"/>
                </a:ext>
              </a:extLst>
            </p:cNvPr>
            <p:cNvSpPr/>
            <p:nvPr/>
          </p:nvSpPr>
          <p:spPr>
            <a:xfrm>
              <a:off x="10258438" y="5026236"/>
              <a:ext cx="99907" cy="99907"/>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kumimoji="1" lang="ja-JP" altLang="en-US"/>
            </a:p>
          </p:txBody>
        </p:sp>
        <p:sp>
          <p:nvSpPr>
            <p:cNvPr id="42" name="楕円 41">
              <a:extLst>
                <a:ext uri="{FF2B5EF4-FFF2-40B4-BE49-F238E27FC236}">
                  <a16:creationId xmlns:a16="http://schemas.microsoft.com/office/drawing/2014/main" id="{9E03DC07-E071-25E5-FCA5-7554230F2DC1}"/>
                </a:ext>
              </a:extLst>
            </p:cNvPr>
            <p:cNvSpPr/>
            <p:nvPr/>
          </p:nvSpPr>
          <p:spPr>
            <a:xfrm>
              <a:off x="10545124" y="4773929"/>
              <a:ext cx="99907" cy="99907"/>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kumimoji="1" lang="ja-JP" altLang="en-US"/>
            </a:p>
          </p:txBody>
        </p:sp>
        <p:cxnSp>
          <p:nvCxnSpPr>
            <p:cNvPr id="46" name="直線コネクタ 45">
              <a:extLst>
                <a:ext uri="{FF2B5EF4-FFF2-40B4-BE49-F238E27FC236}">
                  <a16:creationId xmlns:a16="http://schemas.microsoft.com/office/drawing/2014/main" id="{C62D842F-AD76-023F-0166-7ABC700B07D4}"/>
                </a:ext>
              </a:extLst>
            </p:cNvPr>
            <p:cNvCxnSpPr>
              <a:cxnSpLocks/>
            </p:cNvCxnSpPr>
            <p:nvPr/>
          </p:nvCxnSpPr>
          <p:spPr>
            <a:xfrm>
              <a:off x="6868159" y="3649980"/>
              <a:ext cx="0" cy="1841500"/>
            </a:xfrm>
            <a:prstGeom prst="line">
              <a:avLst/>
            </a:prstGeom>
            <a:ln w="19050" cap="flat" cmpd="sng" algn="ctr">
              <a:solidFill>
                <a:schemeClr val="accent3"/>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47" name="直線コネクタ 46">
              <a:extLst>
                <a:ext uri="{FF2B5EF4-FFF2-40B4-BE49-F238E27FC236}">
                  <a16:creationId xmlns:a16="http://schemas.microsoft.com/office/drawing/2014/main" id="{67E3828F-6AB6-5EDA-1916-66B36DA08E7C}"/>
                </a:ext>
              </a:extLst>
            </p:cNvPr>
            <p:cNvCxnSpPr>
              <a:cxnSpLocks/>
            </p:cNvCxnSpPr>
            <p:nvPr/>
          </p:nvCxnSpPr>
          <p:spPr>
            <a:xfrm>
              <a:off x="7155027" y="3649980"/>
              <a:ext cx="0" cy="1841500"/>
            </a:xfrm>
            <a:prstGeom prst="line">
              <a:avLst/>
            </a:prstGeom>
            <a:ln w="19050" cap="flat" cmpd="sng" algn="ctr">
              <a:solidFill>
                <a:schemeClr val="accent3"/>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52" name="直線コネクタ 51">
              <a:extLst>
                <a:ext uri="{FF2B5EF4-FFF2-40B4-BE49-F238E27FC236}">
                  <a16:creationId xmlns:a16="http://schemas.microsoft.com/office/drawing/2014/main" id="{8B90477D-19A2-1F95-22B2-67026999143F}"/>
                </a:ext>
              </a:extLst>
            </p:cNvPr>
            <p:cNvCxnSpPr>
              <a:cxnSpLocks/>
            </p:cNvCxnSpPr>
            <p:nvPr/>
          </p:nvCxnSpPr>
          <p:spPr>
            <a:xfrm>
              <a:off x="7441895" y="3649980"/>
              <a:ext cx="0" cy="1841500"/>
            </a:xfrm>
            <a:prstGeom prst="line">
              <a:avLst/>
            </a:prstGeom>
            <a:ln w="19050" cap="flat" cmpd="sng" algn="ctr">
              <a:solidFill>
                <a:schemeClr val="accent3"/>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53" name="直線コネクタ 52">
              <a:extLst>
                <a:ext uri="{FF2B5EF4-FFF2-40B4-BE49-F238E27FC236}">
                  <a16:creationId xmlns:a16="http://schemas.microsoft.com/office/drawing/2014/main" id="{BB1BF6AA-6092-1F3A-70CB-188A3B3B7431}"/>
                </a:ext>
              </a:extLst>
            </p:cNvPr>
            <p:cNvCxnSpPr>
              <a:cxnSpLocks/>
            </p:cNvCxnSpPr>
            <p:nvPr/>
          </p:nvCxnSpPr>
          <p:spPr>
            <a:xfrm>
              <a:off x="7728763" y="3649980"/>
              <a:ext cx="0" cy="1841500"/>
            </a:xfrm>
            <a:prstGeom prst="line">
              <a:avLst/>
            </a:prstGeom>
            <a:ln w="19050" cap="flat" cmpd="sng" algn="ctr">
              <a:solidFill>
                <a:schemeClr val="accent3"/>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54" name="直線コネクタ 53">
              <a:extLst>
                <a:ext uri="{FF2B5EF4-FFF2-40B4-BE49-F238E27FC236}">
                  <a16:creationId xmlns:a16="http://schemas.microsoft.com/office/drawing/2014/main" id="{41361ABD-8B29-E697-3213-C0B443A00FEB}"/>
                </a:ext>
              </a:extLst>
            </p:cNvPr>
            <p:cNvCxnSpPr>
              <a:cxnSpLocks/>
            </p:cNvCxnSpPr>
            <p:nvPr/>
          </p:nvCxnSpPr>
          <p:spPr>
            <a:xfrm>
              <a:off x="8015631" y="3649980"/>
              <a:ext cx="0" cy="1841500"/>
            </a:xfrm>
            <a:prstGeom prst="line">
              <a:avLst/>
            </a:prstGeom>
            <a:ln w="19050" cap="flat" cmpd="sng" algn="ctr">
              <a:solidFill>
                <a:schemeClr val="accent3"/>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55" name="直線コネクタ 54">
              <a:extLst>
                <a:ext uri="{FF2B5EF4-FFF2-40B4-BE49-F238E27FC236}">
                  <a16:creationId xmlns:a16="http://schemas.microsoft.com/office/drawing/2014/main" id="{7D45B960-33FD-F697-35C4-D20BBF145CC5}"/>
                </a:ext>
              </a:extLst>
            </p:cNvPr>
            <p:cNvCxnSpPr>
              <a:cxnSpLocks/>
            </p:cNvCxnSpPr>
            <p:nvPr/>
          </p:nvCxnSpPr>
          <p:spPr>
            <a:xfrm>
              <a:off x="8302499" y="3649980"/>
              <a:ext cx="0" cy="1841500"/>
            </a:xfrm>
            <a:prstGeom prst="line">
              <a:avLst/>
            </a:prstGeom>
            <a:ln w="19050" cap="flat" cmpd="sng" algn="ctr">
              <a:solidFill>
                <a:schemeClr val="accent3"/>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56" name="直線コネクタ 55">
              <a:extLst>
                <a:ext uri="{FF2B5EF4-FFF2-40B4-BE49-F238E27FC236}">
                  <a16:creationId xmlns:a16="http://schemas.microsoft.com/office/drawing/2014/main" id="{5FC1FCBD-98E6-FFD6-DB00-B38B7390EEA9}"/>
                </a:ext>
              </a:extLst>
            </p:cNvPr>
            <p:cNvCxnSpPr>
              <a:cxnSpLocks/>
            </p:cNvCxnSpPr>
            <p:nvPr/>
          </p:nvCxnSpPr>
          <p:spPr>
            <a:xfrm>
              <a:off x="8589367" y="3649980"/>
              <a:ext cx="0" cy="1841500"/>
            </a:xfrm>
            <a:prstGeom prst="line">
              <a:avLst/>
            </a:prstGeom>
            <a:ln w="19050" cap="flat" cmpd="sng" algn="ctr">
              <a:solidFill>
                <a:schemeClr val="accent3"/>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57" name="直線コネクタ 56">
              <a:extLst>
                <a:ext uri="{FF2B5EF4-FFF2-40B4-BE49-F238E27FC236}">
                  <a16:creationId xmlns:a16="http://schemas.microsoft.com/office/drawing/2014/main" id="{F062FD6B-0178-505B-5CD4-A0602508871B}"/>
                </a:ext>
              </a:extLst>
            </p:cNvPr>
            <p:cNvCxnSpPr>
              <a:cxnSpLocks/>
            </p:cNvCxnSpPr>
            <p:nvPr/>
          </p:nvCxnSpPr>
          <p:spPr>
            <a:xfrm>
              <a:off x="8876235" y="3649980"/>
              <a:ext cx="0" cy="1841500"/>
            </a:xfrm>
            <a:prstGeom prst="line">
              <a:avLst/>
            </a:prstGeom>
            <a:ln w="19050" cap="flat" cmpd="sng" algn="ctr">
              <a:solidFill>
                <a:schemeClr val="accent3"/>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58" name="直線コネクタ 57">
              <a:extLst>
                <a:ext uri="{FF2B5EF4-FFF2-40B4-BE49-F238E27FC236}">
                  <a16:creationId xmlns:a16="http://schemas.microsoft.com/office/drawing/2014/main" id="{DC425EE1-235D-3983-3878-9BC691598731}"/>
                </a:ext>
              </a:extLst>
            </p:cNvPr>
            <p:cNvCxnSpPr>
              <a:cxnSpLocks/>
            </p:cNvCxnSpPr>
            <p:nvPr/>
          </p:nvCxnSpPr>
          <p:spPr>
            <a:xfrm>
              <a:off x="9163103" y="3649980"/>
              <a:ext cx="0" cy="1841500"/>
            </a:xfrm>
            <a:prstGeom prst="line">
              <a:avLst/>
            </a:prstGeom>
            <a:ln w="19050" cap="flat" cmpd="sng" algn="ctr">
              <a:solidFill>
                <a:schemeClr val="accent3"/>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59" name="直線コネクタ 58">
              <a:extLst>
                <a:ext uri="{FF2B5EF4-FFF2-40B4-BE49-F238E27FC236}">
                  <a16:creationId xmlns:a16="http://schemas.microsoft.com/office/drawing/2014/main" id="{0E0C4904-DAC1-96C9-2F5D-3FD5AD5D8074}"/>
                </a:ext>
              </a:extLst>
            </p:cNvPr>
            <p:cNvCxnSpPr>
              <a:cxnSpLocks/>
            </p:cNvCxnSpPr>
            <p:nvPr/>
          </p:nvCxnSpPr>
          <p:spPr>
            <a:xfrm>
              <a:off x="9449971" y="3649980"/>
              <a:ext cx="0" cy="1841500"/>
            </a:xfrm>
            <a:prstGeom prst="line">
              <a:avLst/>
            </a:prstGeom>
            <a:ln w="19050" cap="flat" cmpd="sng" algn="ctr">
              <a:solidFill>
                <a:schemeClr val="accent3"/>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60" name="直線コネクタ 59">
              <a:extLst>
                <a:ext uri="{FF2B5EF4-FFF2-40B4-BE49-F238E27FC236}">
                  <a16:creationId xmlns:a16="http://schemas.microsoft.com/office/drawing/2014/main" id="{87AB3C54-FA9E-A74E-F955-4FA524CB4C84}"/>
                </a:ext>
              </a:extLst>
            </p:cNvPr>
            <p:cNvCxnSpPr>
              <a:cxnSpLocks/>
            </p:cNvCxnSpPr>
            <p:nvPr/>
          </p:nvCxnSpPr>
          <p:spPr>
            <a:xfrm>
              <a:off x="9736839" y="3649980"/>
              <a:ext cx="0" cy="1841500"/>
            </a:xfrm>
            <a:prstGeom prst="line">
              <a:avLst/>
            </a:prstGeom>
            <a:ln w="19050" cap="flat" cmpd="sng" algn="ctr">
              <a:solidFill>
                <a:schemeClr val="accent3"/>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61" name="直線コネクタ 60">
              <a:extLst>
                <a:ext uri="{FF2B5EF4-FFF2-40B4-BE49-F238E27FC236}">
                  <a16:creationId xmlns:a16="http://schemas.microsoft.com/office/drawing/2014/main" id="{CE46787A-4C59-1BE8-FBE9-D248E19D7DA6}"/>
                </a:ext>
              </a:extLst>
            </p:cNvPr>
            <p:cNvCxnSpPr>
              <a:cxnSpLocks/>
            </p:cNvCxnSpPr>
            <p:nvPr/>
          </p:nvCxnSpPr>
          <p:spPr>
            <a:xfrm>
              <a:off x="10023707" y="3649980"/>
              <a:ext cx="0" cy="1841500"/>
            </a:xfrm>
            <a:prstGeom prst="line">
              <a:avLst/>
            </a:prstGeom>
            <a:ln w="19050" cap="flat" cmpd="sng" algn="ctr">
              <a:solidFill>
                <a:schemeClr val="accent3"/>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62" name="直線コネクタ 61">
              <a:extLst>
                <a:ext uri="{FF2B5EF4-FFF2-40B4-BE49-F238E27FC236}">
                  <a16:creationId xmlns:a16="http://schemas.microsoft.com/office/drawing/2014/main" id="{D3FB64F7-6757-E5FD-DC94-1AD635DCF230}"/>
                </a:ext>
              </a:extLst>
            </p:cNvPr>
            <p:cNvCxnSpPr>
              <a:cxnSpLocks/>
            </p:cNvCxnSpPr>
            <p:nvPr/>
          </p:nvCxnSpPr>
          <p:spPr>
            <a:xfrm>
              <a:off x="10310575" y="3649980"/>
              <a:ext cx="0" cy="1841500"/>
            </a:xfrm>
            <a:prstGeom prst="line">
              <a:avLst/>
            </a:prstGeom>
            <a:ln w="19050" cap="flat" cmpd="sng" algn="ctr">
              <a:solidFill>
                <a:schemeClr val="accent3"/>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63" name="直線コネクタ 62">
              <a:extLst>
                <a:ext uri="{FF2B5EF4-FFF2-40B4-BE49-F238E27FC236}">
                  <a16:creationId xmlns:a16="http://schemas.microsoft.com/office/drawing/2014/main" id="{6A4F77C8-8AF5-FD48-BE61-96DBDBEEC3ED}"/>
                </a:ext>
              </a:extLst>
            </p:cNvPr>
            <p:cNvCxnSpPr>
              <a:cxnSpLocks/>
            </p:cNvCxnSpPr>
            <p:nvPr/>
          </p:nvCxnSpPr>
          <p:spPr>
            <a:xfrm>
              <a:off x="10597443" y="3649980"/>
              <a:ext cx="0" cy="1841500"/>
            </a:xfrm>
            <a:prstGeom prst="line">
              <a:avLst/>
            </a:prstGeom>
            <a:ln w="19050" cap="flat" cmpd="sng" algn="ctr">
              <a:solidFill>
                <a:schemeClr val="accent3"/>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grpSp>
    </p:spTree>
    <p:extLst>
      <p:ext uri="{BB962C8B-B14F-4D97-AF65-F5344CB8AC3E}">
        <p14:creationId xmlns:p14="http://schemas.microsoft.com/office/powerpoint/2010/main" val="25095054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ABA4B7D-22BF-B76C-3CD7-24884AC7D17E}"/>
              </a:ext>
            </a:extLst>
          </p:cNvPr>
          <p:cNvSpPr>
            <a:spLocks noGrp="1"/>
          </p:cNvSpPr>
          <p:nvPr>
            <p:ph type="title"/>
          </p:nvPr>
        </p:nvSpPr>
        <p:spPr/>
        <p:txBody>
          <a:bodyPr/>
          <a:lstStyle/>
          <a:p>
            <a:r>
              <a:rPr kumimoji="1" lang="ja-JP" altLang="en-US" dirty="0"/>
              <a:t>ナイキスト周波数</a:t>
            </a:r>
          </a:p>
        </p:txBody>
      </p:sp>
      <p:sp>
        <p:nvSpPr>
          <p:cNvPr id="3" name="スライド番号プレースホルダー 2">
            <a:extLst>
              <a:ext uri="{FF2B5EF4-FFF2-40B4-BE49-F238E27FC236}">
                <a16:creationId xmlns:a16="http://schemas.microsoft.com/office/drawing/2014/main" id="{67772D03-B9FE-1564-26A0-FC5FB608B782}"/>
              </a:ext>
            </a:extLst>
          </p:cNvPr>
          <p:cNvSpPr>
            <a:spLocks noGrp="1"/>
          </p:cNvSpPr>
          <p:nvPr>
            <p:ph type="sldNum" sz="quarter" idx="12"/>
          </p:nvPr>
        </p:nvSpPr>
        <p:spPr/>
        <p:txBody>
          <a:bodyPr/>
          <a:lstStyle/>
          <a:p>
            <a:fld id="{336D103E-743F-4B05-B1B2-74D6FB9408BE}" type="slidenum">
              <a:rPr kumimoji="1" lang="ja-JP" altLang="en-US" smtClean="0"/>
              <a:t>15</a:t>
            </a:fld>
            <a:endParaRPr kumimoji="1" lang="ja-JP" altLang="en-US"/>
          </a:p>
        </p:txBody>
      </p:sp>
      <p:pic>
        <p:nvPicPr>
          <p:cNvPr id="7" name="図 6">
            <a:extLst>
              <a:ext uri="{FF2B5EF4-FFF2-40B4-BE49-F238E27FC236}">
                <a16:creationId xmlns:a16="http://schemas.microsoft.com/office/drawing/2014/main" id="{72A44CF2-5FAB-A21B-E74B-E6DF39FD323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4963" y="2722880"/>
            <a:ext cx="11522076" cy="3840692"/>
          </a:xfrm>
          <a:prstGeom prst="rect">
            <a:avLst/>
          </a:prstGeom>
        </p:spPr>
      </p:pic>
      <p:sp>
        <p:nvSpPr>
          <p:cNvPr id="8" name="テキスト ボックス 7">
            <a:extLst>
              <a:ext uri="{FF2B5EF4-FFF2-40B4-BE49-F238E27FC236}">
                <a16:creationId xmlns:a16="http://schemas.microsoft.com/office/drawing/2014/main" id="{9A5E7EBC-2F00-405E-EF2D-C15DD06054A0}"/>
              </a:ext>
            </a:extLst>
          </p:cNvPr>
          <p:cNvSpPr txBox="1"/>
          <p:nvPr/>
        </p:nvSpPr>
        <p:spPr>
          <a:xfrm>
            <a:off x="334963" y="1045498"/>
            <a:ext cx="9741769" cy="707886"/>
          </a:xfrm>
          <a:prstGeom prst="rect">
            <a:avLst/>
          </a:prstGeom>
          <a:noFill/>
        </p:spPr>
        <p:txBody>
          <a:bodyPr wrap="none" rtlCol="0">
            <a:spAutoFit/>
          </a:bodyPr>
          <a:lstStyle/>
          <a:p>
            <a:pPr algn="l"/>
            <a:r>
              <a:rPr lang="ja-JP" altLang="en-US" sz="2000" dirty="0"/>
              <a:t>ある周波数の信号を取得するのにどの程度のサンプリング周波数が必要になるのか？</a:t>
            </a:r>
            <a:endParaRPr lang="en-US" altLang="ja-JP" sz="2000" dirty="0"/>
          </a:p>
          <a:p>
            <a:pPr algn="l"/>
            <a:r>
              <a:rPr lang="ja-JP" altLang="en-US" sz="2000" dirty="0"/>
              <a:t>→ 取得する信号周波数の</a:t>
            </a:r>
            <a:r>
              <a:rPr lang="en-US" altLang="ja-JP" sz="2000" dirty="0"/>
              <a:t>2</a:t>
            </a:r>
            <a:r>
              <a:rPr lang="ja-JP" altLang="en-US" sz="2000" dirty="0"/>
              <a:t>倍以上の周波数でサンプリングする</a:t>
            </a:r>
          </a:p>
        </p:txBody>
      </p:sp>
      <p:sp>
        <p:nvSpPr>
          <p:cNvPr id="9" name="テキスト ボックス 8">
            <a:extLst>
              <a:ext uri="{FF2B5EF4-FFF2-40B4-BE49-F238E27FC236}">
                <a16:creationId xmlns:a16="http://schemas.microsoft.com/office/drawing/2014/main" id="{1643C76E-7995-EEF5-76AB-EE001A9AAEBB}"/>
              </a:ext>
            </a:extLst>
          </p:cNvPr>
          <p:cNvSpPr txBox="1"/>
          <p:nvPr/>
        </p:nvSpPr>
        <p:spPr>
          <a:xfrm>
            <a:off x="334963" y="2076549"/>
            <a:ext cx="7122463" cy="646331"/>
          </a:xfrm>
          <a:prstGeom prst="rect">
            <a:avLst/>
          </a:prstGeom>
          <a:noFill/>
        </p:spPr>
        <p:txBody>
          <a:bodyPr wrap="none" rtlCol="0">
            <a:spAutoFit/>
          </a:bodyPr>
          <a:lstStyle/>
          <a:p>
            <a:pPr algn="l"/>
            <a:r>
              <a:rPr lang="en-US" altLang="ja-JP" sz="2000" dirty="0"/>
              <a:t>2</a:t>
            </a:r>
            <a:r>
              <a:rPr lang="ja-JP" altLang="en-US" sz="2000" dirty="0"/>
              <a:t>倍未満では離散化された振幅に周波数情報が残らない</a:t>
            </a:r>
            <a:br>
              <a:rPr lang="en-US" altLang="ja-JP" sz="2000" dirty="0"/>
            </a:br>
            <a:r>
              <a:rPr lang="ja-JP" altLang="en-US" sz="1600" dirty="0"/>
              <a:t>（厳密にはサンプリング周波数を中心として対称の周波数成分として出てくる）</a:t>
            </a:r>
            <a:endParaRPr lang="ja-JP" altLang="en-US" sz="2000" dirty="0"/>
          </a:p>
        </p:txBody>
      </p:sp>
      <mc:AlternateContent xmlns:mc="http://schemas.openxmlformats.org/markup-compatibility/2006" xmlns:a14="http://schemas.microsoft.com/office/drawing/2010/main">
        <mc:Choice Requires="a14">
          <p:sp>
            <p:nvSpPr>
              <p:cNvPr id="10" name="テキスト ボックス 9">
                <a:extLst>
                  <a:ext uri="{FF2B5EF4-FFF2-40B4-BE49-F238E27FC236}">
                    <a16:creationId xmlns:a16="http://schemas.microsoft.com/office/drawing/2014/main" id="{EE5F953C-FC40-98A0-DA31-147489D58DCE}"/>
                  </a:ext>
                </a:extLst>
              </p:cNvPr>
              <p:cNvSpPr txBox="1"/>
              <p:nvPr/>
            </p:nvSpPr>
            <p:spPr>
              <a:xfrm>
                <a:off x="8642243" y="1661050"/>
                <a:ext cx="2005934" cy="492443"/>
              </a:xfrm>
              <a:prstGeom prst="rect">
                <a:avLst/>
              </a:prstGeom>
              <a:noFill/>
            </p:spPr>
            <p:txBody>
              <a:bodyPr wrap="none" lIns="0" tIns="0" rIns="0" bIns="0" rtlCol="0">
                <a:spAutoFit/>
              </a:bodyPr>
              <a:lstStyle/>
              <a:p>
                <a:pPr algn="l"/>
                <a14:m>
                  <m:oMathPara xmlns:m="http://schemas.openxmlformats.org/officeDocument/2006/math">
                    <m:oMath>
                      <m:sSub>
                        <m:sSubPr>
                          <m:ctrlPr>
                            <a:rPr kumimoji="1" lang="en-US" altLang="ja-JP" sz="3200" b="0" i="1" smtClean="0">
                              <a:solidFill>
                                <a:schemeClr val="tx1">
                                  <a:lumMod val="90000"/>
                                  <a:lumOff val="10000"/>
                                </a:schemeClr>
                              </a:solidFill>
                              <a:latin typeface="Cambria Math" panose="02040503050406030204" pitchFamily="18" charset="0"/>
                            </a:rPr>
                          </m:ctrlPr>
                        </m:sSubPr>
                        <m:e>
                          <m:r>
                            <a:rPr kumimoji="1" lang="en-US" altLang="ja-JP" sz="3200" b="0" i="1" smtClean="0">
                              <a:solidFill>
                                <a:schemeClr val="tx1">
                                  <a:lumMod val="90000"/>
                                  <a:lumOff val="10000"/>
                                </a:schemeClr>
                              </a:solidFill>
                              <a:latin typeface="Cambria Math" panose="02040503050406030204" pitchFamily="18" charset="0"/>
                            </a:rPr>
                            <m:t>𝑓</m:t>
                          </m:r>
                        </m:e>
                        <m:sub>
                          <m:r>
                            <a:rPr kumimoji="1" lang="en-US" altLang="ja-JP" sz="3200" b="0" i="1" smtClean="0">
                              <a:solidFill>
                                <a:schemeClr val="tx1">
                                  <a:lumMod val="90000"/>
                                  <a:lumOff val="10000"/>
                                </a:schemeClr>
                              </a:solidFill>
                              <a:latin typeface="Cambria Math" panose="02040503050406030204" pitchFamily="18" charset="0"/>
                            </a:rPr>
                            <m:t>𝑠</m:t>
                          </m:r>
                        </m:sub>
                      </m:sSub>
                      <m:r>
                        <a:rPr kumimoji="1" lang="en-US" altLang="ja-JP" sz="3200" b="0" i="1" smtClean="0">
                          <a:solidFill>
                            <a:schemeClr val="tx1">
                              <a:lumMod val="90000"/>
                              <a:lumOff val="10000"/>
                            </a:schemeClr>
                          </a:solidFill>
                          <a:latin typeface="Cambria Math" panose="02040503050406030204" pitchFamily="18" charset="0"/>
                        </a:rPr>
                        <m:t>&gt;2</m:t>
                      </m:r>
                      <m:sSub>
                        <m:sSubPr>
                          <m:ctrlPr>
                            <a:rPr kumimoji="1" lang="en-US" altLang="ja-JP" sz="3200" b="0" i="1" smtClean="0">
                              <a:solidFill>
                                <a:schemeClr val="tx1">
                                  <a:lumMod val="90000"/>
                                  <a:lumOff val="10000"/>
                                </a:schemeClr>
                              </a:solidFill>
                              <a:latin typeface="Cambria Math" panose="02040503050406030204" pitchFamily="18" charset="0"/>
                            </a:rPr>
                          </m:ctrlPr>
                        </m:sSubPr>
                        <m:e>
                          <m:r>
                            <a:rPr kumimoji="1" lang="en-US" altLang="ja-JP" sz="3200" b="0" i="1" smtClean="0">
                              <a:solidFill>
                                <a:schemeClr val="tx1">
                                  <a:lumMod val="90000"/>
                                  <a:lumOff val="10000"/>
                                </a:schemeClr>
                              </a:solidFill>
                              <a:latin typeface="Cambria Math" panose="02040503050406030204" pitchFamily="18" charset="0"/>
                            </a:rPr>
                            <m:t>𝑓</m:t>
                          </m:r>
                        </m:e>
                        <m:sub>
                          <m:r>
                            <a:rPr kumimoji="1" lang="en-US" altLang="ja-JP" sz="3200" b="0" i="1" smtClean="0">
                              <a:solidFill>
                                <a:schemeClr val="tx1">
                                  <a:lumMod val="90000"/>
                                  <a:lumOff val="10000"/>
                                </a:schemeClr>
                              </a:solidFill>
                              <a:latin typeface="Cambria Math" panose="02040503050406030204" pitchFamily="18" charset="0"/>
                            </a:rPr>
                            <m:t>𝑚𝑎𝑥</m:t>
                          </m:r>
                        </m:sub>
                      </m:sSub>
                    </m:oMath>
                  </m:oMathPara>
                </a14:m>
                <a:endParaRPr kumimoji="1" lang="ja-JP" altLang="en-US" sz="3200" dirty="0">
                  <a:solidFill>
                    <a:schemeClr val="tx1">
                      <a:lumMod val="90000"/>
                      <a:lumOff val="10000"/>
                    </a:schemeClr>
                  </a:solidFill>
                </a:endParaRPr>
              </a:p>
            </p:txBody>
          </p:sp>
        </mc:Choice>
        <mc:Fallback xmlns="">
          <p:sp>
            <p:nvSpPr>
              <p:cNvPr id="10" name="テキスト ボックス 9">
                <a:extLst>
                  <a:ext uri="{FF2B5EF4-FFF2-40B4-BE49-F238E27FC236}">
                    <a16:creationId xmlns:a16="http://schemas.microsoft.com/office/drawing/2014/main" id="{EE5F953C-FC40-98A0-DA31-147489D58DCE}"/>
                  </a:ext>
                </a:extLst>
              </p:cNvPr>
              <p:cNvSpPr txBox="1">
                <a:spLocks noRot="1" noChangeAspect="1" noMove="1" noResize="1" noEditPoints="1" noAdjustHandles="1" noChangeArrowheads="1" noChangeShapeType="1" noTextEdit="1"/>
              </p:cNvSpPr>
              <p:nvPr/>
            </p:nvSpPr>
            <p:spPr>
              <a:xfrm>
                <a:off x="8642243" y="1661050"/>
                <a:ext cx="2005934" cy="492443"/>
              </a:xfrm>
              <a:prstGeom prst="rect">
                <a:avLst/>
              </a:prstGeom>
              <a:blipFill>
                <a:blip r:embed="rId3"/>
                <a:stretch>
                  <a:fillRect/>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1703356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705B969-F87A-C05C-7DD9-1099109985C0}"/>
              </a:ext>
            </a:extLst>
          </p:cNvPr>
          <p:cNvSpPr>
            <a:spLocks noGrp="1"/>
          </p:cNvSpPr>
          <p:nvPr>
            <p:ph type="title"/>
          </p:nvPr>
        </p:nvSpPr>
        <p:spPr/>
        <p:txBody>
          <a:bodyPr/>
          <a:lstStyle/>
          <a:p>
            <a:r>
              <a:rPr lang="ja-JP" altLang="en-US" dirty="0"/>
              <a:t>遅延要素</a:t>
            </a:r>
            <a:r>
              <a:rPr lang="en-US" altLang="ja-JP" dirty="0"/>
              <a:t>z</a:t>
            </a:r>
            <a:r>
              <a:rPr lang="en-US" altLang="ja-JP" baseline="30000" dirty="0"/>
              <a:t>-1</a:t>
            </a:r>
            <a:endParaRPr kumimoji="1" lang="ja-JP" altLang="en-US" baseline="30000" dirty="0"/>
          </a:p>
        </p:txBody>
      </p:sp>
      <p:sp>
        <p:nvSpPr>
          <p:cNvPr id="3" name="スライド番号プレースホルダー 2">
            <a:extLst>
              <a:ext uri="{FF2B5EF4-FFF2-40B4-BE49-F238E27FC236}">
                <a16:creationId xmlns:a16="http://schemas.microsoft.com/office/drawing/2014/main" id="{B4D9D4C4-15F6-AFEB-822F-FED489EDE923}"/>
              </a:ext>
            </a:extLst>
          </p:cNvPr>
          <p:cNvSpPr>
            <a:spLocks noGrp="1"/>
          </p:cNvSpPr>
          <p:nvPr>
            <p:ph type="sldNum" sz="quarter" idx="12"/>
          </p:nvPr>
        </p:nvSpPr>
        <p:spPr/>
        <p:txBody>
          <a:bodyPr/>
          <a:lstStyle/>
          <a:p>
            <a:fld id="{336D103E-743F-4B05-B1B2-74D6FB9408BE}" type="slidenum">
              <a:rPr kumimoji="1" lang="ja-JP" altLang="en-US" smtClean="0"/>
              <a:t>16</a:t>
            </a:fld>
            <a:endParaRPr kumimoji="1" lang="ja-JP" altLang="en-US"/>
          </a:p>
        </p:txBody>
      </p:sp>
      <p:sp>
        <p:nvSpPr>
          <p:cNvPr id="37" name="テキスト ボックス 36">
            <a:extLst>
              <a:ext uri="{FF2B5EF4-FFF2-40B4-BE49-F238E27FC236}">
                <a16:creationId xmlns:a16="http://schemas.microsoft.com/office/drawing/2014/main" id="{78A754D7-4B6C-8DE1-A1EE-67D8F15DB893}"/>
              </a:ext>
            </a:extLst>
          </p:cNvPr>
          <p:cNvSpPr txBox="1"/>
          <p:nvPr/>
        </p:nvSpPr>
        <p:spPr>
          <a:xfrm>
            <a:off x="334963" y="973418"/>
            <a:ext cx="8396850" cy="1323439"/>
          </a:xfrm>
          <a:prstGeom prst="rect">
            <a:avLst/>
          </a:prstGeom>
          <a:noFill/>
        </p:spPr>
        <p:txBody>
          <a:bodyPr wrap="none" rtlCol="0">
            <a:spAutoFit/>
          </a:bodyPr>
          <a:lstStyle/>
          <a:p>
            <a:pPr algn="l"/>
            <a:r>
              <a:rPr kumimoji="1" lang="ja-JP" altLang="en-US" sz="2000" dirty="0">
                <a:solidFill>
                  <a:schemeClr val="tx1">
                    <a:lumMod val="90000"/>
                    <a:lumOff val="10000"/>
                  </a:schemeClr>
                </a:solidFill>
              </a:rPr>
              <a:t>デジタル信号処理では</a:t>
            </a:r>
            <a:r>
              <a:rPr kumimoji="1" lang="en-US" altLang="ja-JP" sz="2000" dirty="0">
                <a:solidFill>
                  <a:schemeClr val="tx1">
                    <a:lumMod val="90000"/>
                    <a:lumOff val="10000"/>
                  </a:schemeClr>
                </a:solidFill>
              </a:rPr>
              <a:t>z</a:t>
            </a:r>
            <a:r>
              <a:rPr kumimoji="1" lang="ja-JP" altLang="en-US" sz="2000" dirty="0">
                <a:solidFill>
                  <a:schemeClr val="tx1">
                    <a:lumMod val="90000"/>
                    <a:lumOff val="10000"/>
                  </a:schemeClr>
                </a:solidFill>
              </a:rPr>
              <a:t>というものがたくさん出てきます。</a:t>
            </a:r>
            <a:endParaRPr kumimoji="1" lang="en-US" altLang="ja-JP" sz="2000" dirty="0">
              <a:solidFill>
                <a:schemeClr val="tx1">
                  <a:lumMod val="90000"/>
                  <a:lumOff val="10000"/>
                </a:schemeClr>
              </a:solidFill>
            </a:endParaRPr>
          </a:p>
          <a:p>
            <a:r>
              <a:rPr lang="ja-JP" altLang="en-US" sz="2000" dirty="0">
                <a:solidFill>
                  <a:schemeClr val="tx1">
                    <a:lumMod val="90000"/>
                    <a:lumOff val="10000"/>
                  </a:schemeClr>
                </a:solidFill>
              </a:rPr>
              <a:t>数学的な詳細なことは信号処理の本を読んでもらうとして</a:t>
            </a:r>
            <a:r>
              <a:rPr lang="en-US" altLang="ja-JP" sz="2000" dirty="0">
                <a:solidFill>
                  <a:schemeClr val="tx1">
                    <a:lumMod val="90000"/>
                    <a:lumOff val="10000"/>
                  </a:schemeClr>
                </a:solidFill>
              </a:rPr>
              <a:t>…</a:t>
            </a:r>
            <a:br>
              <a:rPr lang="en-US" altLang="ja-JP" sz="2000" dirty="0">
                <a:solidFill>
                  <a:schemeClr val="tx1">
                    <a:lumMod val="90000"/>
                    <a:lumOff val="10000"/>
                  </a:schemeClr>
                </a:solidFill>
              </a:rPr>
            </a:br>
            <a:r>
              <a:rPr lang="en-US" altLang="ja-JP" sz="2000" dirty="0"/>
              <a:t>z</a:t>
            </a:r>
            <a:r>
              <a:rPr lang="en-US" altLang="ja-JP" sz="2000" baseline="30000" dirty="0"/>
              <a:t>-1</a:t>
            </a:r>
            <a:r>
              <a:rPr lang="ja-JP" altLang="en-US" sz="2000" dirty="0"/>
              <a:t>は信号を一単位時間遅延させることを意味します。</a:t>
            </a:r>
            <a:br>
              <a:rPr lang="en-US" altLang="ja-JP" sz="2000" dirty="0"/>
            </a:br>
            <a:r>
              <a:rPr lang="ja-JP" altLang="en-US" sz="2000" dirty="0"/>
              <a:t>右肩の数字は遅延させる時間を意味します。</a:t>
            </a:r>
            <a:r>
              <a:rPr lang="en-US" altLang="ja-JP" sz="2000" dirty="0"/>
              <a:t> z</a:t>
            </a:r>
            <a:r>
              <a:rPr lang="en-US" altLang="ja-JP" sz="2000" baseline="30000" dirty="0"/>
              <a:t>-2</a:t>
            </a:r>
            <a:r>
              <a:rPr lang="ja-JP" altLang="en-US" sz="2000" dirty="0"/>
              <a:t>は二単位時間遅延します。</a:t>
            </a:r>
            <a:endParaRPr kumimoji="1" lang="ja-JP" altLang="en-US" sz="2000" dirty="0">
              <a:solidFill>
                <a:schemeClr val="tx1">
                  <a:lumMod val="90000"/>
                  <a:lumOff val="10000"/>
                </a:schemeClr>
              </a:solidFill>
            </a:endParaRPr>
          </a:p>
        </p:txBody>
      </p:sp>
      <p:grpSp>
        <p:nvGrpSpPr>
          <p:cNvPr id="147" name="グループ化 146">
            <a:extLst>
              <a:ext uri="{FF2B5EF4-FFF2-40B4-BE49-F238E27FC236}">
                <a16:creationId xmlns:a16="http://schemas.microsoft.com/office/drawing/2014/main" id="{60893CDD-FC80-AC4A-6553-B9784B9C49E9}"/>
              </a:ext>
            </a:extLst>
          </p:cNvPr>
          <p:cNvGrpSpPr/>
          <p:nvPr/>
        </p:nvGrpSpPr>
        <p:grpSpPr>
          <a:xfrm>
            <a:off x="1320378" y="2707663"/>
            <a:ext cx="4409440" cy="944880"/>
            <a:chOff x="1587078" y="2701313"/>
            <a:chExt cx="4409440" cy="944880"/>
          </a:xfrm>
        </p:grpSpPr>
        <p:sp>
          <p:nvSpPr>
            <p:cNvPr id="6" name="フリーフォーム: 図形 5">
              <a:extLst>
                <a:ext uri="{FF2B5EF4-FFF2-40B4-BE49-F238E27FC236}">
                  <a16:creationId xmlns:a16="http://schemas.microsoft.com/office/drawing/2014/main" id="{0BAF9176-CC21-AAF4-B79E-0DA7E0915E1D}"/>
                </a:ext>
              </a:extLst>
            </p:cNvPr>
            <p:cNvSpPr/>
            <p:nvPr/>
          </p:nvSpPr>
          <p:spPr>
            <a:xfrm>
              <a:off x="1769958" y="2749961"/>
              <a:ext cx="3867574" cy="790426"/>
            </a:xfrm>
            <a:custGeom>
              <a:avLst/>
              <a:gdLst>
                <a:gd name="csX0" fmla="*/ 0 w 4754880"/>
                <a:gd name="csY0" fmla="*/ 996614 h 1806082"/>
                <a:gd name="csX1" fmla="*/ 528320 w 4754880"/>
                <a:gd name="csY1" fmla="*/ 244774 h 1806082"/>
                <a:gd name="csX2" fmla="*/ 975360 w 4754880"/>
                <a:gd name="csY2" fmla="*/ 1423334 h 1806082"/>
                <a:gd name="csX3" fmla="*/ 1225974 w 4754880"/>
                <a:gd name="csY3" fmla="*/ 874694 h 1806082"/>
                <a:gd name="csX4" fmla="*/ 1503680 w 4754880"/>
                <a:gd name="csY4" fmla="*/ 1111761 h 1806082"/>
                <a:gd name="csX5" fmla="*/ 1849120 w 4754880"/>
                <a:gd name="csY5" fmla="*/ 7707 h 1806082"/>
                <a:gd name="csX6" fmla="*/ 2465494 w 4754880"/>
                <a:gd name="csY6" fmla="*/ 1762001 h 1806082"/>
                <a:gd name="csX7" fmla="*/ 2675467 w 4754880"/>
                <a:gd name="csY7" fmla="*/ 1267547 h 1806082"/>
                <a:gd name="csX8" fmla="*/ 3197014 w 4754880"/>
                <a:gd name="csY8" fmla="*/ 1152401 h 1806082"/>
                <a:gd name="csX9" fmla="*/ 3542454 w 4754880"/>
                <a:gd name="csY9" fmla="*/ 122854 h 1806082"/>
                <a:gd name="csX10" fmla="*/ 4253654 w 4754880"/>
                <a:gd name="csY10" fmla="*/ 1565574 h 1806082"/>
                <a:gd name="csX11" fmla="*/ 4754880 w 4754880"/>
                <a:gd name="csY11" fmla="*/ 800187 h 180608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4754880" h="1806082">
                  <a:moveTo>
                    <a:pt x="0" y="996614"/>
                  </a:moveTo>
                  <a:cubicBezTo>
                    <a:pt x="182880" y="585134"/>
                    <a:pt x="365760" y="173654"/>
                    <a:pt x="528320" y="244774"/>
                  </a:cubicBezTo>
                  <a:cubicBezTo>
                    <a:pt x="690880" y="315894"/>
                    <a:pt x="859084" y="1318347"/>
                    <a:pt x="975360" y="1423334"/>
                  </a:cubicBezTo>
                  <a:cubicBezTo>
                    <a:pt x="1091636" y="1528321"/>
                    <a:pt x="1137921" y="926623"/>
                    <a:pt x="1225974" y="874694"/>
                  </a:cubicBezTo>
                  <a:cubicBezTo>
                    <a:pt x="1314027" y="822765"/>
                    <a:pt x="1399822" y="1256259"/>
                    <a:pt x="1503680" y="1111761"/>
                  </a:cubicBezTo>
                  <a:cubicBezTo>
                    <a:pt x="1607538" y="967263"/>
                    <a:pt x="1688818" y="-100666"/>
                    <a:pt x="1849120" y="7707"/>
                  </a:cubicBezTo>
                  <a:cubicBezTo>
                    <a:pt x="2009422" y="116080"/>
                    <a:pt x="2327770" y="1552028"/>
                    <a:pt x="2465494" y="1762001"/>
                  </a:cubicBezTo>
                  <a:cubicBezTo>
                    <a:pt x="2603219" y="1971974"/>
                    <a:pt x="2553547" y="1369147"/>
                    <a:pt x="2675467" y="1267547"/>
                  </a:cubicBezTo>
                  <a:cubicBezTo>
                    <a:pt x="2797387" y="1165947"/>
                    <a:pt x="3052516" y="1343183"/>
                    <a:pt x="3197014" y="1152401"/>
                  </a:cubicBezTo>
                  <a:cubicBezTo>
                    <a:pt x="3341512" y="961619"/>
                    <a:pt x="3366347" y="53992"/>
                    <a:pt x="3542454" y="122854"/>
                  </a:cubicBezTo>
                  <a:cubicBezTo>
                    <a:pt x="3718561" y="191716"/>
                    <a:pt x="4051583" y="1452685"/>
                    <a:pt x="4253654" y="1565574"/>
                  </a:cubicBezTo>
                  <a:cubicBezTo>
                    <a:pt x="4455725" y="1678463"/>
                    <a:pt x="4605302" y="1239325"/>
                    <a:pt x="4754880" y="800187"/>
                  </a:cubicBezTo>
                </a:path>
              </a:pathLst>
            </a:custGeom>
            <a:ln w="12700">
              <a:solidFill>
                <a:schemeClr val="accent6">
                  <a:lumMod val="20000"/>
                  <a:lumOff val="80000"/>
                </a:schemeClr>
              </a:solidFill>
              <a:prstDash val="solid"/>
            </a:ln>
          </p:spPr>
          <p:style>
            <a:lnRef idx="3">
              <a:schemeClr val="accent6"/>
            </a:lnRef>
            <a:fillRef idx="0">
              <a:schemeClr val="accent6"/>
            </a:fillRef>
            <a:effectRef idx="2">
              <a:schemeClr val="accent6"/>
            </a:effectRef>
            <a:fontRef idx="minor">
              <a:schemeClr val="tx1"/>
            </a:fontRef>
          </p:style>
          <p:txBody>
            <a:bodyPr rtlCol="0" anchor="ctr"/>
            <a:lstStyle/>
            <a:p>
              <a:pPr algn="ctr"/>
              <a:endParaRPr kumimoji="1" lang="ja-JP" altLang="en-US"/>
            </a:p>
          </p:txBody>
        </p:sp>
        <p:cxnSp>
          <p:nvCxnSpPr>
            <p:cNvPr id="7" name="直線矢印コネクタ 6">
              <a:extLst>
                <a:ext uri="{FF2B5EF4-FFF2-40B4-BE49-F238E27FC236}">
                  <a16:creationId xmlns:a16="http://schemas.microsoft.com/office/drawing/2014/main" id="{B5662972-A5C9-3B2D-F029-F0C7F84F955A}"/>
                </a:ext>
              </a:extLst>
            </p:cNvPr>
            <p:cNvCxnSpPr/>
            <p:nvPr/>
          </p:nvCxnSpPr>
          <p:spPr>
            <a:xfrm flipV="1">
              <a:off x="1769958" y="2701313"/>
              <a:ext cx="0" cy="94488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8" name="直線コネクタ 7">
              <a:extLst>
                <a:ext uri="{FF2B5EF4-FFF2-40B4-BE49-F238E27FC236}">
                  <a16:creationId xmlns:a16="http://schemas.microsoft.com/office/drawing/2014/main" id="{A61CB64D-5259-6F25-2E54-6E72D979A948}"/>
                </a:ext>
              </a:extLst>
            </p:cNvPr>
            <p:cNvCxnSpPr>
              <a:cxnSpLocks/>
            </p:cNvCxnSpPr>
            <p:nvPr/>
          </p:nvCxnSpPr>
          <p:spPr>
            <a:xfrm>
              <a:off x="1587078" y="3583471"/>
              <a:ext cx="4409440" cy="0"/>
            </a:xfrm>
            <a:prstGeom prst="line">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3" name="直線コネクタ 22">
              <a:extLst>
                <a:ext uri="{FF2B5EF4-FFF2-40B4-BE49-F238E27FC236}">
                  <a16:creationId xmlns:a16="http://schemas.microsoft.com/office/drawing/2014/main" id="{67D29901-423C-5FCD-3A16-F9804B39D336}"/>
                </a:ext>
              </a:extLst>
            </p:cNvPr>
            <p:cNvCxnSpPr>
              <a:cxnSpLocks/>
            </p:cNvCxnSpPr>
            <p:nvPr/>
          </p:nvCxnSpPr>
          <p:spPr>
            <a:xfrm>
              <a:off x="1769956" y="2798024"/>
              <a:ext cx="0" cy="805927"/>
            </a:xfrm>
            <a:prstGeom prst="line">
              <a:avLst/>
            </a:prstGeom>
            <a:ln w="12700" cap="flat" cmpd="sng" algn="ctr">
              <a:solidFill>
                <a:schemeClr val="accent3"/>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4" name="直線コネクタ 23">
              <a:extLst>
                <a:ext uri="{FF2B5EF4-FFF2-40B4-BE49-F238E27FC236}">
                  <a16:creationId xmlns:a16="http://schemas.microsoft.com/office/drawing/2014/main" id="{DD5E4E8B-0BB7-96D6-9173-E080E7E7FAE9}"/>
                </a:ext>
              </a:extLst>
            </p:cNvPr>
            <p:cNvCxnSpPr>
              <a:cxnSpLocks/>
            </p:cNvCxnSpPr>
            <p:nvPr/>
          </p:nvCxnSpPr>
          <p:spPr>
            <a:xfrm>
              <a:off x="2056824" y="2798024"/>
              <a:ext cx="0" cy="805927"/>
            </a:xfrm>
            <a:prstGeom prst="line">
              <a:avLst/>
            </a:prstGeom>
            <a:ln w="12700" cap="flat" cmpd="sng" algn="ctr">
              <a:solidFill>
                <a:schemeClr val="accent3"/>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5" name="直線コネクタ 24">
              <a:extLst>
                <a:ext uri="{FF2B5EF4-FFF2-40B4-BE49-F238E27FC236}">
                  <a16:creationId xmlns:a16="http://schemas.microsoft.com/office/drawing/2014/main" id="{13745E6D-EE85-2729-F565-2AAC2502B3F5}"/>
                </a:ext>
              </a:extLst>
            </p:cNvPr>
            <p:cNvCxnSpPr>
              <a:cxnSpLocks/>
            </p:cNvCxnSpPr>
            <p:nvPr/>
          </p:nvCxnSpPr>
          <p:spPr>
            <a:xfrm>
              <a:off x="2343692" y="2798024"/>
              <a:ext cx="0" cy="805927"/>
            </a:xfrm>
            <a:prstGeom prst="line">
              <a:avLst/>
            </a:prstGeom>
            <a:ln w="12700" cap="flat" cmpd="sng" algn="ctr">
              <a:solidFill>
                <a:schemeClr val="accent3"/>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6" name="直線コネクタ 25">
              <a:extLst>
                <a:ext uri="{FF2B5EF4-FFF2-40B4-BE49-F238E27FC236}">
                  <a16:creationId xmlns:a16="http://schemas.microsoft.com/office/drawing/2014/main" id="{ED6F64F0-012D-EB35-4D64-1A8663ED6977}"/>
                </a:ext>
              </a:extLst>
            </p:cNvPr>
            <p:cNvCxnSpPr>
              <a:cxnSpLocks/>
            </p:cNvCxnSpPr>
            <p:nvPr/>
          </p:nvCxnSpPr>
          <p:spPr>
            <a:xfrm>
              <a:off x="2630560" y="2798024"/>
              <a:ext cx="0" cy="805927"/>
            </a:xfrm>
            <a:prstGeom prst="line">
              <a:avLst/>
            </a:prstGeom>
            <a:ln w="12700" cap="flat" cmpd="sng" algn="ctr">
              <a:solidFill>
                <a:schemeClr val="accent3"/>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7" name="直線コネクタ 26">
              <a:extLst>
                <a:ext uri="{FF2B5EF4-FFF2-40B4-BE49-F238E27FC236}">
                  <a16:creationId xmlns:a16="http://schemas.microsoft.com/office/drawing/2014/main" id="{9E3AED2C-BC34-B53E-1979-158335ACAC52}"/>
                </a:ext>
              </a:extLst>
            </p:cNvPr>
            <p:cNvCxnSpPr>
              <a:cxnSpLocks/>
            </p:cNvCxnSpPr>
            <p:nvPr/>
          </p:nvCxnSpPr>
          <p:spPr>
            <a:xfrm>
              <a:off x="2917428" y="2798024"/>
              <a:ext cx="0" cy="805927"/>
            </a:xfrm>
            <a:prstGeom prst="line">
              <a:avLst/>
            </a:prstGeom>
            <a:ln w="12700" cap="flat" cmpd="sng" algn="ctr">
              <a:solidFill>
                <a:schemeClr val="accent3"/>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8" name="直線コネクタ 27">
              <a:extLst>
                <a:ext uri="{FF2B5EF4-FFF2-40B4-BE49-F238E27FC236}">
                  <a16:creationId xmlns:a16="http://schemas.microsoft.com/office/drawing/2014/main" id="{8E157B2B-723A-370B-94E1-8E216B4D6A0D}"/>
                </a:ext>
              </a:extLst>
            </p:cNvPr>
            <p:cNvCxnSpPr>
              <a:cxnSpLocks/>
            </p:cNvCxnSpPr>
            <p:nvPr/>
          </p:nvCxnSpPr>
          <p:spPr>
            <a:xfrm>
              <a:off x="3204296" y="2798024"/>
              <a:ext cx="0" cy="805927"/>
            </a:xfrm>
            <a:prstGeom prst="line">
              <a:avLst/>
            </a:prstGeom>
            <a:ln w="12700" cap="flat" cmpd="sng" algn="ctr">
              <a:solidFill>
                <a:schemeClr val="accent3"/>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9" name="直線コネクタ 28">
              <a:extLst>
                <a:ext uri="{FF2B5EF4-FFF2-40B4-BE49-F238E27FC236}">
                  <a16:creationId xmlns:a16="http://schemas.microsoft.com/office/drawing/2014/main" id="{B0AD7ABE-2340-24EA-EDAD-C5DACC3FEAA4}"/>
                </a:ext>
              </a:extLst>
            </p:cNvPr>
            <p:cNvCxnSpPr>
              <a:cxnSpLocks/>
            </p:cNvCxnSpPr>
            <p:nvPr/>
          </p:nvCxnSpPr>
          <p:spPr>
            <a:xfrm>
              <a:off x="3491164" y="2798024"/>
              <a:ext cx="0" cy="805927"/>
            </a:xfrm>
            <a:prstGeom prst="line">
              <a:avLst/>
            </a:prstGeom>
            <a:ln w="12700" cap="flat" cmpd="sng" algn="ctr">
              <a:solidFill>
                <a:schemeClr val="accent3"/>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30" name="直線コネクタ 29">
              <a:extLst>
                <a:ext uri="{FF2B5EF4-FFF2-40B4-BE49-F238E27FC236}">
                  <a16:creationId xmlns:a16="http://schemas.microsoft.com/office/drawing/2014/main" id="{9B69503B-1B32-14FE-7A14-030ABB350810}"/>
                </a:ext>
              </a:extLst>
            </p:cNvPr>
            <p:cNvCxnSpPr>
              <a:cxnSpLocks/>
            </p:cNvCxnSpPr>
            <p:nvPr/>
          </p:nvCxnSpPr>
          <p:spPr>
            <a:xfrm>
              <a:off x="3778032" y="2798024"/>
              <a:ext cx="0" cy="805927"/>
            </a:xfrm>
            <a:prstGeom prst="line">
              <a:avLst/>
            </a:prstGeom>
            <a:ln w="12700" cap="flat" cmpd="sng" algn="ctr">
              <a:solidFill>
                <a:schemeClr val="accent3"/>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31" name="直線コネクタ 30">
              <a:extLst>
                <a:ext uri="{FF2B5EF4-FFF2-40B4-BE49-F238E27FC236}">
                  <a16:creationId xmlns:a16="http://schemas.microsoft.com/office/drawing/2014/main" id="{65125219-B874-31A8-80CC-3B88E28A44C5}"/>
                </a:ext>
              </a:extLst>
            </p:cNvPr>
            <p:cNvCxnSpPr>
              <a:cxnSpLocks/>
            </p:cNvCxnSpPr>
            <p:nvPr/>
          </p:nvCxnSpPr>
          <p:spPr>
            <a:xfrm>
              <a:off x="4064900" y="2798024"/>
              <a:ext cx="0" cy="805927"/>
            </a:xfrm>
            <a:prstGeom prst="line">
              <a:avLst/>
            </a:prstGeom>
            <a:ln w="12700" cap="flat" cmpd="sng" algn="ctr">
              <a:solidFill>
                <a:schemeClr val="accent3"/>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32" name="直線コネクタ 31">
              <a:extLst>
                <a:ext uri="{FF2B5EF4-FFF2-40B4-BE49-F238E27FC236}">
                  <a16:creationId xmlns:a16="http://schemas.microsoft.com/office/drawing/2014/main" id="{3913443D-3CC0-1631-D472-C0BBBC7B4D6A}"/>
                </a:ext>
              </a:extLst>
            </p:cNvPr>
            <p:cNvCxnSpPr>
              <a:cxnSpLocks/>
            </p:cNvCxnSpPr>
            <p:nvPr/>
          </p:nvCxnSpPr>
          <p:spPr>
            <a:xfrm>
              <a:off x="4351768" y="2798024"/>
              <a:ext cx="0" cy="805927"/>
            </a:xfrm>
            <a:prstGeom prst="line">
              <a:avLst/>
            </a:prstGeom>
            <a:ln w="12700" cap="flat" cmpd="sng" algn="ctr">
              <a:solidFill>
                <a:schemeClr val="accent3"/>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33" name="直線コネクタ 32">
              <a:extLst>
                <a:ext uri="{FF2B5EF4-FFF2-40B4-BE49-F238E27FC236}">
                  <a16:creationId xmlns:a16="http://schemas.microsoft.com/office/drawing/2014/main" id="{1E31570A-1371-F0C2-5A75-5C2202F92F41}"/>
                </a:ext>
              </a:extLst>
            </p:cNvPr>
            <p:cNvCxnSpPr>
              <a:cxnSpLocks/>
            </p:cNvCxnSpPr>
            <p:nvPr/>
          </p:nvCxnSpPr>
          <p:spPr>
            <a:xfrm>
              <a:off x="4638636" y="2798024"/>
              <a:ext cx="0" cy="805927"/>
            </a:xfrm>
            <a:prstGeom prst="line">
              <a:avLst/>
            </a:prstGeom>
            <a:ln w="12700" cap="flat" cmpd="sng" algn="ctr">
              <a:solidFill>
                <a:schemeClr val="accent3"/>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34" name="直線コネクタ 33">
              <a:extLst>
                <a:ext uri="{FF2B5EF4-FFF2-40B4-BE49-F238E27FC236}">
                  <a16:creationId xmlns:a16="http://schemas.microsoft.com/office/drawing/2014/main" id="{75343410-6AC8-0F1D-6886-99394C44CC25}"/>
                </a:ext>
              </a:extLst>
            </p:cNvPr>
            <p:cNvCxnSpPr>
              <a:cxnSpLocks/>
            </p:cNvCxnSpPr>
            <p:nvPr/>
          </p:nvCxnSpPr>
          <p:spPr>
            <a:xfrm>
              <a:off x="4925504" y="2798024"/>
              <a:ext cx="0" cy="805927"/>
            </a:xfrm>
            <a:prstGeom prst="line">
              <a:avLst/>
            </a:prstGeom>
            <a:ln w="12700" cap="flat" cmpd="sng" algn="ctr">
              <a:solidFill>
                <a:schemeClr val="accent3"/>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35" name="直線コネクタ 34">
              <a:extLst>
                <a:ext uri="{FF2B5EF4-FFF2-40B4-BE49-F238E27FC236}">
                  <a16:creationId xmlns:a16="http://schemas.microsoft.com/office/drawing/2014/main" id="{F0A4B2BE-2A5D-357D-4EF7-DB0B7EAFD7EC}"/>
                </a:ext>
              </a:extLst>
            </p:cNvPr>
            <p:cNvCxnSpPr>
              <a:cxnSpLocks/>
            </p:cNvCxnSpPr>
            <p:nvPr/>
          </p:nvCxnSpPr>
          <p:spPr>
            <a:xfrm>
              <a:off x="5212372" y="2798024"/>
              <a:ext cx="0" cy="805927"/>
            </a:xfrm>
            <a:prstGeom prst="line">
              <a:avLst/>
            </a:prstGeom>
            <a:ln w="12700" cap="flat" cmpd="sng" algn="ctr">
              <a:solidFill>
                <a:schemeClr val="accent3"/>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36" name="直線コネクタ 35">
              <a:extLst>
                <a:ext uri="{FF2B5EF4-FFF2-40B4-BE49-F238E27FC236}">
                  <a16:creationId xmlns:a16="http://schemas.microsoft.com/office/drawing/2014/main" id="{09F5601A-A33B-BA71-3AF7-5E692C959A92}"/>
                </a:ext>
              </a:extLst>
            </p:cNvPr>
            <p:cNvCxnSpPr>
              <a:cxnSpLocks/>
            </p:cNvCxnSpPr>
            <p:nvPr/>
          </p:nvCxnSpPr>
          <p:spPr>
            <a:xfrm>
              <a:off x="5499240" y="2798024"/>
              <a:ext cx="0" cy="805927"/>
            </a:xfrm>
            <a:prstGeom prst="line">
              <a:avLst/>
            </a:prstGeom>
            <a:ln w="12700" cap="flat" cmpd="sng" algn="ctr">
              <a:solidFill>
                <a:schemeClr val="accent3"/>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9" name="楕円 8">
              <a:extLst>
                <a:ext uri="{FF2B5EF4-FFF2-40B4-BE49-F238E27FC236}">
                  <a16:creationId xmlns:a16="http://schemas.microsoft.com/office/drawing/2014/main" id="{7C0CCB9D-4D2F-2766-61E7-571690340DB6}"/>
                </a:ext>
              </a:extLst>
            </p:cNvPr>
            <p:cNvSpPr/>
            <p:nvPr/>
          </p:nvSpPr>
          <p:spPr>
            <a:xfrm>
              <a:off x="1748583" y="3151891"/>
              <a:ext cx="43200" cy="43200"/>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kumimoji="1" lang="ja-JP" altLang="en-US"/>
            </a:p>
          </p:txBody>
        </p:sp>
        <p:sp>
          <p:nvSpPr>
            <p:cNvPr id="16" name="楕円 15">
              <a:extLst>
                <a:ext uri="{FF2B5EF4-FFF2-40B4-BE49-F238E27FC236}">
                  <a16:creationId xmlns:a16="http://schemas.microsoft.com/office/drawing/2014/main" id="{78F02EE5-AFA3-CDF4-3AF2-76AA46D839AF}"/>
                </a:ext>
              </a:extLst>
            </p:cNvPr>
            <p:cNvSpPr/>
            <p:nvPr/>
          </p:nvSpPr>
          <p:spPr>
            <a:xfrm>
              <a:off x="3755385" y="3506162"/>
              <a:ext cx="43200" cy="43200"/>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kumimoji="1" lang="ja-JP" altLang="en-US"/>
            </a:p>
          </p:txBody>
        </p:sp>
        <p:sp>
          <p:nvSpPr>
            <p:cNvPr id="21" name="楕円 20">
              <a:extLst>
                <a:ext uri="{FF2B5EF4-FFF2-40B4-BE49-F238E27FC236}">
                  <a16:creationId xmlns:a16="http://schemas.microsoft.com/office/drawing/2014/main" id="{A5492876-B9AC-E1C9-55B2-CF4BF9C39E8E}"/>
                </a:ext>
              </a:extLst>
            </p:cNvPr>
            <p:cNvSpPr/>
            <p:nvPr/>
          </p:nvSpPr>
          <p:spPr>
            <a:xfrm>
              <a:off x="5188815" y="3400339"/>
              <a:ext cx="43200" cy="43200"/>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kumimoji="1" lang="ja-JP" altLang="en-US"/>
            </a:p>
          </p:txBody>
        </p:sp>
        <p:sp>
          <p:nvSpPr>
            <p:cNvPr id="22" name="楕円 21">
              <a:extLst>
                <a:ext uri="{FF2B5EF4-FFF2-40B4-BE49-F238E27FC236}">
                  <a16:creationId xmlns:a16="http://schemas.microsoft.com/office/drawing/2014/main" id="{E1C99F4E-DFDF-1292-A35A-A77212470161}"/>
                </a:ext>
              </a:extLst>
            </p:cNvPr>
            <p:cNvSpPr/>
            <p:nvPr/>
          </p:nvSpPr>
          <p:spPr>
            <a:xfrm>
              <a:off x="5475501" y="3289917"/>
              <a:ext cx="43200" cy="43200"/>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kumimoji="1" lang="ja-JP" altLang="en-US"/>
            </a:p>
          </p:txBody>
        </p:sp>
        <p:sp>
          <p:nvSpPr>
            <p:cNvPr id="14" name="楕円 13">
              <a:extLst>
                <a:ext uri="{FF2B5EF4-FFF2-40B4-BE49-F238E27FC236}">
                  <a16:creationId xmlns:a16="http://schemas.microsoft.com/office/drawing/2014/main" id="{D9843188-4DB2-D3A3-82FA-05BF51FEC3E4}"/>
                </a:ext>
              </a:extLst>
            </p:cNvPr>
            <p:cNvSpPr/>
            <p:nvPr/>
          </p:nvSpPr>
          <p:spPr>
            <a:xfrm>
              <a:off x="3182013" y="2763378"/>
              <a:ext cx="43200" cy="43200"/>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kumimoji="1" lang="ja-JP" altLang="en-US"/>
            </a:p>
          </p:txBody>
        </p:sp>
        <p:sp>
          <p:nvSpPr>
            <p:cNvPr id="19" name="楕円 18">
              <a:extLst>
                <a:ext uri="{FF2B5EF4-FFF2-40B4-BE49-F238E27FC236}">
                  <a16:creationId xmlns:a16="http://schemas.microsoft.com/office/drawing/2014/main" id="{0293A404-BCF2-514A-57C3-4B678E8540CF}"/>
                </a:ext>
              </a:extLst>
            </p:cNvPr>
            <p:cNvSpPr/>
            <p:nvPr/>
          </p:nvSpPr>
          <p:spPr>
            <a:xfrm>
              <a:off x="4615443" y="2785240"/>
              <a:ext cx="43200" cy="43200"/>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kumimoji="1" lang="ja-JP" altLang="en-US"/>
            </a:p>
          </p:txBody>
        </p:sp>
        <p:sp>
          <p:nvSpPr>
            <p:cNvPr id="10" name="楕円 9">
              <a:extLst>
                <a:ext uri="{FF2B5EF4-FFF2-40B4-BE49-F238E27FC236}">
                  <a16:creationId xmlns:a16="http://schemas.microsoft.com/office/drawing/2014/main" id="{1726125C-AC9F-E67B-F12C-93E6A71A1A81}"/>
                </a:ext>
              </a:extLst>
            </p:cNvPr>
            <p:cNvSpPr/>
            <p:nvPr/>
          </p:nvSpPr>
          <p:spPr>
            <a:xfrm>
              <a:off x="2035269" y="2864258"/>
              <a:ext cx="43200" cy="43200"/>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kumimoji="1" lang="ja-JP" altLang="en-US"/>
            </a:p>
          </p:txBody>
        </p:sp>
        <p:sp>
          <p:nvSpPr>
            <p:cNvPr id="11" name="楕円 10">
              <a:extLst>
                <a:ext uri="{FF2B5EF4-FFF2-40B4-BE49-F238E27FC236}">
                  <a16:creationId xmlns:a16="http://schemas.microsoft.com/office/drawing/2014/main" id="{4493F4DE-4C55-D390-7430-6CF6D796F1A6}"/>
                </a:ext>
              </a:extLst>
            </p:cNvPr>
            <p:cNvSpPr/>
            <p:nvPr/>
          </p:nvSpPr>
          <p:spPr>
            <a:xfrm>
              <a:off x="2321955" y="2991568"/>
              <a:ext cx="43200" cy="43200"/>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kumimoji="1" lang="ja-JP" altLang="en-US"/>
            </a:p>
          </p:txBody>
        </p:sp>
        <p:sp>
          <p:nvSpPr>
            <p:cNvPr id="12" name="楕円 11">
              <a:extLst>
                <a:ext uri="{FF2B5EF4-FFF2-40B4-BE49-F238E27FC236}">
                  <a16:creationId xmlns:a16="http://schemas.microsoft.com/office/drawing/2014/main" id="{781A59DA-841A-EE03-75C1-0D881E233B0F}"/>
                </a:ext>
              </a:extLst>
            </p:cNvPr>
            <p:cNvSpPr/>
            <p:nvPr/>
          </p:nvSpPr>
          <p:spPr>
            <a:xfrm>
              <a:off x="2608641" y="3333641"/>
              <a:ext cx="43200" cy="43200"/>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kumimoji="1" lang="ja-JP" altLang="en-US"/>
            </a:p>
          </p:txBody>
        </p:sp>
        <p:sp>
          <p:nvSpPr>
            <p:cNvPr id="13" name="楕円 12">
              <a:extLst>
                <a:ext uri="{FF2B5EF4-FFF2-40B4-BE49-F238E27FC236}">
                  <a16:creationId xmlns:a16="http://schemas.microsoft.com/office/drawing/2014/main" id="{0E3B48B7-473A-A0A1-99EB-9F38599AD19C}"/>
                </a:ext>
              </a:extLst>
            </p:cNvPr>
            <p:cNvSpPr/>
            <p:nvPr/>
          </p:nvSpPr>
          <p:spPr>
            <a:xfrm>
              <a:off x="2895327" y="3220256"/>
              <a:ext cx="43200" cy="43200"/>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kumimoji="1" lang="ja-JP" altLang="en-US"/>
            </a:p>
          </p:txBody>
        </p:sp>
        <p:sp>
          <p:nvSpPr>
            <p:cNvPr id="15" name="楕円 14">
              <a:extLst>
                <a:ext uri="{FF2B5EF4-FFF2-40B4-BE49-F238E27FC236}">
                  <a16:creationId xmlns:a16="http://schemas.microsoft.com/office/drawing/2014/main" id="{A07B7CB8-1B24-387F-8F5E-9D46EA682E9F}"/>
                </a:ext>
              </a:extLst>
            </p:cNvPr>
            <p:cNvSpPr/>
            <p:nvPr/>
          </p:nvSpPr>
          <p:spPr>
            <a:xfrm>
              <a:off x="3468699" y="3015653"/>
              <a:ext cx="43200" cy="43200"/>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kumimoji="1" lang="ja-JP" altLang="en-US"/>
            </a:p>
          </p:txBody>
        </p:sp>
        <p:sp>
          <p:nvSpPr>
            <p:cNvPr id="17" name="楕円 16">
              <a:extLst>
                <a:ext uri="{FF2B5EF4-FFF2-40B4-BE49-F238E27FC236}">
                  <a16:creationId xmlns:a16="http://schemas.microsoft.com/office/drawing/2014/main" id="{B5300137-172D-F1BA-362A-C0E7976760D9}"/>
                </a:ext>
              </a:extLst>
            </p:cNvPr>
            <p:cNvSpPr/>
            <p:nvPr/>
          </p:nvSpPr>
          <p:spPr>
            <a:xfrm>
              <a:off x="4042071" y="3272780"/>
              <a:ext cx="43200" cy="43200"/>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kumimoji="1" lang="ja-JP" altLang="en-US"/>
            </a:p>
          </p:txBody>
        </p:sp>
        <p:sp>
          <p:nvSpPr>
            <p:cNvPr id="18" name="楕円 17">
              <a:extLst>
                <a:ext uri="{FF2B5EF4-FFF2-40B4-BE49-F238E27FC236}">
                  <a16:creationId xmlns:a16="http://schemas.microsoft.com/office/drawing/2014/main" id="{4D705E1F-1BFD-A8F7-11ED-8E73C6F19948}"/>
                </a:ext>
              </a:extLst>
            </p:cNvPr>
            <p:cNvSpPr/>
            <p:nvPr/>
          </p:nvSpPr>
          <p:spPr>
            <a:xfrm>
              <a:off x="4328757" y="3242117"/>
              <a:ext cx="43200" cy="43200"/>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kumimoji="1" lang="ja-JP" altLang="en-US"/>
            </a:p>
          </p:txBody>
        </p:sp>
        <p:sp>
          <p:nvSpPr>
            <p:cNvPr id="20" name="楕円 19">
              <a:extLst>
                <a:ext uri="{FF2B5EF4-FFF2-40B4-BE49-F238E27FC236}">
                  <a16:creationId xmlns:a16="http://schemas.microsoft.com/office/drawing/2014/main" id="{104A5E44-4164-1E2F-8C0A-0380C68543B5}"/>
                </a:ext>
              </a:extLst>
            </p:cNvPr>
            <p:cNvSpPr/>
            <p:nvPr/>
          </p:nvSpPr>
          <p:spPr>
            <a:xfrm>
              <a:off x="4902129" y="3076856"/>
              <a:ext cx="43200" cy="43200"/>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kumimoji="1" lang="ja-JP" altLang="en-US"/>
            </a:p>
          </p:txBody>
        </p:sp>
      </p:grpSp>
      <p:grpSp>
        <p:nvGrpSpPr>
          <p:cNvPr id="215" name="グループ化 214">
            <a:extLst>
              <a:ext uri="{FF2B5EF4-FFF2-40B4-BE49-F238E27FC236}">
                <a16:creationId xmlns:a16="http://schemas.microsoft.com/office/drawing/2014/main" id="{39B55479-D75F-33C7-A20F-B998187B1B9D}"/>
              </a:ext>
            </a:extLst>
          </p:cNvPr>
          <p:cNvGrpSpPr/>
          <p:nvPr/>
        </p:nvGrpSpPr>
        <p:grpSpPr>
          <a:xfrm>
            <a:off x="1320378" y="3974294"/>
            <a:ext cx="4409440" cy="944880"/>
            <a:chOff x="1587078" y="3967944"/>
            <a:chExt cx="4409440" cy="944880"/>
          </a:xfrm>
        </p:grpSpPr>
        <p:sp>
          <p:nvSpPr>
            <p:cNvPr id="149" name="フリーフォーム: 図形 148">
              <a:extLst>
                <a:ext uri="{FF2B5EF4-FFF2-40B4-BE49-F238E27FC236}">
                  <a16:creationId xmlns:a16="http://schemas.microsoft.com/office/drawing/2014/main" id="{500C8F03-0E73-2FCE-3BC9-C7E8047BD113}"/>
                </a:ext>
              </a:extLst>
            </p:cNvPr>
            <p:cNvSpPr/>
            <p:nvPr/>
          </p:nvSpPr>
          <p:spPr>
            <a:xfrm>
              <a:off x="2056824" y="4016592"/>
              <a:ext cx="3867574" cy="790426"/>
            </a:xfrm>
            <a:custGeom>
              <a:avLst/>
              <a:gdLst>
                <a:gd name="csX0" fmla="*/ 0 w 4754880"/>
                <a:gd name="csY0" fmla="*/ 996614 h 1806082"/>
                <a:gd name="csX1" fmla="*/ 528320 w 4754880"/>
                <a:gd name="csY1" fmla="*/ 244774 h 1806082"/>
                <a:gd name="csX2" fmla="*/ 975360 w 4754880"/>
                <a:gd name="csY2" fmla="*/ 1423334 h 1806082"/>
                <a:gd name="csX3" fmla="*/ 1225974 w 4754880"/>
                <a:gd name="csY3" fmla="*/ 874694 h 1806082"/>
                <a:gd name="csX4" fmla="*/ 1503680 w 4754880"/>
                <a:gd name="csY4" fmla="*/ 1111761 h 1806082"/>
                <a:gd name="csX5" fmla="*/ 1849120 w 4754880"/>
                <a:gd name="csY5" fmla="*/ 7707 h 1806082"/>
                <a:gd name="csX6" fmla="*/ 2465494 w 4754880"/>
                <a:gd name="csY6" fmla="*/ 1762001 h 1806082"/>
                <a:gd name="csX7" fmla="*/ 2675467 w 4754880"/>
                <a:gd name="csY7" fmla="*/ 1267547 h 1806082"/>
                <a:gd name="csX8" fmla="*/ 3197014 w 4754880"/>
                <a:gd name="csY8" fmla="*/ 1152401 h 1806082"/>
                <a:gd name="csX9" fmla="*/ 3542454 w 4754880"/>
                <a:gd name="csY9" fmla="*/ 122854 h 1806082"/>
                <a:gd name="csX10" fmla="*/ 4253654 w 4754880"/>
                <a:gd name="csY10" fmla="*/ 1565574 h 1806082"/>
                <a:gd name="csX11" fmla="*/ 4754880 w 4754880"/>
                <a:gd name="csY11" fmla="*/ 800187 h 180608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4754880" h="1806082">
                  <a:moveTo>
                    <a:pt x="0" y="996614"/>
                  </a:moveTo>
                  <a:cubicBezTo>
                    <a:pt x="182880" y="585134"/>
                    <a:pt x="365760" y="173654"/>
                    <a:pt x="528320" y="244774"/>
                  </a:cubicBezTo>
                  <a:cubicBezTo>
                    <a:pt x="690880" y="315894"/>
                    <a:pt x="859084" y="1318347"/>
                    <a:pt x="975360" y="1423334"/>
                  </a:cubicBezTo>
                  <a:cubicBezTo>
                    <a:pt x="1091636" y="1528321"/>
                    <a:pt x="1137921" y="926623"/>
                    <a:pt x="1225974" y="874694"/>
                  </a:cubicBezTo>
                  <a:cubicBezTo>
                    <a:pt x="1314027" y="822765"/>
                    <a:pt x="1399822" y="1256259"/>
                    <a:pt x="1503680" y="1111761"/>
                  </a:cubicBezTo>
                  <a:cubicBezTo>
                    <a:pt x="1607538" y="967263"/>
                    <a:pt x="1688818" y="-100666"/>
                    <a:pt x="1849120" y="7707"/>
                  </a:cubicBezTo>
                  <a:cubicBezTo>
                    <a:pt x="2009422" y="116080"/>
                    <a:pt x="2327770" y="1552028"/>
                    <a:pt x="2465494" y="1762001"/>
                  </a:cubicBezTo>
                  <a:cubicBezTo>
                    <a:pt x="2603219" y="1971974"/>
                    <a:pt x="2553547" y="1369147"/>
                    <a:pt x="2675467" y="1267547"/>
                  </a:cubicBezTo>
                  <a:cubicBezTo>
                    <a:pt x="2797387" y="1165947"/>
                    <a:pt x="3052516" y="1343183"/>
                    <a:pt x="3197014" y="1152401"/>
                  </a:cubicBezTo>
                  <a:cubicBezTo>
                    <a:pt x="3341512" y="961619"/>
                    <a:pt x="3366347" y="53992"/>
                    <a:pt x="3542454" y="122854"/>
                  </a:cubicBezTo>
                  <a:cubicBezTo>
                    <a:pt x="3718561" y="191716"/>
                    <a:pt x="4051583" y="1452685"/>
                    <a:pt x="4253654" y="1565574"/>
                  </a:cubicBezTo>
                  <a:cubicBezTo>
                    <a:pt x="4455725" y="1678463"/>
                    <a:pt x="4605302" y="1239325"/>
                    <a:pt x="4754880" y="800187"/>
                  </a:cubicBezTo>
                </a:path>
              </a:pathLst>
            </a:custGeom>
            <a:ln w="12700">
              <a:solidFill>
                <a:schemeClr val="accent6">
                  <a:lumMod val="20000"/>
                  <a:lumOff val="80000"/>
                </a:schemeClr>
              </a:solidFill>
              <a:prstDash val="solid"/>
            </a:ln>
          </p:spPr>
          <p:style>
            <a:lnRef idx="3">
              <a:schemeClr val="accent6"/>
            </a:lnRef>
            <a:fillRef idx="0">
              <a:schemeClr val="accent6"/>
            </a:fillRef>
            <a:effectRef idx="2">
              <a:schemeClr val="accent6"/>
            </a:effectRef>
            <a:fontRef idx="minor">
              <a:schemeClr val="tx1"/>
            </a:fontRef>
          </p:style>
          <p:txBody>
            <a:bodyPr rtlCol="0" anchor="ctr"/>
            <a:lstStyle/>
            <a:p>
              <a:pPr algn="ctr"/>
              <a:endParaRPr kumimoji="1" lang="ja-JP" altLang="en-US"/>
            </a:p>
          </p:txBody>
        </p:sp>
        <p:cxnSp>
          <p:nvCxnSpPr>
            <p:cNvPr id="150" name="直線矢印コネクタ 149">
              <a:extLst>
                <a:ext uri="{FF2B5EF4-FFF2-40B4-BE49-F238E27FC236}">
                  <a16:creationId xmlns:a16="http://schemas.microsoft.com/office/drawing/2014/main" id="{9188C97F-4DD6-EF93-7338-F9CCD7B9B932}"/>
                </a:ext>
              </a:extLst>
            </p:cNvPr>
            <p:cNvCxnSpPr/>
            <p:nvPr/>
          </p:nvCxnSpPr>
          <p:spPr>
            <a:xfrm flipV="1">
              <a:off x="1769958" y="3967944"/>
              <a:ext cx="0" cy="94488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51" name="直線コネクタ 150">
              <a:extLst>
                <a:ext uri="{FF2B5EF4-FFF2-40B4-BE49-F238E27FC236}">
                  <a16:creationId xmlns:a16="http://schemas.microsoft.com/office/drawing/2014/main" id="{B7008169-7E3A-0941-F6AB-A89C85106A7A}"/>
                </a:ext>
              </a:extLst>
            </p:cNvPr>
            <p:cNvCxnSpPr>
              <a:cxnSpLocks/>
            </p:cNvCxnSpPr>
            <p:nvPr/>
          </p:nvCxnSpPr>
          <p:spPr>
            <a:xfrm>
              <a:off x="1587078" y="4850102"/>
              <a:ext cx="4409440" cy="0"/>
            </a:xfrm>
            <a:prstGeom prst="line">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52" name="直線コネクタ 151">
              <a:extLst>
                <a:ext uri="{FF2B5EF4-FFF2-40B4-BE49-F238E27FC236}">
                  <a16:creationId xmlns:a16="http://schemas.microsoft.com/office/drawing/2014/main" id="{AE29F95D-7DE8-F6DC-8AD2-A5416AAE23D8}"/>
                </a:ext>
              </a:extLst>
            </p:cNvPr>
            <p:cNvCxnSpPr>
              <a:cxnSpLocks/>
            </p:cNvCxnSpPr>
            <p:nvPr/>
          </p:nvCxnSpPr>
          <p:spPr>
            <a:xfrm>
              <a:off x="2056822" y="4064655"/>
              <a:ext cx="0" cy="805927"/>
            </a:xfrm>
            <a:prstGeom prst="line">
              <a:avLst/>
            </a:prstGeom>
            <a:ln w="12700" cap="flat" cmpd="sng" algn="ctr">
              <a:solidFill>
                <a:schemeClr val="accent3"/>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53" name="直線コネクタ 152">
              <a:extLst>
                <a:ext uri="{FF2B5EF4-FFF2-40B4-BE49-F238E27FC236}">
                  <a16:creationId xmlns:a16="http://schemas.microsoft.com/office/drawing/2014/main" id="{3A09A867-D05B-75BC-3DF0-1DD1C71F5F7B}"/>
                </a:ext>
              </a:extLst>
            </p:cNvPr>
            <p:cNvCxnSpPr>
              <a:cxnSpLocks/>
            </p:cNvCxnSpPr>
            <p:nvPr/>
          </p:nvCxnSpPr>
          <p:spPr>
            <a:xfrm>
              <a:off x="2343690" y="4064655"/>
              <a:ext cx="0" cy="805927"/>
            </a:xfrm>
            <a:prstGeom prst="line">
              <a:avLst/>
            </a:prstGeom>
            <a:ln w="12700" cap="flat" cmpd="sng" algn="ctr">
              <a:solidFill>
                <a:schemeClr val="accent3"/>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54" name="直線コネクタ 153">
              <a:extLst>
                <a:ext uri="{FF2B5EF4-FFF2-40B4-BE49-F238E27FC236}">
                  <a16:creationId xmlns:a16="http://schemas.microsoft.com/office/drawing/2014/main" id="{6F792C18-F94C-9C10-9FD1-0D2D4E95C227}"/>
                </a:ext>
              </a:extLst>
            </p:cNvPr>
            <p:cNvCxnSpPr>
              <a:cxnSpLocks/>
            </p:cNvCxnSpPr>
            <p:nvPr/>
          </p:nvCxnSpPr>
          <p:spPr>
            <a:xfrm>
              <a:off x="2630558" y="4064655"/>
              <a:ext cx="0" cy="805927"/>
            </a:xfrm>
            <a:prstGeom prst="line">
              <a:avLst/>
            </a:prstGeom>
            <a:ln w="12700" cap="flat" cmpd="sng" algn="ctr">
              <a:solidFill>
                <a:schemeClr val="accent3"/>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55" name="直線コネクタ 154">
              <a:extLst>
                <a:ext uri="{FF2B5EF4-FFF2-40B4-BE49-F238E27FC236}">
                  <a16:creationId xmlns:a16="http://schemas.microsoft.com/office/drawing/2014/main" id="{0BC3570B-A244-BCB4-4BDC-A6CC9189E9D1}"/>
                </a:ext>
              </a:extLst>
            </p:cNvPr>
            <p:cNvCxnSpPr>
              <a:cxnSpLocks/>
            </p:cNvCxnSpPr>
            <p:nvPr/>
          </p:nvCxnSpPr>
          <p:spPr>
            <a:xfrm>
              <a:off x="2917426" y="4064655"/>
              <a:ext cx="0" cy="805927"/>
            </a:xfrm>
            <a:prstGeom prst="line">
              <a:avLst/>
            </a:prstGeom>
            <a:ln w="12700" cap="flat" cmpd="sng" algn="ctr">
              <a:solidFill>
                <a:schemeClr val="accent3"/>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56" name="直線コネクタ 155">
              <a:extLst>
                <a:ext uri="{FF2B5EF4-FFF2-40B4-BE49-F238E27FC236}">
                  <a16:creationId xmlns:a16="http://schemas.microsoft.com/office/drawing/2014/main" id="{275D8B7B-A922-B3CA-CD49-814FDDAE5DE3}"/>
                </a:ext>
              </a:extLst>
            </p:cNvPr>
            <p:cNvCxnSpPr>
              <a:cxnSpLocks/>
            </p:cNvCxnSpPr>
            <p:nvPr/>
          </p:nvCxnSpPr>
          <p:spPr>
            <a:xfrm>
              <a:off x="3204294" y="4064655"/>
              <a:ext cx="0" cy="805927"/>
            </a:xfrm>
            <a:prstGeom prst="line">
              <a:avLst/>
            </a:prstGeom>
            <a:ln w="12700" cap="flat" cmpd="sng" algn="ctr">
              <a:solidFill>
                <a:schemeClr val="accent3"/>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57" name="直線コネクタ 156">
              <a:extLst>
                <a:ext uri="{FF2B5EF4-FFF2-40B4-BE49-F238E27FC236}">
                  <a16:creationId xmlns:a16="http://schemas.microsoft.com/office/drawing/2014/main" id="{B9029627-DAF8-71B0-0163-7E51D0C2301B}"/>
                </a:ext>
              </a:extLst>
            </p:cNvPr>
            <p:cNvCxnSpPr>
              <a:cxnSpLocks/>
            </p:cNvCxnSpPr>
            <p:nvPr/>
          </p:nvCxnSpPr>
          <p:spPr>
            <a:xfrm>
              <a:off x="3491162" y="4064655"/>
              <a:ext cx="0" cy="805927"/>
            </a:xfrm>
            <a:prstGeom prst="line">
              <a:avLst/>
            </a:prstGeom>
            <a:ln w="12700" cap="flat" cmpd="sng" algn="ctr">
              <a:solidFill>
                <a:schemeClr val="accent3"/>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58" name="直線コネクタ 157">
              <a:extLst>
                <a:ext uri="{FF2B5EF4-FFF2-40B4-BE49-F238E27FC236}">
                  <a16:creationId xmlns:a16="http://schemas.microsoft.com/office/drawing/2014/main" id="{75D719EB-A3B8-8A7C-95CB-9FCCCA8DD133}"/>
                </a:ext>
              </a:extLst>
            </p:cNvPr>
            <p:cNvCxnSpPr>
              <a:cxnSpLocks/>
            </p:cNvCxnSpPr>
            <p:nvPr/>
          </p:nvCxnSpPr>
          <p:spPr>
            <a:xfrm>
              <a:off x="3778030" y="4064655"/>
              <a:ext cx="0" cy="805927"/>
            </a:xfrm>
            <a:prstGeom prst="line">
              <a:avLst/>
            </a:prstGeom>
            <a:ln w="12700" cap="flat" cmpd="sng" algn="ctr">
              <a:solidFill>
                <a:schemeClr val="accent3"/>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59" name="直線コネクタ 158">
              <a:extLst>
                <a:ext uri="{FF2B5EF4-FFF2-40B4-BE49-F238E27FC236}">
                  <a16:creationId xmlns:a16="http://schemas.microsoft.com/office/drawing/2014/main" id="{17D36B39-9C22-3784-545B-0AC928C69090}"/>
                </a:ext>
              </a:extLst>
            </p:cNvPr>
            <p:cNvCxnSpPr>
              <a:cxnSpLocks/>
            </p:cNvCxnSpPr>
            <p:nvPr/>
          </p:nvCxnSpPr>
          <p:spPr>
            <a:xfrm>
              <a:off x="4064898" y="4064655"/>
              <a:ext cx="0" cy="805927"/>
            </a:xfrm>
            <a:prstGeom prst="line">
              <a:avLst/>
            </a:prstGeom>
            <a:ln w="12700" cap="flat" cmpd="sng" algn="ctr">
              <a:solidFill>
                <a:schemeClr val="accent3"/>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60" name="直線コネクタ 159">
              <a:extLst>
                <a:ext uri="{FF2B5EF4-FFF2-40B4-BE49-F238E27FC236}">
                  <a16:creationId xmlns:a16="http://schemas.microsoft.com/office/drawing/2014/main" id="{2848F437-6C06-F6B7-0B3A-E268C300BCFC}"/>
                </a:ext>
              </a:extLst>
            </p:cNvPr>
            <p:cNvCxnSpPr>
              <a:cxnSpLocks/>
            </p:cNvCxnSpPr>
            <p:nvPr/>
          </p:nvCxnSpPr>
          <p:spPr>
            <a:xfrm>
              <a:off x="4351766" y="4064655"/>
              <a:ext cx="0" cy="805927"/>
            </a:xfrm>
            <a:prstGeom prst="line">
              <a:avLst/>
            </a:prstGeom>
            <a:ln w="12700" cap="flat" cmpd="sng" algn="ctr">
              <a:solidFill>
                <a:schemeClr val="accent3"/>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61" name="直線コネクタ 160">
              <a:extLst>
                <a:ext uri="{FF2B5EF4-FFF2-40B4-BE49-F238E27FC236}">
                  <a16:creationId xmlns:a16="http://schemas.microsoft.com/office/drawing/2014/main" id="{8822BC77-7698-AD3E-B82C-49F27D1965F0}"/>
                </a:ext>
              </a:extLst>
            </p:cNvPr>
            <p:cNvCxnSpPr>
              <a:cxnSpLocks/>
            </p:cNvCxnSpPr>
            <p:nvPr/>
          </p:nvCxnSpPr>
          <p:spPr>
            <a:xfrm>
              <a:off x="4638634" y="4064655"/>
              <a:ext cx="0" cy="805927"/>
            </a:xfrm>
            <a:prstGeom prst="line">
              <a:avLst/>
            </a:prstGeom>
            <a:ln w="12700" cap="flat" cmpd="sng" algn="ctr">
              <a:solidFill>
                <a:schemeClr val="accent3"/>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62" name="直線コネクタ 161">
              <a:extLst>
                <a:ext uri="{FF2B5EF4-FFF2-40B4-BE49-F238E27FC236}">
                  <a16:creationId xmlns:a16="http://schemas.microsoft.com/office/drawing/2014/main" id="{C885BCDD-A341-D69E-D82A-A65531363E12}"/>
                </a:ext>
              </a:extLst>
            </p:cNvPr>
            <p:cNvCxnSpPr>
              <a:cxnSpLocks/>
            </p:cNvCxnSpPr>
            <p:nvPr/>
          </p:nvCxnSpPr>
          <p:spPr>
            <a:xfrm>
              <a:off x="4925502" y="4064655"/>
              <a:ext cx="0" cy="805927"/>
            </a:xfrm>
            <a:prstGeom prst="line">
              <a:avLst/>
            </a:prstGeom>
            <a:ln w="12700" cap="flat" cmpd="sng" algn="ctr">
              <a:solidFill>
                <a:schemeClr val="accent3"/>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63" name="直線コネクタ 162">
              <a:extLst>
                <a:ext uri="{FF2B5EF4-FFF2-40B4-BE49-F238E27FC236}">
                  <a16:creationId xmlns:a16="http://schemas.microsoft.com/office/drawing/2014/main" id="{E07D5BE2-87F1-964C-13E8-0A661287F9F5}"/>
                </a:ext>
              </a:extLst>
            </p:cNvPr>
            <p:cNvCxnSpPr>
              <a:cxnSpLocks/>
            </p:cNvCxnSpPr>
            <p:nvPr/>
          </p:nvCxnSpPr>
          <p:spPr>
            <a:xfrm>
              <a:off x="5212370" y="4064655"/>
              <a:ext cx="0" cy="805927"/>
            </a:xfrm>
            <a:prstGeom prst="line">
              <a:avLst/>
            </a:prstGeom>
            <a:ln w="12700" cap="flat" cmpd="sng" algn="ctr">
              <a:solidFill>
                <a:schemeClr val="accent3"/>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64" name="直線コネクタ 163">
              <a:extLst>
                <a:ext uri="{FF2B5EF4-FFF2-40B4-BE49-F238E27FC236}">
                  <a16:creationId xmlns:a16="http://schemas.microsoft.com/office/drawing/2014/main" id="{07C398F9-A1CB-34F8-FFD8-6FCEC77D5F5E}"/>
                </a:ext>
              </a:extLst>
            </p:cNvPr>
            <p:cNvCxnSpPr>
              <a:cxnSpLocks/>
            </p:cNvCxnSpPr>
            <p:nvPr/>
          </p:nvCxnSpPr>
          <p:spPr>
            <a:xfrm>
              <a:off x="5499238" y="4064655"/>
              <a:ext cx="0" cy="805927"/>
            </a:xfrm>
            <a:prstGeom prst="line">
              <a:avLst/>
            </a:prstGeom>
            <a:ln w="12700" cap="flat" cmpd="sng" algn="ctr">
              <a:solidFill>
                <a:schemeClr val="accent3"/>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65" name="直線コネクタ 164">
              <a:extLst>
                <a:ext uri="{FF2B5EF4-FFF2-40B4-BE49-F238E27FC236}">
                  <a16:creationId xmlns:a16="http://schemas.microsoft.com/office/drawing/2014/main" id="{EDE553EB-B4C4-78C8-E04A-4A21C8791429}"/>
                </a:ext>
              </a:extLst>
            </p:cNvPr>
            <p:cNvCxnSpPr>
              <a:cxnSpLocks/>
            </p:cNvCxnSpPr>
            <p:nvPr/>
          </p:nvCxnSpPr>
          <p:spPr>
            <a:xfrm>
              <a:off x="5786106" y="4064655"/>
              <a:ext cx="0" cy="805927"/>
            </a:xfrm>
            <a:prstGeom prst="line">
              <a:avLst/>
            </a:prstGeom>
            <a:ln w="12700" cap="flat" cmpd="sng" algn="ctr">
              <a:solidFill>
                <a:schemeClr val="accent3"/>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166" name="楕円 165">
              <a:extLst>
                <a:ext uri="{FF2B5EF4-FFF2-40B4-BE49-F238E27FC236}">
                  <a16:creationId xmlns:a16="http://schemas.microsoft.com/office/drawing/2014/main" id="{9A1E783A-9682-ABAC-42FA-A2AB48EA7B2B}"/>
                </a:ext>
              </a:extLst>
            </p:cNvPr>
            <p:cNvSpPr/>
            <p:nvPr/>
          </p:nvSpPr>
          <p:spPr>
            <a:xfrm>
              <a:off x="2035449" y="4418522"/>
              <a:ext cx="43200" cy="43200"/>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kumimoji="1" lang="ja-JP" altLang="en-US"/>
            </a:p>
          </p:txBody>
        </p:sp>
        <p:sp>
          <p:nvSpPr>
            <p:cNvPr id="167" name="楕円 166">
              <a:extLst>
                <a:ext uri="{FF2B5EF4-FFF2-40B4-BE49-F238E27FC236}">
                  <a16:creationId xmlns:a16="http://schemas.microsoft.com/office/drawing/2014/main" id="{07C00DA9-3557-FFEA-359D-5BB370182ED1}"/>
                </a:ext>
              </a:extLst>
            </p:cNvPr>
            <p:cNvSpPr/>
            <p:nvPr/>
          </p:nvSpPr>
          <p:spPr>
            <a:xfrm>
              <a:off x="4042251" y="4772793"/>
              <a:ext cx="43200" cy="43200"/>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kumimoji="1" lang="ja-JP" altLang="en-US"/>
            </a:p>
          </p:txBody>
        </p:sp>
        <p:sp>
          <p:nvSpPr>
            <p:cNvPr id="168" name="楕円 167">
              <a:extLst>
                <a:ext uri="{FF2B5EF4-FFF2-40B4-BE49-F238E27FC236}">
                  <a16:creationId xmlns:a16="http://schemas.microsoft.com/office/drawing/2014/main" id="{2E7C7D0D-7638-5132-3EDA-51976809E56D}"/>
                </a:ext>
              </a:extLst>
            </p:cNvPr>
            <p:cNvSpPr/>
            <p:nvPr/>
          </p:nvSpPr>
          <p:spPr>
            <a:xfrm>
              <a:off x="5475681" y="4666970"/>
              <a:ext cx="43200" cy="43200"/>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kumimoji="1" lang="ja-JP" altLang="en-US"/>
            </a:p>
          </p:txBody>
        </p:sp>
        <p:sp>
          <p:nvSpPr>
            <p:cNvPr id="169" name="楕円 168">
              <a:extLst>
                <a:ext uri="{FF2B5EF4-FFF2-40B4-BE49-F238E27FC236}">
                  <a16:creationId xmlns:a16="http://schemas.microsoft.com/office/drawing/2014/main" id="{17D18275-4737-FBC2-4D6C-54F2A6BF9F35}"/>
                </a:ext>
              </a:extLst>
            </p:cNvPr>
            <p:cNvSpPr/>
            <p:nvPr/>
          </p:nvSpPr>
          <p:spPr>
            <a:xfrm>
              <a:off x="5762367" y="4556548"/>
              <a:ext cx="43200" cy="43200"/>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kumimoji="1" lang="ja-JP" altLang="en-US"/>
            </a:p>
          </p:txBody>
        </p:sp>
        <p:sp>
          <p:nvSpPr>
            <p:cNvPr id="170" name="楕円 169">
              <a:extLst>
                <a:ext uri="{FF2B5EF4-FFF2-40B4-BE49-F238E27FC236}">
                  <a16:creationId xmlns:a16="http://schemas.microsoft.com/office/drawing/2014/main" id="{08EC53F3-6DAB-98A8-B0CC-847D443D42E5}"/>
                </a:ext>
              </a:extLst>
            </p:cNvPr>
            <p:cNvSpPr/>
            <p:nvPr/>
          </p:nvSpPr>
          <p:spPr>
            <a:xfrm>
              <a:off x="3468879" y="4030009"/>
              <a:ext cx="43200" cy="43200"/>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kumimoji="1" lang="ja-JP" altLang="en-US"/>
            </a:p>
          </p:txBody>
        </p:sp>
        <p:sp>
          <p:nvSpPr>
            <p:cNvPr id="171" name="楕円 170">
              <a:extLst>
                <a:ext uri="{FF2B5EF4-FFF2-40B4-BE49-F238E27FC236}">
                  <a16:creationId xmlns:a16="http://schemas.microsoft.com/office/drawing/2014/main" id="{E340F9B4-6C79-745F-16F3-B0378E9E6129}"/>
                </a:ext>
              </a:extLst>
            </p:cNvPr>
            <p:cNvSpPr/>
            <p:nvPr/>
          </p:nvSpPr>
          <p:spPr>
            <a:xfrm>
              <a:off x="4902309" y="4051871"/>
              <a:ext cx="43200" cy="43200"/>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kumimoji="1" lang="ja-JP" altLang="en-US"/>
            </a:p>
          </p:txBody>
        </p:sp>
        <p:sp>
          <p:nvSpPr>
            <p:cNvPr id="172" name="楕円 171">
              <a:extLst>
                <a:ext uri="{FF2B5EF4-FFF2-40B4-BE49-F238E27FC236}">
                  <a16:creationId xmlns:a16="http://schemas.microsoft.com/office/drawing/2014/main" id="{6B09436E-39EE-252E-359C-7CA624D0D6E3}"/>
                </a:ext>
              </a:extLst>
            </p:cNvPr>
            <p:cNvSpPr/>
            <p:nvPr/>
          </p:nvSpPr>
          <p:spPr>
            <a:xfrm>
              <a:off x="2322135" y="4130889"/>
              <a:ext cx="43200" cy="43200"/>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kumimoji="1" lang="ja-JP" altLang="en-US"/>
            </a:p>
          </p:txBody>
        </p:sp>
        <p:sp>
          <p:nvSpPr>
            <p:cNvPr id="173" name="楕円 172">
              <a:extLst>
                <a:ext uri="{FF2B5EF4-FFF2-40B4-BE49-F238E27FC236}">
                  <a16:creationId xmlns:a16="http://schemas.microsoft.com/office/drawing/2014/main" id="{70D5FBBF-395C-D9F0-7B48-FDF6A28AAA5D}"/>
                </a:ext>
              </a:extLst>
            </p:cNvPr>
            <p:cNvSpPr/>
            <p:nvPr/>
          </p:nvSpPr>
          <p:spPr>
            <a:xfrm>
              <a:off x="2608821" y="4258199"/>
              <a:ext cx="43200" cy="43200"/>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kumimoji="1" lang="ja-JP" altLang="en-US"/>
            </a:p>
          </p:txBody>
        </p:sp>
        <p:sp>
          <p:nvSpPr>
            <p:cNvPr id="174" name="楕円 173">
              <a:extLst>
                <a:ext uri="{FF2B5EF4-FFF2-40B4-BE49-F238E27FC236}">
                  <a16:creationId xmlns:a16="http://schemas.microsoft.com/office/drawing/2014/main" id="{53D49D9A-58DA-AD05-8B70-F0692EA46D2E}"/>
                </a:ext>
              </a:extLst>
            </p:cNvPr>
            <p:cNvSpPr/>
            <p:nvPr/>
          </p:nvSpPr>
          <p:spPr>
            <a:xfrm>
              <a:off x="2895507" y="4600272"/>
              <a:ext cx="43200" cy="43200"/>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kumimoji="1" lang="ja-JP" altLang="en-US"/>
            </a:p>
          </p:txBody>
        </p:sp>
        <p:sp>
          <p:nvSpPr>
            <p:cNvPr id="175" name="楕円 174">
              <a:extLst>
                <a:ext uri="{FF2B5EF4-FFF2-40B4-BE49-F238E27FC236}">
                  <a16:creationId xmlns:a16="http://schemas.microsoft.com/office/drawing/2014/main" id="{B9E77255-C211-0540-3347-31514DDEE1A8}"/>
                </a:ext>
              </a:extLst>
            </p:cNvPr>
            <p:cNvSpPr/>
            <p:nvPr/>
          </p:nvSpPr>
          <p:spPr>
            <a:xfrm>
              <a:off x="3182193" y="4486887"/>
              <a:ext cx="43200" cy="43200"/>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kumimoji="1" lang="ja-JP" altLang="en-US"/>
            </a:p>
          </p:txBody>
        </p:sp>
        <p:sp>
          <p:nvSpPr>
            <p:cNvPr id="176" name="楕円 175">
              <a:extLst>
                <a:ext uri="{FF2B5EF4-FFF2-40B4-BE49-F238E27FC236}">
                  <a16:creationId xmlns:a16="http://schemas.microsoft.com/office/drawing/2014/main" id="{9A0557F0-505D-D141-7C58-FFB7CA861BC4}"/>
                </a:ext>
              </a:extLst>
            </p:cNvPr>
            <p:cNvSpPr/>
            <p:nvPr/>
          </p:nvSpPr>
          <p:spPr>
            <a:xfrm>
              <a:off x="3755565" y="4282284"/>
              <a:ext cx="43200" cy="43200"/>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kumimoji="1" lang="ja-JP" altLang="en-US"/>
            </a:p>
          </p:txBody>
        </p:sp>
        <p:sp>
          <p:nvSpPr>
            <p:cNvPr id="177" name="楕円 176">
              <a:extLst>
                <a:ext uri="{FF2B5EF4-FFF2-40B4-BE49-F238E27FC236}">
                  <a16:creationId xmlns:a16="http://schemas.microsoft.com/office/drawing/2014/main" id="{FD9CF192-8916-3B3B-9859-F6CC6D713793}"/>
                </a:ext>
              </a:extLst>
            </p:cNvPr>
            <p:cNvSpPr/>
            <p:nvPr/>
          </p:nvSpPr>
          <p:spPr>
            <a:xfrm>
              <a:off x="4328937" y="4539411"/>
              <a:ext cx="43200" cy="43200"/>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kumimoji="1" lang="ja-JP" altLang="en-US"/>
            </a:p>
          </p:txBody>
        </p:sp>
        <p:sp>
          <p:nvSpPr>
            <p:cNvPr id="178" name="楕円 177">
              <a:extLst>
                <a:ext uri="{FF2B5EF4-FFF2-40B4-BE49-F238E27FC236}">
                  <a16:creationId xmlns:a16="http://schemas.microsoft.com/office/drawing/2014/main" id="{D9612FE0-09EC-F695-FD0E-F7FA301FCB7A}"/>
                </a:ext>
              </a:extLst>
            </p:cNvPr>
            <p:cNvSpPr/>
            <p:nvPr/>
          </p:nvSpPr>
          <p:spPr>
            <a:xfrm>
              <a:off x="4615623" y="4508748"/>
              <a:ext cx="43200" cy="43200"/>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kumimoji="1" lang="ja-JP" altLang="en-US"/>
            </a:p>
          </p:txBody>
        </p:sp>
        <p:sp>
          <p:nvSpPr>
            <p:cNvPr id="179" name="楕円 178">
              <a:extLst>
                <a:ext uri="{FF2B5EF4-FFF2-40B4-BE49-F238E27FC236}">
                  <a16:creationId xmlns:a16="http://schemas.microsoft.com/office/drawing/2014/main" id="{6A3F0DC1-A234-85D0-6D16-73B6526BAD36}"/>
                </a:ext>
              </a:extLst>
            </p:cNvPr>
            <p:cNvSpPr/>
            <p:nvPr/>
          </p:nvSpPr>
          <p:spPr>
            <a:xfrm>
              <a:off x="5188995" y="4343487"/>
              <a:ext cx="43200" cy="43200"/>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kumimoji="1" lang="ja-JP" altLang="en-US"/>
            </a:p>
          </p:txBody>
        </p:sp>
      </p:grpSp>
      <p:grpSp>
        <p:nvGrpSpPr>
          <p:cNvPr id="216" name="グループ化 215">
            <a:extLst>
              <a:ext uri="{FF2B5EF4-FFF2-40B4-BE49-F238E27FC236}">
                <a16:creationId xmlns:a16="http://schemas.microsoft.com/office/drawing/2014/main" id="{5D40FB74-3284-9BA8-9E8E-1F4639F5B23C}"/>
              </a:ext>
            </a:extLst>
          </p:cNvPr>
          <p:cNvGrpSpPr/>
          <p:nvPr/>
        </p:nvGrpSpPr>
        <p:grpSpPr>
          <a:xfrm>
            <a:off x="1320378" y="5240925"/>
            <a:ext cx="4623826" cy="944880"/>
            <a:chOff x="1587078" y="5234575"/>
            <a:chExt cx="4623826" cy="944880"/>
          </a:xfrm>
        </p:grpSpPr>
        <p:sp>
          <p:nvSpPr>
            <p:cNvPr id="181" name="フリーフォーム: 図形 180">
              <a:extLst>
                <a:ext uri="{FF2B5EF4-FFF2-40B4-BE49-F238E27FC236}">
                  <a16:creationId xmlns:a16="http://schemas.microsoft.com/office/drawing/2014/main" id="{CE52507C-A97E-15D4-1A76-AC7341BFDAFE}"/>
                </a:ext>
              </a:extLst>
            </p:cNvPr>
            <p:cNvSpPr/>
            <p:nvPr/>
          </p:nvSpPr>
          <p:spPr>
            <a:xfrm>
              <a:off x="2343330" y="5283223"/>
              <a:ext cx="3867574" cy="790426"/>
            </a:xfrm>
            <a:custGeom>
              <a:avLst/>
              <a:gdLst>
                <a:gd name="csX0" fmla="*/ 0 w 4754880"/>
                <a:gd name="csY0" fmla="*/ 996614 h 1806082"/>
                <a:gd name="csX1" fmla="*/ 528320 w 4754880"/>
                <a:gd name="csY1" fmla="*/ 244774 h 1806082"/>
                <a:gd name="csX2" fmla="*/ 975360 w 4754880"/>
                <a:gd name="csY2" fmla="*/ 1423334 h 1806082"/>
                <a:gd name="csX3" fmla="*/ 1225974 w 4754880"/>
                <a:gd name="csY3" fmla="*/ 874694 h 1806082"/>
                <a:gd name="csX4" fmla="*/ 1503680 w 4754880"/>
                <a:gd name="csY4" fmla="*/ 1111761 h 1806082"/>
                <a:gd name="csX5" fmla="*/ 1849120 w 4754880"/>
                <a:gd name="csY5" fmla="*/ 7707 h 1806082"/>
                <a:gd name="csX6" fmla="*/ 2465494 w 4754880"/>
                <a:gd name="csY6" fmla="*/ 1762001 h 1806082"/>
                <a:gd name="csX7" fmla="*/ 2675467 w 4754880"/>
                <a:gd name="csY7" fmla="*/ 1267547 h 1806082"/>
                <a:gd name="csX8" fmla="*/ 3197014 w 4754880"/>
                <a:gd name="csY8" fmla="*/ 1152401 h 1806082"/>
                <a:gd name="csX9" fmla="*/ 3542454 w 4754880"/>
                <a:gd name="csY9" fmla="*/ 122854 h 1806082"/>
                <a:gd name="csX10" fmla="*/ 4253654 w 4754880"/>
                <a:gd name="csY10" fmla="*/ 1565574 h 1806082"/>
                <a:gd name="csX11" fmla="*/ 4754880 w 4754880"/>
                <a:gd name="csY11" fmla="*/ 800187 h 180608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4754880" h="1806082">
                  <a:moveTo>
                    <a:pt x="0" y="996614"/>
                  </a:moveTo>
                  <a:cubicBezTo>
                    <a:pt x="182880" y="585134"/>
                    <a:pt x="365760" y="173654"/>
                    <a:pt x="528320" y="244774"/>
                  </a:cubicBezTo>
                  <a:cubicBezTo>
                    <a:pt x="690880" y="315894"/>
                    <a:pt x="859084" y="1318347"/>
                    <a:pt x="975360" y="1423334"/>
                  </a:cubicBezTo>
                  <a:cubicBezTo>
                    <a:pt x="1091636" y="1528321"/>
                    <a:pt x="1137921" y="926623"/>
                    <a:pt x="1225974" y="874694"/>
                  </a:cubicBezTo>
                  <a:cubicBezTo>
                    <a:pt x="1314027" y="822765"/>
                    <a:pt x="1399822" y="1256259"/>
                    <a:pt x="1503680" y="1111761"/>
                  </a:cubicBezTo>
                  <a:cubicBezTo>
                    <a:pt x="1607538" y="967263"/>
                    <a:pt x="1688818" y="-100666"/>
                    <a:pt x="1849120" y="7707"/>
                  </a:cubicBezTo>
                  <a:cubicBezTo>
                    <a:pt x="2009422" y="116080"/>
                    <a:pt x="2327770" y="1552028"/>
                    <a:pt x="2465494" y="1762001"/>
                  </a:cubicBezTo>
                  <a:cubicBezTo>
                    <a:pt x="2603219" y="1971974"/>
                    <a:pt x="2553547" y="1369147"/>
                    <a:pt x="2675467" y="1267547"/>
                  </a:cubicBezTo>
                  <a:cubicBezTo>
                    <a:pt x="2797387" y="1165947"/>
                    <a:pt x="3052516" y="1343183"/>
                    <a:pt x="3197014" y="1152401"/>
                  </a:cubicBezTo>
                  <a:cubicBezTo>
                    <a:pt x="3341512" y="961619"/>
                    <a:pt x="3366347" y="53992"/>
                    <a:pt x="3542454" y="122854"/>
                  </a:cubicBezTo>
                  <a:cubicBezTo>
                    <a:pt x="3718561" y="191716"/>
                    <a:pt x="4051583" y="1452685"/>
                    <a:pt x="4253654" y="1565574"/>
                  </a:cubicBezTo>
                  <a:cubicBezTo>
                    <a:pt x="4455725" y="1678463"/>
                    <a:pt x="4605302" y="1239325"/>
                    <a:pt x="4754880" y="800187"/>
                  </a:cubicBezTo>
                </a:path>
              </a:pathLst>
            </a:custGeom>
            <a:ln w="12700">
              <a:solidFill>
                <a:schemeClr val="accent6">
                  <a:lumMod val="20000"/>
                  <a:lumOff val="80000"/>
                </a:schemeClr>
              </a:solidFill>
              <a:prstDash val="solid"/>
            </a:ln>
          </p:spPr>
          <p:style>
            <a:lnRef idx="3">
              <a:schemeClr val="accent6"/>
            </a:lnRef>
            <a:fillRef idx="0">
              <a:schemeClr val="accent6"/>
            </a:fillRef>
            <a:effectRef idx="2">
              <a:schemeClr val="accent6"/>
            </a:effectRef>
            <a:fontRef idx="minor">
              <a:schemeClr val="tx1"/>
            </a:fontRef>
          </p:style>
          <p:txBody>
            <a:bodyPr rtlCol="0" anchor="ctr"/>
            <a:lstStyle/>
            <a:p>
              <a:pPr algn="ctr"/>
              <a:endParaRPr kumimoji="1" lang="ja-JP" altLang="en-US"/>
            </a:p>
          </p:txBody>
        </p:sp>
        <p:cxnSp>
          <p:nvCxnSpPr>
            <p:cNvPr id="182" name="直線矢印コネクタ 181">
              <a:extLst>
                <a:ext uri="{FF2B5EF4-FFF2-40B4-BE49-F238E27FC236}">
                  <a16:creationId xmlns:a16="http://schemas.microsoft.com/office/drawing/2014/main" id="{25C4A069-EAF1-62C3-5DED-A73233CC821E}"/>
                </a:ext>
              </a:extLst>
            </p:cNvPr>
            <p:cNvCxnSpPr/>
            <p:nvPr/>
          </p:nvCxnSpPr>
          <p:spPr>
            <a:xfrm flipV="1">
              <a:off x="1769958" y="5234575"/>
              <a:ext cx="0" cy="94488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83" name="直線コネクタ 182">
              <a:extLst>
                <a:ext uri="{FF2B5EF4-FFF2-40B4-BE49-F238E27FC236}">
                  <a16:creationId xmlns:a16="http://schemas.microsoft.com/office/drawing/2014/main" id="{D0DF7035-CE3C-DDB9-5AC1-D5AF90284354}"/>
                </a:ext>
              </a:extLst>
            </p:cNvPr>
            <p:cNvCxnSpPr>
              <a:cxnSpLocks/>
            </p:cNvCxnSpPr>
            <p:nvPr/>
          </p:nvCxnSpPr>
          <p:spPr>
            <a:xfrm>
              <a:off x="1587078" y="6116733"/>
              <a:ext cx="4409440" cy="0"/>
            </a:xfrm>
            <a:prstGeom prst="line">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84" name="直線コネクタ 183">
              <a:extLst>
                <a:ext uri="{FF2B5EF4-FFF2-40B4-BE49-F238E27FC236}">
                  <a16:creationId xmlns:a16="http://schemas.microsoft.com/office/drawing/2014/main" id="{E7278E0F-A811-8410-2F2C-98ADE1F3764A}"/>
                </a:ext>
              </a:extLst>
            </p:cNvPr>
            <p:cNvCxnSpPr>
              <a:cxnSpLocks/>
            </p:cNvCxnSpPr>
            <p:nvPr/>
          </p:nvCxnSpPr>
          <p:spPr>
            <a:xfrm>
              <a:off x="2343328" y="5331286"/>
              <a:ext cx="0" cy="805927"/>
            </a:xfrm>
            <a:prstGeom prst="line">
              <a:avLst/>
            </a:prstGeom>
            <a:ln w="12700" cap="flat" cmpd="sng" algn="ctr">
              <a:solidFill>
                <a:schemeClr val="accent3"/>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85" name="直線コネクタ 184">
              <a:extLst>
                <a:ext uri="{FF2B5EF4-FFF2-40B4-BE49-F238E27FC236}">
                  <a16:creationId xmlns:a16="http://schemas.microsoft.com/office/drawing/2014/main" id="{30E0864C-170E-FC7E-06DC-F3A02D7A460B}"/>
                </a:ext>
              </a:extLst>
            </p:cNvPr>
            <p:cNvCxnSpPr>
              <a:cxnSpLocks/>
            </p:cNvCxnSpPr>
            <p:nvPr/>
          </p:nvCxnSpPr>
          <p:spPr>
            <a:xfrm>
              <a:off x="2630196" y="5331286"/>
              <a:ext cx="0" cy="805927"/>
            </a:xfrm>
            <a:prstGeom prst="line">
              <a:avLst/>
            </a:prstGeom>
            <a:ln w="12700" cap="flat" cmpd="sng" algn="ctr">
              <a:solidFill>
                <a:schemeClr val="accent3"/>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86" name="直線コネクタ 185">
              <a:extLst>
                <a:ext uri="{FF2B5EF4-FFF2-40B4-BE49-F238E27FC236}">
                  <a16:creationId xmlns:a16="http://schemas.microsoft.com/office/drawing/2014/main" id="{9E193249-874E-7C8E-B910-C6EA52E9D05B}"/>
                </a:ext>
              </a:extLst>
            </p:cNvPr>
            <p:cNvCxnSpPr>
              <a:cxnSpLocks/>
            </p:cNvCxnSpPr>
            <p:nvPr/>
          </p:nvCxnSpPr>
          <p:spPr>
            <a:xfrm>
              <a:off x="2917064" y="5331286"/>
              <a:ext cx="0" cy="805927"/>
            </a:xfrm>
            <a:prstGeom prst="line">
              <a:avLst/>
            </a:prstGeom>
            <a:ln w="12700" cap="flat" cmpd="sng" algn="ctr">
              <a:solidFill>
                <a:schemeClr val="accent3"/>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87" name="直線コネクタ 186">
              <a:extLst>
                <a:ext uri="{FF2B5EF4-FFF2-40B4-BE49-F238E27FC236}">
                  <a16:creationId xmlns:a16="http://schemas.microsoft.com/office/drawing/2014/main" id="{33252EBB-1B5A-9485-90D7-D5BC0E00C634}"/>
                </a:ext>
              </a:extLst>
            </p:cNvPr>
            <p:cNvCxnSpPr>
              <a:cxnSpLocks/>
            </p:cNvCxnSpPr>
            <p:nvPr/>
          </p:nvCxnSpPr>
          <p:spPr>
            <a:xfrm>
              <a:off x="3203932" y="5331286"/>
              <a:ext cx="0" cy="805927"/>
            </a:xfrm>
            <a:prstGeom prst="line">
              <a:avLst/>
            </a:prstGeom>
            <a:ln w="12700" cap="flat" cmpd="sng" algn="ctr">
              <a:solidFill>
                <a:schemeClr val="accent3"/>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88" name="直線コネクタ 187">
              <a:extLst>
                <a:ext uri="{FF2B5EF4-FFF2-40B4-BE49-F238E27FC236}">
                  <a16:creationId xmlns:a16="http://schemas.microsoft.com/office/drawing/2014/main" id="{9342885D-56E3-C66C-3FDD-6393AF92BE62}"/>
                </a:ext>
              </a:extLst>
            </p:cNvPr>
            <p:cNvCxnSpPr>
              <a:cxnSpLocks/>
            </p:cNvCxnSpPr>
            <p:nvPr/>
          </p:nvCxnSpPr>
          <p:spPr>
            <a:xfrm>
              <a:off x="3490800" y="5331286"/>
              <a:ext cx="0" cy="805927"/>
            </a:xfrm>
            <a:prstGeom prst="line">
              <a:avLst/>
            </a:prstGeom>
            <a:ln w="12700" cap="flat" cmpd="sng" algn="ctr">
              <a:solidFill>
                <a:schemeClr val="accent3"/>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89" name="直線コネクタ 188">
              <a:extLst>
                <a:ext uri="{FF2B5EF4-FFF2-40B4-BE49-F238E27FC236}">
                  <a16:creationId xmlns:a16="http://schemas.microsoft.com/office/drawing/2014/main" id="{96F90194-014C-CBE8-6A5A-E49BBCEF0BCD}"/>
                </a:ext>
              </a:extLst>
            </p:cNvPr>
            <p:cNvCxnSpPr>
              <a:cxnSpLocks/>
            </p:cNvCxnSpPr>
            <p:nvPr/>
          </p:nvCxnSpPr>
          <p:spPr>
            <a:xfrm>
              <a:off x="3777668" y="5331286"/>
              <a:ext cx="0" cy="805927"/>
            </a:xfrm>
            <a:prstGeom prst="line">
              <a:avLst/>
            </a:prstGeom>
            <a:ln w="12700" cap="flat" cmpd="sng" algn="ctr">
              <a:solidFill>
                <a:schemeClr val="accent3"/>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90" name="直線コネクタ 189">
              <a:extLst>
                <a:ext uri="{FF2B5EF4-FFF2-40B4-BE49-F238E27FC236}">
                  <a16:creationId xmlns:a16="http://schemas.microsoft.com/office/drawing/2014/main" id="{BE64832B-7AEA-B73F-8887-CCDABAC0DA03}"/>
                </a:ext>
              </a:extLst>
            </p:cNvPr>
            <p:cNvCxnSpPr>
              <a:cxnSpLocks/>
            </p:cNvCxnSpPr>
            <p:nvPr/>
          </p:nvCxnSpPr>
          <p:spPr>
            <a:xfrm>
              <a:off x="4064536" y="5331286"/>
              <a:ext cx="0" cy="805927"/>
            </a:xfrm>
            <a:prstGeom prst="line">
              <a:avLst/>
            </a:prstGeom>
            <a:ln w="12700" cap="flat" cmpd="sng" algn="ctr">
              <a:solidFill>
                <a:schemeClr val="accent3"/>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91" name="直線コネクタ 190">
              <a:extLst>
                <a:ext uri="{FF2B5EF4-FFF2-40B4-BE49-F238E27FC236}">
                  <a16:creationId xmlns:a16="http://schemas.microsoft.com/office/drawing/2014/main" id="{DB245627-FDD0-604A-E9FA-D77D97226873}"/>
                </a:ext>
              </a:extLst>
            </p:cNvPr>
            <p:cNvCxnSpPr>
              <a:cxnSpLocks/>
            </p:cNvCxnSpPr>
            <p:nvPr/>
          </p:nvCxnSpPr>
          <p:spPr>
            <a:xfrm>
              <a:off x="4351404" y="5331286"/>
              <a:ext cx="0" cy="805927"/>
            </a:xfrm>
            <a:prstGeom prst="line">
              <a:avLst/>
            </a:prstGeom>
            <a:ln w="12700" cap="flat" cmpd="sng" algn="ctr">
              <a:solidFill>
                <a:schemeClr val="accent3"/>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92" name="直線コネクタ 191">
              <a:extLst>
                <a:ext uri="{FF2B5EF4-FFF2-40B4-BE49-F238E27FC236}">
                  <a16:creationId xmlns:a16="http://schemas.microsoft.com/office/drawing/2014/main" id="{F6B16E34-0DA3-6E2C-1AC8-94F8C4C89E68}"/>
                </a:ext>
              </a:extLst>
            </p:cNvPr>
            <p:cNvCxnSpPr>
              <a:cxnSpLocks/>
            </p:cNvCxnSpPr>
            <p:nvPr/>
          </p:nvCxnSpPr>
          <p:spPr>
            <a:xfrm>
              <a:off x="4638272" y="5331286"/>
              <a:ext cx="0" cy="805927"/>
            </a:xfrm>
            <a:prstGeom prst="line">
              <a:avLst/>
            </a:prstGeom>
            <a:ln w="12700" cap="flat" cmpd="sng" algn="ctr">
              <a:solidFill>
                <a:schemeClr val="accent3"/>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93" name="直線コネクタ 192">
              <a:extLst>
                <a:ext uri="{FF2B5EF4-FFF2-40B4-BE49-F238E27FC236}">
                  <a16:creationId xmlns:a16="http://schemas.microsoft.com/office/drawing/2014/main" id="{504F0EA3-97F6-3B04-285C-BF673B130343}"/>
                </a:ext>
              </a:extLst>
            </p:cNvPr>
            <p:cNvCxnSpPr>
              <a:cxnSpLocks/>
            </p:cNvCxnSpPr>
            <p:nvPr/>
          </p:nvCxnSpPr>
          <p:spPr>
            <a:xfrm>
              <a:off x="4925140" y="5331286"/>
              <a:ext cx="0" cy="805927"/>
            </a:xfrm>
            <a:prstGeom prst="line">
              <a:avLst/>
            </a:prstGeom>
            <a:ln w="12700" cap="flat" cmpd="sng" algn="ctr">
              <a:solidFill>
                <a:schemeClr val="accent3"/>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94" name="直線コネクタ 193">
              <a:extLst>
                <a:ext uri="{FF2B5EF4-FFF2-40B4-BE49-F238E27FC236}">
                  <a16:creationId xmlns:a16="http://schemas.microsoft.com/office/drawing/2014/main" id="{7FDB2AAD-0685-514B-D88A-4907234730E6}"/>
                </a:ext>
              </a:extLst>
            </p:cNvPr>
            <p:cNvCxnSpPr>
              <a:cxnSpLocks/>
            </p:cNvCxnSpPr>
            <p:nvPr/>
          </p:nvCxnSpPr>
          <p:spPr>
            <a:xfrm>
              <a:off x="5212008" y="5331286"/>
              <a:ext cx="0" cy="805927"/>
            </a:xfrm>
            <a:prstGeom prst="line">
              <a:avLst/>
            </a:prstGeom>
            <a:ln w="12700" cap="flat" cmpd="sng" algn="ctr">
              <a:solidFill>
                <a:schemeClr val="accent3"/>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95" name="直線コネクタ 194">
              <a:extLst>
                <a:ext uri="{FF2B5EF4-FFF2-40B4-BE49-F238E27FC236}">
                  <a16:creationId xmlns:a16="http://schemas.microsoft.com/office/drawing/2014/main" id="{F2A8377E-139C-8AB3-78BF-97FE7CB2B397}"/>
                </a:ext>
              </a:extLst>
            </p:cNvPr>
            <p:cNvCxnSpPr>
              <a:cxnSpLocks/>
            </p:cNvCxnSpPr>
            <p:nvPr/>
          </p:nvCxnSpPr>
          <p:spPr>
            <a:xfrm>
              <a:off x="5498876" y="5331286"/>
              <a:ext cx="0" cy="805927"/>
            </a:xfrm>
            <a:prstGeom prst="line">
              <a:avLst/>
            </a:prstGeom>
            <a:ln w="12700" cap="flat" cmpd="sng" algn="ctr">
              <a:solidFill>
                <a:schemeClr val="accent3"/>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96" name="直線コネクタ 195">
              <a:extLst>
                <a:ext uri="{FF2B5EF4-FFF2-40B4-BE49-F238E27FC236}">
                  <a16:creationId xmlns:a16="http://schemas.microsoft.com/office/drawing/2014/main" id="{22BCF16A-B681-CD84-9C92-6522474B9E19}"/>
                </a:ext>
              </a:extLst>
            </p:cNvPr>
            <p:cNvCxnSpPr>
              <a:cxnSpLocks/>
            </p:cNvCxnSpPr>
            <p:nvPr/>
          </p:nvCxnSpPr>
          <p:spPr>
            <a:xfrm>
              <a:off x="5785744" y="5331286"/>
              <a:ext cx="0" cy="805927"/>
            </a:xfrm>
            <a:prstGeom prst="line">
              <a:avLst/>
            </a:prstGeom>
            <a:ln w="12700" cap="flat" cmpd="sng" algn="ctr">
              <a:solidFill>
                <a:schemeClr val="accent3"/>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97" name="直線コネクタ 196">
              <a:extLst>
                <a:ext uri="{FF2B5EF4-FFF2-40B4-BE49-F238E27FC236}">
                  <a16:creationId xmlns:a16="http://schemas.microsoft.com/office/drawing/2014/main" id="{90C34B6D-2E6C-D574-825A-8B484536073E}"/>
                </a:ext>
              </a:extLst>
            </p:cNvPr>
            <p:cNvCxnSpPr>
              <a:cxnSpLocks/>
            </p:cNvCxnSpPr>
            <p:nvPr/>
          </p:nvCxnSpPr>
          <p:spPr>
            <a:xfrm>
              <a:off x="6072612" y="5331286"/>
              <a:ext cx="0" cy="805927"/>
            </a:xfrm>
            <a:prstGeom prst="line">
              <a:avLst/>
            </a:prstGeom>
            <a:ln w="12700" cap="flat" cmpd="sng" algn="ctr">
              <a:solidFill>
                <a:schemeClr val="accent3"/>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198" name="楕円 197">
              <a:extLst>
                <a:ext uri="{FF2B5EF4-FFF2-40B4-BE49-F238E27FC236}">
                  <a16:creationId xmlns:a16="http://schemas.microsoft.com/office/drawing/2014/main" id="{22DDDFBA-3A42-12AB-53A1-205F152EB244}"/>
                </a:ext>
              </a:extLst>
            </p:cNvPr>
            <p:cNvSpPr/>
            <p:nvPr/>
          </p:nvSpPr>
          <p:spPr>
            <a:xfrm>
              <a:off x="2321955" y="5685153"/>
              <a:ext cx="43200" cy="43200"/>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kumimoji="1" lang="ja-JP" altLang="en-US"/>
            </a:p>
          </p:txBody>
        </p:sp>
        <p:sp>
          <p:nvSpPr>
            <p:cNvPr id="199" name="楕円 198">
              <a:extLst>
                <a:ext uri="{FF2B5EF4-FFF2-40B4-BE49-F238E27FC236}">
                  <a16:creationId xmlns:a16="http://schemas.microsoft.com/office/drawing/2014/main" id="{E19FC802-BF1F-D132-B876-CD211694836E}"/>
                </a:ext>
              </a:extLst>
            </p:cNvPr>
            <p:cNvSpPr/>
            <p:nvPr/>
          </p:nvSpPr>
          <p:spPr>
            <a:xfrm>
              <a:off x="4328757" y="6039424"/>
              <a:ext cx="43200" cy="43200"/>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kumimoji="1" lang="ja-JP" altLang="en-US"/>
            </a:p>
          </p:txBody>
        </p:sp>
        <p:sp>
          <p:nvSpPr>
            <p:cNvPr id="200" name="楕円 199">
              <a:extLst>
                <a:ext uri="{FF2B5EF4-FFF2-40B4-BE49-F238E27FC236}">
                  <a16:creationId xmlns:a16="http://schemas.microsoft.com/office/drawing/2014/main" id="{0EB882B3-0069-8412-D06B-E2A1A30A34CC}"/>
                </a:ext>
              </a:extLst>
            </p:cNvPr>
            <p:cNvSpPr/>
            <p:nvPr/>
          </p:nvSpPr>
          <p:spPr>
            <a:xfrm>
              <a:off x="5762187" y="5933601"/>
              <a:ext cx="43200" cy="43200"/>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kumimoji="1" lang="ja-JP" altLang="en-US"/>
            </a:p>
          </p:txBody>
        </p:sp>
        <p:sp>
          <p:nvSpPr>
            <p:cNvPr id="201" name="楕円 200">
              <a:extLst>
                <a:ext uri="{FF2B5EF4-FFF2-40B4-BE49-F238E27FC236}">
                  <a16:creationId xmlns:a16="http://schemas.microsoft.com/office/drawing/2014/main" id="{905855F6-E05F-DFD7-766A-AFD6942AA18C}"/>
                </a:ext>
              </a:extLst>
            </p:cNvPr>
            <p:cNvSpPr/>
            <p:nvPr/>
          </p:nvSpPr>
          <p:spPr>
            <a:xfrm>
              <a:off x="6048873" y="5823179"/>
              <a:ext cx="43200" cy="43200"/>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kumimoji="1" lang="ja-JP" altLang="en-US"/>
            </a:p>
          </p:txBody>
        </p:sp>
        <p:sp>
          <p:nvSpPr>
            <p:cNvPr id="202" name="楕円 201">
              <a:extLst>
                <a:ext uri="{FF2B5EF4-FFF2-40B4-BE49-F238E27FC236}">
                  <a16:creationId xmlns:a16="http://schemas.microsoft.com/office/drawing/2014/main" id="{818971A2-5B2C-03C1-0039-845073B1FD35}"/>
                </a:ext>
              </a:extLst>
            </p:cNvPr>
            <p:cNvSpPr/>
            <p:nvPr/>
          </p:nvSpPr>
          <p:spPr>
            <a:xfrm>
              <a:off x="3755385" y="5296640"/>
              <a:ext cx="43200" cy="43200"/>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kumimoji="1" lang="ja-JP" altLang="en-US"/>
            </a:p>
          </p:txBody>
        </p:sp>
        <p:sp>
          <p:nvSpPr>
            <p:cNvPr id="203" name="楕円 202">
              <a:extLst>
                <a:ext uri="{FF2B5EF4-FFF2-40B4-BE49-F238E27FC236}">
                  <a16:creationId xmlns:a16="http://schemas.microsoft.com/office/drawing/2014/main" id="{7A9629EF-ABF6-D5AB-893D-78C3EBC47693}"/>
                </a:ext>
              </a:extLst>
            </p:cNvPr>
            <p:cNvSpPr/>
            <p:nvPr/>
          </p:nvSpPr>
          <p:spPr>
            <a:xfrm>
              <a:off x="5188815" y="5318502"/>
              <a:ext cx="43200" cy="43200"/>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kumimoji="1" lang="ja-JP" altLang="en-US"/>
            </a:p>
          </p:txBody>
        </p:sp>
        <p:sp>
          <p:nvSpPr>
            <p:cNvPr id="204" name="楕円 203">
              <a:extLst>
                <a:ext uri="{FF2B5EF4-FFF2-40B4-BE49-F238E27FC236}">
                  <a16:creationId xmlns:a16="http://schemas.microsoft.com/office/drawing/2014/main" id="{2021A2A9-2D0F-F266-5A9A-BBC4EA39F40B}"/>
                </a:ext>
              </a:extLst>
            </p:cNvPr>
            <p:cNvSpPr/>
            <p:nvPr/>
          </p:nvSpPr>
          <p:spPr>
            <a:xfrm>
              <a:off x="2608641" y="5397520"/>
              <a:ext cx="43200" cy="43200"/>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kumimoji="1" lang="ja-JP" altLang="en-US"/>
            </a:p>
          </p:txBody>
        </p:sp>
        <p:sp>
          <p:nvSpPr>
            <p:cNvPr id="205" name="楕円 204">
              <a:extLst>
                <a:ext uri="{FF2B5EF4-FFF2-40B4-BE49-F238E27FC236}">
                  <a16:creationId xmlns:a16="http://schemas.microsoft.com/office/drawing/2014/main" id="{43540891-9692-6D2D-C397-9B9B243FDEF0}"/>
                </a:ext>
              </a:extLst>
            </p:cNvPr>
            <p:cNvSpPr/>
            <p:nvPr/>
          </p:nvSpPr>
          <p:spPr>
            <a:xfrm>
              <a:off x="2895327" y="5524830"/>
              <a:ext cx="43200" cy="43200"/>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kumimoji="1" lang="ja-JP" altLang="en-US"/>
            </a:p>
          </p:txBody>
        </p:sp>
        <p:sp>
          <p:nvSpPr>
            <p:cNvPr id="206" name="楕円 205">
              <a:extLst>
                <a:ext uri="{FF2B5EF4-FFF2-40B4-BE49-F238E27FC236}">
                  <a16:creationId xmlns:a16="http://schemas.microsoft.com/office/drawing/2014/main" id="{1E1833EA-D3BF-8183-8264-FBE626120920}"/>
                </a:ext>
              </a:extLst>
            </p:cNvPr>
            <p:cNvSpPr/>
            <p:nvPr/>
          </p:nvSpPr>
          <p:spPr>
            <a:xfrm>
              <a:off x="3182013" y="5866903"/>
              <a:ext cx="43200" cy="43200"/>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kumimoji="1" lang="ja-JP" altLang="en-US"/>
            </a:p>
          </p:txBody>
        </p:sp>
        <p:sp>
          <p:nvSpPr>
            <p:cNvPr id="207" name="楕円 206">
              <a:extLst>
                <a:ext uri="{FF2B5EF4-FFF2-40B4-BE49-F238E27FC236}">
                  <a16:creationId xmlns:a16="http://schemas.microsoft.com/office/drawing/2014/main" id="{92D036A3-28D6-AD81-0CFB-E67196E13CA6}"/>
                </a:ext>
              </a:extLst>
            </p:cNvPr>
            <p:cNvSpPr/>
            <p:nvPr/>
          </p:nvSpPr>
          <p:spPr>
            <a:xfrm>
              <a:off x="3468699" y="5753518"/>
              <a:ext cx="43200" cy="43200"/>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kumimoji="1" lang="ja-JP" altLang="en-US"/>
            </a:p>
          </p:txBody>
        </p:sp>
        <p:sp>
          <p:nvSpPr>
            <p:cNvPr id="208" name="楕円 207">
              <a:extLst>
                <a:ext uri="{FF2B5EF4-FFF2-40B4-BE49-F238E27FC236}">
                  <a16:creationId xmlns:a16="http://schemas.microsoft.com/office/drawing/2014/main" id="{730C361D-93EA-B077-3151-C3A75A1B8ED4}"/>
                </a:ext>
              </a:extLst>
            </p:cNvPr>
            <p:cNvSpPr/>
            <p:nvPr/>
          </p:nvSpPr>
          <p:spPr>
            <a:xfrm>
              <a:off x="4042071" y="5548915"/>
              <a:ext cx="43200" cy="43200"/>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kumimoji="1" lang="ja-JP" altLang="en-US"/>
            </a:p>
          </p:txBody>
        </p:sp>
        <p:sp>
          <p:nvSpPr>
            <p:cNvPr id="209" name="楕円 208">
              <a:extLst>
                <a:ext uri="{FF2B5EF4-FFF2-40B4-BE49-F238E27FC236}">
                  <a16:creationId xmlns:a16="http://schemas.microsoft.com/office/drawing/2014/main" id="{C2B3344C-1EE7-26E6-64CB-A1734A1E3605}"/>
                </a:ext>
              </a:extLst>
            </p:cNvPr>
            <p:cNvSpPr/>
            <p:nvPr/>
          </p:nvSpPr>
          <p:spPr>
            <a:xfrm>
              <a:off x="4615443" y="5806042"/>
              <a:ext cx="43200" cy="43200"/>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kumimoji="1" lang="ja-JP" altLang="en-US"/>
            </a:p>
          </p:txBody>
        </p:sp>
        <p:sp>
          <p:nvSpPr>
            <p:cNvPr id="210" name="楕円 209">
              <a:extLst>
                <a:ext uri="{FF2B5EF4-FFF2-40B4-BE49-F238E27FC236}">
                  <a16:creationId xmlns:a16="http://schemas.microsoft.com/office/drawing/2014/main" id="{6A3E6796-3464-8177-0C7F-CA4118E7FE43}"/>
                </a:ext>
              </a:extLst>
            </p:cNvPr>
            <p:cNvSpPr/>
            <p:nvPr/>
          </p:nvSpPr>
          <p:spPr>
            <a:xfrm>
              <a:off x="4902129" y="5775379"/>
              <a:ext cx="43200" cy="43200"/>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kumimoji="1" lang="ja-JP" altLang="en-US"/>
            </a:p>
          </p:txBody>
        </p:sp>
        <p:sp>
          <p:nvSpPr>
            <p:cNvPr id="211" name="楕円 210">
              <a:extLst>
                <a:ext uri="{FF2B5EF4-FFF2-40B4-BE49-F238E27FC236}">
                  <a16:creationId xmlns:a16="http://schemas.microsoft.com/office/drawing/2014/main" id="{2626A9BF-2F28-E568-DE8A-A4E6E62D60B1}"/>
                </a:ext>
              </a:extLst>
            </p:cNvPr>
            <p:cNvSpPr/>
            <p:nvPr/>
          </p:nvSpPr>
          <p:spPr>
            <a:xfrm>
              <a:off x="5475501" y="5610118"/>
              <a:ext cx="43200" cy="43200"/>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kumimoji="1" lang="ja-JP" altLang="en-US"/>
            </a:p>
          </p:txBody>
        </p:sp>
      </p:grpSp>
      <mc:AlternateContent xmlns:mc="http://schemas.openxmlformats.org/markup-compatibility/2006" xmlns:a14="http://schemas.microsoft.com/office/drawing/2010/main">
        <mc:Choice Requires="a14">
          <p:sp>
            <p:nvSpPr>
              <p:cNvPr id="212" name="テキスト ボックス 211">
                <a:extLst>
                  <a:ext uri="{FF2B5EF4-FFF2-40B4-BE49-F238E27FC236}">
                    <a16:creationId xmlns:a16="http://schemas.microsoft.com/office/drawing/2014/main" id="{CC08FF45-77CB-2A45-0CF2-1BE0F128E0DB}"/>
                  </a:ext>
                </a:extLst>
              </p:cNvPr>
              <p:cNvSpPr txBox="1"/>
              <p:nvPr/>
            </p:nvSpPr>
            <p:spPr>
              <a:xfrm>
                <a:off x="614045" y="2978150"/>
                <a:ext cx="679930" cy="369332"/>
              </a:xfrm>
              <a:prstGeom prst="rect">
                <a:avLst/>
              </a:prstGeom>
              <a:noFill/>
            </p:spPr>
            <p:txBody>
              <a:bodyPr wrap="none" lIns="0" tIns="0" rIns="0" bIns="0" rtlCol="0">
                <a:spAutoFit/>
              </a:bodyPr>
              <a:lstStyle/>
              <a:p>
                <a:pPr algn="l"/>
                <a14:m>
                  <m:oMathPara xmlns:m="http://schemas.openxmlformats.org/officeDocument/2006/math">
                    <m:oMath>
                      <m:r>
                        <a:rPr kumimoji="1" lang="en-US" altLang="ja-JP" sz="2400" b="0" i="1" smtClean="0">
                          <a:solidFill>
                            <a:schemeClr val="tx1">
                              <a:lumMod val="90000"/>
                              <a:lumOff val="10000"/>
                            </a:schemeClr>
                          </a:solidFill>
                          <a:latin typeface="Cambria Math" panose="02040503050406030204" pitchFamily="18" charset="0"/>
                        </a:rPr>
                        <m:t>𝑢</m:t>
                      </m:r>
                      <m:r>
                        <a:rPr kumimoji="1" lang="en-US" altLang="ja-JP" sz="2400" b="0" i="1" smtClean="0">
                          <a:solidFill>
                            <a:schemeClr val="tx1">
                              <a:lumMod val="90000"/>
                              <a:lumOff val="10000"/>
                            </a:schemeClr>
                          </a:solidFill>
                          <a:latin typeface="Cambria Math" panose="02040503050406030204" pitchFamily="18" charset="0"/>
                        </a:rPr>
                        <m:t>(</m:t>
                      </m:r>
                      <m:r>
                        <a:rPr kumimoji="1" lang="en-US" altLang="ja-JP" sz="2400" b="0" i="1" smtClean="0">
                          <a:solidFill>
                            <a:schemeClr val="tx1">
                              <a:lumMod val="90000"/>
                              <a:lumOff val="10000"/>
                            </a:schemeClr>
                          </a:solidFill>
                          <a:latin typeface="Cambria Math" panose="02040503050406030204" pitchFamily="18" charset="0"/>
                        </a:rPr>
                        <m:t>𝑧</m:t>
                      </m:r>
                      <m:r>
                        <a:rPr kumimoji="1" lang="en-US" altLang="ja-JP" sz="2400" b="0" i="1" smtClean="0">
                          <a:solidFill>
                            <a:schemeClr val="tx1">
                              <a:lumMod val="90000"/>
                              <a:lumOff val="10000"/>
                            </a:schemeClr>
                          </a:solidFill>
                          <a:latin typeface="Cambria Math" panose="02040503050406030204" pitchFamily="18" charset="0"/>
                        </a:rPr>
                        <m:t>)</m:t>
                      </m:r>
                    </m:oMath>
                  </m:oMathPara>
                </a14:m>
                <a:endParaRPr kumimoji="1" lang="ja-JP" altLang="en-US" sz="2400" dirty="0">
                  <a:solidFill>
                    <a:schemeClr val="tx1">
                      <a:lumMod val="90000"/>
                      <a:lumOff val="10000"/>
                    </a:schemeClr>
                  </a:solidFill>
                </a:endParaRPr>
              </a:p>
            </p:txBody>
          </p:sp>
        </mc:Choice>
        <mc:Fallback xmlns="">
          <p:sp>
            <p:nvSpPr>
              <p:cNvPr id="212" name="テキスト ボックス 211">
                <a:extLst>
                  <a:ext uri="{FF2B5EF4-FFF2-40B4-BE49-F238E27FC236}">
                    <a16:creationId xmlns:a16="http://schemas.microsoft.com/office/drawing/2014/main" id="{CC08FF45-77CB-2A45-0CF2-1BE0F128E0DB}"/>
                  </a:ext>
                </a:extLst>
              </p:cNvPr>
              <p:cNvSpPr txBox="1">
                <a:spLocks noRot="1" noChangeAspect="1" noMove="1" noResize="1" noEditPoints="1" noAdjustHandles="1" noChangeArrowheads="1" noChangeShapeType="1" noTextEdit="1"/>
              </p:cNvSpPr>
              <p:nvPr/>
            </p:nvSpPr>
            <p:spPr>
              <a:xfrm>
                <a:off x="614045" y="2978150"/>
                <a:ext cx="679930" cy="369332"/>
              </a:xfrm>
              <a:prstGeom prst="rect">
                <a:avLst/>
              </a:prstGeom>
              <a:blipFill>
                <a:blip r:embed="rId2"/>
                <a:stretch>
                  <a:fillRect l="-5405" r="-14414" b="-38333"/>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213" name="テキスト ボックス 212">
                <a:extLst>
                  <a:ext uri="{FF2B5EF4-FFF2-40B4-BE49-F238E27FC236}">
                    <a16:creationId xmlns:a16="http://schemas.microsoft.com/office/drawing/2014/main" id="{A73BA0BC-FB1A-3BE1-70CC-07593F602611}"/>
                  </a:ext>
                </a:extLst>
              </p:cNvPr>
              <p:cNvSpPr txBox="1"/>
              <p:nvPr/>
            </p:nvSpPr>
            <p:spPr>
              <a:xfrm>
                <a:off x="143853" y="4198162"/>
                <a:ext cx="1150122" cy="369332"/>
              </a:xfrm>
              <a:prstGeom prst="rect">
                <a:avLst/>
              </a:prstGeom>
              <a:noFill/>
            </p:spPr>
            <p:txBody>
              <a:bodyPr wrap="none" lIns="0" tIns="0" rIns="0" bIns="0" rtlCol="0">
                <a:spAutoFit/>
              </a:bodyPr>
              <a:lstStyle/>
              <a:p>
                <a:pPr algn="l"/>
                <a14:m>
                  <m:oMathPara xmlns:m="http://schemas.openxmlformats.org/officeDocument/2006/math">
                    <m:oMath>
                      <m:sSup>
                        <m:sSupPr>
                          <m:ctrlPr>
                            <a:rPr kumimoji="1" lang="en-US" altLang="ja-JP" sz="2400" b="0" i="1" smtClean="0">
                              <a:solidFill>
                                <a:schemeClr val="tx1">
                                  <a:lumMod val="90000"/>
                                  <a:lumOff val="10000"/>
                                </a:schemeClr>
                              </a:solidFill>
                              <a:latin typeface="Cambria Math" panose="02040503050406030204" pitchFamily="18" charset="0"/>
                            </a:rPr>
                          </m:ctrlPr>
                        </m:sSupPr>
                        <m:e>
                          <m:r>
                            <a:rPr kumimoji="1" lang="en-US" altLang="ja-JP" sz="2400" b="0" i="1" smtClean="0">
                              <a:solidFill>
                                <a:schemeClr val="tx1">
                                  <a:lumMod val="90000"/>
                                  <a:lumOff val="10000"/>
                                </a:schemeClr>
                              </a:solidFill>
                              <a:latin typeface="Cambria Math" panose="02040503050406030204" pitchFamily="18" charset="0"/>
                            </a:rPr>
                            <m:t>𝑧</m:t>
                          </m:r>
                        </m:e>
                        <m:sup>
                          <m:r>
                            <a:rPr kumimoji="1" lang="en-US" altLang="ja-JP" sz="2400" b="0" i="1" smtClean="0">
                              <a:solidFill>
                                <a:schemeClr val="tx1">
                                  <a:lumMod val="90000"/>
                                  <a:lumOff val="10000"/>
                                </a:schemeClr>
                              </a:solidFill>
                              <a:latin typeface="Cambria Math" panose="02040503050406030204" pitchFamily="18" charset="0"/>
                            </a:rPr>
                            <m:t>−1</m:t>
                          </m:r>
                        </m:sup>
                      </m:sSup>
                      <m:r>
                        <a:rPr kumimoji="1" lang="en-US" altLang="ja-JP" sz="2400" b="0" i="1" smtClean="0">
                          <a:solidFill>
                            <a:schemeClr val="tx1">
                              <a:lumMod val="90000"/>
                              <a:lumOff val="10000"/>
                            </a:schemeClr>
                          </a:solidFill>
                          <a:latin typeface="Cambria Math" panose="02040503050406030204" pitchFamily="18" charset="0"/>
                        </a:rPr>
                        <m:t>𝑢</m:t>
                      </m:r>
                      <m:r>
                        <a:rPr kumimoji="1" lang="en-US" altLang="ja-JP" sz="2400" b="0" i="1" smtClean="0">
                          <a:solidFill>
                            <a:schemeClr val="tx1">
                              <a:lumMod val="90000"/>
                              <a:lumOff val="10000"/>
                            </a:schemeClr>
                          </a:solidFill>
                          <a:latin typeface="Cambria Math" panose="02040503050406030204" pitchFamily="18" charset="0"/>
                        </a:rPr>
                        <m:t>(</m:t>
                      </m:r>
                      <m:r>
                        <a:rPr kumimoji="1" lang="en-US" altLang="ja-JP" sz="2400" b="0" i="1" smtClean="0">
                          <a:solidFill>
                            <a:schemeClr val="tx1">
                              <a:lumMod val="90000"/>
                              <a:lumOff val="10000"/>
                            </a:schemeClr>
                          </a:solidFill>
                          <a:latin typeface="Cambria Math" panose="02040503050406030204" pitchFamily="18" charset="0"/>
                        </a:rPr>
                        <m:t>𝑧</m:t>
                      </m:r>
                      <m:r>
                        <a:rPr kumimoji="1" lang="en-US" altLang="ja-JP" sz="2400" b="0" i="1" smtClean="0">
                          <a:solidFill>
                            <a:schemeClr val="tx1">
                              <a:lumMod val="90000"/>
                              <a:lumOff val="10000"/>
                            </a:schemeClr>
                          </a:solidFill>
                          <a:latin typeface="Cambria Math" panose="02040503050406030204" pitchFamily="18" charset="0"/>
                        </a:rPr>
                        <m:t>)</m:t>
                      </m:r>
                    </m:oMath>
                  </m:oMathPara>
                </a14:m>
                <a:endParaRPr kumimoji="1" lang="ja-JP" altLang="en-US" sz="2400" dirty="0">
                  <a:solidFill>
                    <a:schemeClr val="tx1">
                      <a:lumMod val="90000"/>
                      <a:lumOff val="10000"/>
                    </a:schemeClr>
                  </a:solidFill>
                </a:endParaRPr>
              </a:p>
            </p:txBody>
          </p:sp>
        </mc:Choice>
        <mc:Fallback xmlns="">
          <p:sp>
            <p:nvSpPr>
              <p:cNvPr id="213" name="テキスト ボックス 212">
                <a:extLst>
                  <a:ext uri="{FF2B5EF4-FFF2-40B4-BE49-F238E27FC236}">
                    <a16:creationId xmlns:a16="http://schemas.microsoft.com/office/drawing/2014/main" id="{A73BA0BC-FB1A-3BE1-70CC-07593F602611}"/>
                  </a:ext>
                </a:extLst>
              </p:cNvPr>
              <p:cNvSpPr txBox="1">
                <a:spLocks noRot="1" noChangeAspect="1" noMove="1" noResize="1" noEditPoints="1" noAdjustHandles="1" noChangeArrowheads="1" noChangeShapeType="1" noTextEdit="1"/>
              </p:cNvSpPr>
              <p:nvPr/>
            </p:nvSpPr>
            <p:spPr>
              <a:xfrm>
                <a:off x="143853" y="4198162"/>
                <a:ext cx="1150122" cy="369332"/>
              </a:xfrm>
              <a:prstGeom prst="rect">
                <a:avLst/>
              </a:prstGeom>
              <a:blipFill>
                <a:blip r:embed="rId3"/>
                <a:stretch>
                  <a:fillRect l="-2660" r="-8511" b="-38333"/>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214" name="テキスト ボックス 213">
                <a:extLst>
                  <a:ext uri="{FF2B5EF4-FFF2-40B4-BE49-F238E27FC236}">
                    <a16:creationId xmlns:a16="http://schemas.microsoft.com/office/drawing/2014/main" id="{41457D70-4920-394C-7708-42168AA2682C}"/>
                  </a:ext>
                </a:extLst>
              </p:cNvPr>
              <p:cNvSpPr txBox="1"/>
              <p:nvPr/>
            </p:nvSpPr>
            <p:spPr>
              <a:xfrm>
                <a:off x="143853" y="5521600"/>
                <a:ext cx="1150123" cy="369332"/>
              </a:xfrm>
              <a:prstGeom prst="rect">
                <a:avLst/>
              </a:prstGeom>
              <a:noFill/>
            </p:spPr>
            <p:txBody>
              <a:bodyPr wrap="none" lIns="0" tIns="0" rIns="0" bIns="0" rtlCol="0">
                <a:spAutoFit/>
              </a:bodyPr>
              <a:lstStyle/>
              <a:p>
                <a:pPr algn="l"/>
                <a14:m>
                  <m:oMathPara xmlns:m="http://schemas.openxmlformats.org/officeDocument/2006/math">
                    <m:oMath>
                      <m:sSup>
                        <m:sSupPr>
                          <m:ctrlPr>
                            <a:rPr kumimoji="1" lang="en-US" altLang="ja-JP" sz="2400" b="0" i="1" smtClean="0">
                              <a:solidFill>
                                <a:schemeClr val="tx1">
                                  <a:lumMod val="90000"/>
                                  <a:lumOff val="10000"/>
                                </a:schemeClr>
                              </a:solidFill>
                              <a:latin typeface="Cambria Math" panose="02040503050406030204" pitchFamily="18" charset="0"/>
                            </a:rPr>
                          </m:ctrlPr>
                        </m:sSupPr>
                        <m:e>
                          <m:r>
                            <a:rPr kumimoji="1" lang="en-US" altLang="ja-JP" sz="2400" b="0" i="1" smtClean="0">
                              <a:solidFill>
                                <a:schemeClr val="tx1">
                                  <a:lumMod val="90000"/>
                                  <a:lumOff val="10000"/>
                                </a:schemeClr>
                              </a:solidFill>
                              <a:latin typeface="Cambria Math" panose="02040503050406030204" pitchFamily="18" charset="0"/>
                            </a:rPr>
                            <m:t>𝑧</m:t>
                          </m:r>
                        </m:e>
                        <m:sup>
                          <m:r>
                            <a:rPr kumimoji="1" lang="en-US" altLang="ja-JP" sz="2400" b="0" i="1" smtClean="0">
                              <a:solidFill>
                                <a:schemeClr val="tx1">
                                  <a:lumMod val="90000"/>
                                  <a:lumOff val="10000"/>
                                </a:schemeClr>
                              </a:solidFill>
                              <a:latin typeface="Cambria Math" panose="02040503050406030204" pitchFamily="18" charset="0"/>
                            </a:rPr>
                            <m:t>−2</m:t>
                          </m:r>
                        </m:sup>
                      </m:sSup>
                      <m:r>
                        <a:rPr kumimoji="1" lang="en-US" altLang="ja-JP" sz="2400" b="0" i="1" smtClean="0">
                          <a:solidFill>
                            <a:schemeClr val="tx1">
                              <a:lumMod val="90000"/>
                              <a:lumOff val="10000"/>
                            </a:schemeClr>
                          </a:solidFill>
                          <a:latin typeface="Cambria Math" panose="02040503050406030204" pitchFamily="18" charset="0"/>
                        </a:rPr>
                        <m:t>𝑢</m:t>
                      </m:r>
                      <m:r>
                        <a:rPr kumimoji="1" lang="en-US" altLang="ja-JP" sz="2400" b="0" i="1" smtClean="0">
                          <a:solidFill>
                            <a:schemeClr val="tx1">
                              <a:lumMod val="90000"/>
                              <a:lumOff val="10000"/>
                            </a:schemeClr>
                          </a:solidFill>
                          <a:latin typeface="Cambria Math" panose="02040503050406030204" pitchFamily="18" charset="0"/>
                        </a:rPr>
                        <m:t>(</m:t>
                      </m:r>
                      <m:r>
                        <a:rPr kumimoji="1" lang="en-US" altLang="ja-JP" sz="2400" b="0" i="1" smtClean="0">
                          <a:solidFill>
                            <a:schemeClr val="tx1">
                              <a:lumMod val="90000"/>
                              <a:lumOff val="10000"/>
                            </a:schemeClr>
                          </a:solidFill>
                          <a:latin typeface="Cambria Math" panose="02040503050406030204" pitchFamily="18" charset="0"/>
                        </a:rPr>
                        <m:t>𝑧</m:t>
                      </m:r>
                      <m:r>
                        <a:rPr kumimoji="1" lang="en-US" altLang="ja-JP" sz="2400" b="0" i="1" smtClean="0">
                          <a:solidFill>
                            <a:schemeClr val="tx1">
                              <a:lumMod val="90000"/>
                              <a:lumOff val="10000"/>
                            </a:schemeClr>
                          </a:solidFill>
                          <a:latin typeface="Cambria Math" panose="02040503050406030204" pitchFamily="18" charset="0"/>
                        </a:rPr>
                        <m:t>)</m:t>
                      </m:r>
                    </m:oMath>
                  </m:oMathPara>
                </a14:m>
                <a:endParaRPr kumimoji="1" lang="ja-JP" altLang="en-US" sz="2400" dirty="0">
                  <a:solidFill>
                    <a:schemeClr val="tx1">
                      <a:lumMod val="90000"/>
                      <a:lumOff val="10000"/>
                    </a:schemeClr>
                  </a:solidFill>
                </a:endParaRPr>
              </a:p>
            </p:txBody>
          </p:sp>
        </mc:Choice>
        <mc:Fallback xmlns="">
          <p:sp>
            <p:nvSpPr>
              <p:cNvPr id="214" name="テキスト ボックス 213">
                <a:extLst>
                  <a:ext uri="{FF2B5EF4-FFF2-40B4-BE49-F238E27FC236}">
                    <a16:creationId xmlns:a16="http://schemas.microsoft.com/office/drawing/2014/main" id="{41457D70-4920-394C-7708-42168AA2682C}"/>
                  </a:ext>
                </a:extLst>
              </p:cNvPr>
              <p:cNvSpPr txBox="1">
                <a:spLocks noRot="1" noChangeAspect="1" noMove="1" noResize="1" noEditPoints="1" noAdjustHandles="1" noChangeArrowheads="1" noChangeShapeType="1" noTextEdit="1"/>
              </p:cNvSpPr>
              <p:nvPr/>
            </p:nvSpPr>
            <p:spPr>
              <a:xfrm>
                <a:off x="143853" y="5521600"/>
                <a:ext cx="1150123" cy="369332"/>
              </a:xfrm>
              <a:prstGeom prst="rect">
                <a:avLst/>
              </a:prstGeom>
              <a:blipFill>
                <a:blip r:embed="rId4"/>
                <a:stretch>
                  <a:fillRect l="-2660" r="-8511" b="-38333"/>
                </a:stretch>
              </a:blipFill>
            </p:spPr>
            <p:txBody>
              <a:bodyPr/>
              <a:lstStyle/>
              <a:p>
                <a:r>
                  <a:rPr lang="ja-JP" altLang="en-US">
                    <a:noFill/>
                  </a:rPr>
                  <a:t> </a:t>
                </a:r>
              </a:p>
            </p:txBody>
          </p:sp>
        </mc:Fallback>
      </mc:AlternateContent>
      <p:sp>
        <p:nvSpPr>
          <p:cNvPr id="217" name="テキスト ボックス 216">
            <a:extLst>
              <a:ext uri="{FF2B5EF4-FFF2-40B4-BE49-F238E27FC236}">
                <a16:creationId xmlns:a16="http://schemas.microsoft.com/office/drawing/2014/main" id="{2FA1A5D6-5F1B-4853-6149-F97457C28748}"/>
              </a:ext>
            </a:extLst>
          </p:cNvPr>
          <p:cNvSpPr txBox="1"/>
          <p:nvPr/>
        </p:nvSpPr>
        <p:spPr>
          <a:xfrm>
            <a:off x="7179147" y="2846675"/>
            <a:ext cx="4248279" cy="400110"/>
          </a:xfrm>
          <a:prstGeom prst="rect">
            <a:avLst/>
          </a:prstGeom>
          <a:noFill/>
        </p:spPr>
        <p:txBody>
          <a:bodyPr wrap="none" rtlCol="0">
            <a:spAutoFit/>
          </a:bodyPr>
          <a:lstStyle/>
          <a:p>
            <a:pPr algn="l"/>
            <a:r>
              <a:rPr lang="en-US" altLang="ja-JP" sz="2000" dirty="0">
                <a:solidFill>
                  <a:schemeClr val="tx1">
                    <a:lumMod val="90000"/>
                    <a:lumOff val="10000"/>
                  </a:schemeClr>
                </a:solidFill>
              </a:rPr>
              <a:t>z</a:t>
            </a:r>
            <a:r>
              <a:rPr lang="ja-JP" altLang="en-US" sz="2000" dirty="0">
                <a:solidFill>
                  <a:schemeClr val="tx1">
                    <a:lumMod val="90000"/>
                    <a:lumOff val="10000"/>
                  </a:schemeClr>
                </a:solidFill>
              </a:rPr>
              <a:t>はデジタルでは</a:t>
            </a:r>
            <a:r>
              <a:rPr lang="en-US" altLang="ja-JP" sz="2000" dirty="0">
                <a:solidFill>
                  <a:schemeClr val="tx1">
                    <a:lumMod val="90000"/>
                    <a:lumOff val="10000"/>
                  </a:schemeClr>
                </a:solidFill>
              </a:rPr>
              <a:t>D-FF</a:t>
            </a:r>
            <a:r>
              <a:rPr lang="ja-JP" altLang="en-US" sz="2000" dirty="0">
                <a:solidFill>
                  <a:schemeClr val="tx1">
                    <a:lumMod val="90000"/>
                    <a:lumOff val="10000"/>
                  </a:schemeClr>
                </a:solidFill>
              </a:rPr>
              <a:t>に相当します。</a:t>
            </a:r>
            <a:endParaRPr kumimoji="1" lang="ja-JP" altLang="en-US" sz="2000" dirty="0">
              <a:solidFill>
                <a:schemeClr val="tx1">
                  <a:lumMod val="90000"/>
                  <a:lumOff val="10000"/>
                </a:schemeClr>
              </a:solidFill>
            </a:endParaRPr>
          </a:p>
        </p:txBody>
      </p:sp>
      <mc:AlternateContent xmlns:mc="http://schemas.openxmlformats.org/markup-compatibility/2006" xmlns:a14="http://schemas.microsoft.com/office/drawing/2010/main">
        <mc:Choice Requires="a14">
          <p:sp>
            <p:nvSpPr>
              <p:cNvPr id="218" name="テキスト ボックス 217">
                <a:extLst>
                  <a:ext uri="{FF2B5EF4-FFF2-40B4-BE49-F238E27FC236}">
                    <a16:creationId xmlns:a16="http://schemas.microsoft.com/office/drawing/2014/main" id="{38592766-F25B-B6D5-F71B-648E8AE36F5F}"/>
                  </a:ext>
                </a:extLst>
              </p:cNvPr>
              <p:cNvSpPr txBox="1"/>
              <p:nvPr/>
            </p:nvSpPr>
            <p:spPr>
              <a:xfrm>
                <a:off x="6682087" y="4198162"/>
                <a:ext cx="1150122" cy="369332"/>
              </a:xfrm>
              <a:prstGeom prst="rect">
                <a:avLst/>
              </a:prstGeom>
              <a:noFill/>
            </p:spPr>
            <p:txBody>
              <a:bodyPr wrap="none" lIns="0" tIns="0" rIns="0" bIns="0" rtlCol="0">
                <a:spAutoFit/>
              </a:bodyPr>
              <a:lstStyle/>
              <a:p>
                <a:pPr algn="l"/>
                <a14:m>
                  <m:oMathPara xmlns:m="http://schemas.openxmlformats.org/officeDocument/2006/math">
                    <m:oMath>
                      <m:sSup>
                        <m:sSupPr>
                          <m:ctrlPr>
                            <a:rPr kumimoji="1" lang="en-US" altLang="ja-JP" sz="2400" b="0" i="1" smtClean="0">
                              <a:solidFill>
                                <a:schemeClr val="tx1">
                                  <a:lumMod val="90000"/>
                                  <a:lumOff val="10000"/>
                                </a:schemeClr>
                              </a:solidFill>
                              <a:latin typeface="Cambria Math" panose="02040503050406030204" pitchFamily="18" charset="0"/>
                            </a:rPr>
                          </m:ctrlPr>
                        </m:sSupPr>
                        <m:e>
                          <m:r>
                            <a:rPr kumimoji="1" lang="en-US" altLang="ja-JP" sz="2400" b="0" i="1" smtClean="0">
                              <a:solidFill>
                                <a:schemeClr val="tx1">
                                  <a:lumMod val="90000"/>
                                  <a:lumOff val="10000"/>
                                </a:schemeClr>
                              </a:solidFill>
                              <a:latin typeface="Cambria Math" panose="02040503050406030204" pitchFamily="18" charset="0"/>
                            </a:rPr>
                            <m:t>𝑧</m:t>
                          </m:r>
                        </m:e>
                        <m:sup>
                          <m:r>
                            <a:rPr kumimoji="1" lang="en-US" altLang="ja-JP" sz="2400" b="0" i="1" smtClean="0">
                              <a:solidFill>
                                <a:schemeClr val="tx1">
                                  <a:lumMod val="90000"/>
                                  <a:lumOff val="10000"/>
                                </a:schemeClr>
                              </a:solidFill>
                              <a:latin typeface="Cambria Math" panose="02040503050406030204" pitchFamily="18" charset="0"/>
                            </a:rPr>
                            <m:t>−1</m:t>
                          </m:r>
                        </m:sup>
                      </m:sSup>
                      <m:r>
                        <a:rPr kumimoji="1" lang="en-US" altLang="ja-JP" sz="2400" b="0" i="1" smtClean="0">
                          <a:solidFill>
                            <a:schemeClr val="tx1">
                              <a:lumMod val="90000"/>
                              <a:lumOff val="10000"/>
                            </a:schemeClr>
                          </a:solidFill>
                          <a:latin typeface="Cambria Math" panose="02040503050406030204" pitchFamily="18" charset="0"/>
                        </a:rPr>
                        <m:t>𝑢</m:t>
                      </m:r>
                      <m:r>
                        <a:rPr kumimoji="1" lang="en-US" altLang="ja-JP" sz="2400" b="0" i="1" smtClean="0">
                          <a:solidFill>
                            <a:schemeClr val="tx1">
                              <a:lumMod val="90000"/>
                              <a:lumOff val="10000"/>
                            </a:schemeClr>
                          </a:solidFill>
                          <a:latin typeface="Cambria Math" panose="02040503050406030204" pitchFamily="18" charset="0"/>
                        </a:rPr>
                        <m:t>(</m:t>
                      </m:r>
                      <m:r>
                        <a:rPr kumimoji="1" lang="en-US" altLang="ja-JP" sz="2400" b="0" i="1" smtClean="0">
                          <a:solidFill>
                            <a:schemeClr val="tx1">
                              <a:lumMod val="90000"/>
                              <a:lumOff val="10000"/>
                            </a:schemeClr>
                          </a:solidFill>
                          <a:latin typeface="Cambria Math" panose="02040503050406030204" pitchFamily="18" charset="0"/>
                        </a:rPr>
                        <m:t>𝑧</m:t>
                      </m:r>
                      <m:r>
                        <a:rPr kumimoji="1" lang="en-US" altLang="ja-JP" sz="2400" b="0" i="1" smtClean="0">
                          <a:solidFill>
                            <a:schemeClr val="tx1">
                              <a:lumMod val="90000"/>
                              <a:lumOff val="10000"/>
                            </a:schemeClr>
                          </a:solidFill>
                          <a:latin typeface="Cambria Math" panose="02040503050406030204" pitchFamily="18" charset="0"/>
                        </a:rPr>
                        <m:t>)</m:t>
                      </m:r>
                    </m:oMath>
                  </m:oMathPara>
                </a14:m>
                <a:endParaRPr kumimoji="1" lang="ja-JP" altLang="en-US" sz="2400" dirty="0">
                  <a:solidFill>
                    <a:schemeClr val="tx1">
                      <a:lumMod val="90000"/>
                      <a:lumOff val="10000"/>
                    </a:schemeClr>
                  </a:solidFill>
                </a:endParaRPr>
              </a:p>
            </p:txBody>
          </p:sp>
        </mc:Choice>
        <mc:Fallback xmlns="">
          <p:sp>
            <p:nvSpPr>
              <p:cNvPr id="218" name="テキスト ボックス 217">
                <a:extLst>
                  <a:ext uri="{FF2B5EF4-FFF2-40B4-BE49-F238E27FC236}">
                    <a16:creationId xmlns:a16="http://schemas.microsoft.com/office/drawing/2014/main" id="{38592766-F25B-B6D5-F71B-648E8AE36F5F}"/>
                  </a:ext>
                </a:extLst>
              </p:cNvPr>
              <p:cNvSpPr txBox="1">
                <a:spLocks noRot="1" noChangeAspect="1" noMove="1" noResize="1" noEditPoints="1" noAdjustHandles="1" noChangeArrowheads="1" noChangeShapeType="1" noTextEdit="1"/>
              </p:cNvSpPr>
              <p:nvPr/>
            </p:nvSpPr>
            <p:spPr>
              <a:xfrm>
                <a:off x="6682087" y="4198162"/>
                <a:ext cx="1150122" cy="369332"/>
              </a:xfrm>
              <a:prstGeom prst="rect">
                <a:avLst/>
              </a:prstGeom>
              <a:blipFill>
                <a:blip r:embed="rId5"/>
                <a:stretch>
                  <a:fillRect l="-2116" r="-8466" b="-38333"/>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219" name="テキスト ボックス 218">
                <a:extLst>
                  <a:ext uri="{FF2B5EF4-FFF2-40B4-BE49-F238E27FC236}">
                    <a16:creationId xmlns:a16="http://schemas.microsoft.com/office/drawing/2014/main" id="{D07EB60A-D8E0-A322-1564-0C7782492D0C}"/>
                  </a:ext>
                </a:extLst>
              </p:cNvPr>
              <p:cNvSpPr txBox="1"/>
              <p:nvPr/>
            </p:nvSpPr>
            <p:spPr>
              <a:xfrm>
                <a:off x="6682087" y="5778381"/>
                <a:ext cx="1150123" cy="369332"/>
              </a:xfrm>
              <a:prstGeom prst="rect">
                <a:avLst/>
              </a:prstGeom>
              <a:noFill/>
            </p:spPr>
            <p:txBody>
              <a:bodyPr wrap="none" lIns="0" tIns="0" rIns="0" bIns="0" rtlCol="0">
                <a:spAutoFit/>
              </a:bodyPr>
              <a:lstStyle/>
              <a:p>
                <a:pPr algn="l"/>
                <a14:m>
                  <m:oMathPara xmlns:m="http://schemas.openxmlformats.org/officeDocument/2006/math">
                    <m:oMath>
                      <m:sSup>
                        <m:sSupPr>
                          <m:ctrlPr>
                            <a:rPr kumimoji="1" lang="en-US" altLang="ja-JP" sz="2400" b="0" i="1" smtClean="0">
                              <a:solidFill>
                                <a:schemeClr val="tx1">
                                  <a:lumMod val="90000"/>
                                  <a:lumOff val="10000"/>
                                </a:schemeClr>
                              </a:solidFill>
                              <a:latin typeface="Cambria Math" panose="02040503050406030204" pitchFamily="18" charset="0"/>
                            </a:rPr>
                          </m:ctrlPr>
                        </m:sSupPr>
                        <m:e>
                          <m:r>
                            <a:rPr kumimoji="1" lang="en-US" altLang="ja-JP" sz="2400" b="0" i="1" smtClean="0">
                              <a:solidFill>
                                <a:schemeClr val="tx1">
                                  <a:lumMod val="90000"/>
                                  <a:lumOff val="10000"/>
                                </a:schemeClr>
                              </a:solidFill>
                              <a:latin typeface="Cambria Math" panose="02040503050406030204" pitchFamily="18" charset="0"/>
                            </a:rPr>
                            <m:t>𝑧</m:t>
                          </m:r>
                        </m:e>
                        <m:sup>
                          <m:r>
                            <a:rPr kumimoji="1" lang="en-US" altLang="ja-JP" sz="2400" b="0" i="1" smtClean="0">
                              <a:solidFill>
                                <a:schemeClr val="tx1">
                                  <a:lumMod val="90000"/>
                                  <a:lumOff val="10000"/>
                                </a:schemeClr>
                              </a:solidFill>
                              <a:latin typeface="Cambria Math" panose="02040503050406030204" pitchFamily="18" charset="0"/>
                            </a:rPr>
                            <m:t>−2</m:t>
                          </m:r>
                        </m:sup>
                      </m:sSup>
                      <m:r>
                        <a:rPr kumimoji="1" lang="en-US" altLang="ja-JP" sz="2400" b="0" i="1" smtClean="0">
                          <a:solidFill>
                            <a:schemeClr val="tx1">
                              <a:lumMod val="90000"/>
                              <a:lumOff val="10000"/>
                            </a:schemeClr>
                          </a:solidFill>
                          <a:latin typeface="Cambria Math" panose="02040503050406030204" pitchFamily="18" charset="0"/>
                        </a:rPr>
                        <m:t>𝑢</m:t>
                      </m:r>
                      <m:r>
                        <a:rPr kumimoji="1" lang="en-US" altLang="ja-JP" sz="2400" b="0" i="1" smtClean="0">
                          <a:solidFill>
                            <a:schemeClr val="tx1">
                              <a:lumMod val="90000"/>
                              <a:lumOff val="10000"/>
                            </a:schemeClr>
                          </a:solidFill>
                          <a:latin typeface="Cambria Math" panose="02040503050406030204" pitchFamily="18" charset="0"/>
                        </a:rPr>
                        <m:t>(</m:t>
                      </m:r>
                      <m:r>
                        <a:rPr kumimoji="1" lang="en-US" altLang="ja-JP" sz="2400" b="0" i="1" smtClean="0">
                          <a:solidFill>
                            <a:schemeClr val="tx1">
                              <a:lumMod val="90000"/>
                              <a:lumOff val="10000"/>
                            </a:schemeClr>
                          </a:solidFill>
                          <a:latin typeface="Cambria Math" panose="02040503050406030204" pitchFamily="18" charset="0"/>
                        </a:rPr>
                        <m:t>𝑧</m:t>
                      </m:r>
                      <m:r>
                        <a:rPr kumimoji="1" lang="en-US" altLang="ja-JP" sz="2400" b="0" i="1" smtClean="0">
                          <a:solidFill>
                            <a:schemeClr val="tx1">
                              <a:lumMod val="90000"/>
                              <a:lumOff val="10000"/>
                            </a:schemeClr>
                          </a:solidFill>
                          <a:latin typeface="Cambria Math" panose="02040503050406030204" pitchFamily="18" charset="0"/>
                        </a:rPr>
                        <m:t>)</m:t>
                      </m:r>
                    </m:oMath>
                  </m:oMathPara>
                </a14:m>
                <a:endParaRPr kumimoji="1" lang="ja-JP" altLang="en-US" sz="2400" dirty="0">
                  <a:solidFill>
                    <a:schemeClr val="tx1">
                      <a:lumMod val="90000"/>
                      <a:lumOff val="10000"/>
                    </a:schemeClr>
                  </a:solidFill>
                </a:endParaRPr>
              </a:p>
            </p:txBody>
          </p:sp>
        </mc:Choice>
        <mc:Fallback xmlns="">
          <p:sp>
            <p:nvSpPr>
              <p:cNvPr id="219" name="テキスト ボックス 218">
                <a:extLst>
                  <a:ext uri="{FF2B5EF4-FFF2-40B4-BE49-F238E27FC236}">
                    <a16:creationId xmlns:a16="http://schemas.microsoft.com/office/drawing/2014/main" id="{D07EB60A-D8E0-A322-1564-0C7782492D0C}"/>
                  </a:ext>
                </a:extLst>
              </p:cNvPr>
              <p:cNvSpPr txBox="1">
                <a:spLocks noRot="1" noChangeAspect="1" noMove="1" noResize="1" noEditPoints="1" noAdjustHandles="1" noChangeArrowheads="1" noChangeShapeType="1" noTextEdit="1"/>
              </p:cNvSpPr>
              <p:nvPr/>
            </p:nvSpPr>
            <p:spPr>
              <a:xfrm>
                <a:off x="6682087" y="5778381"/>
                <a:ext cx="1150123" cy="369332"/>
              </a:xfrm>
              <a:prstGeom prst="rect">
                <a:avLst/>
              </a:prstGeom>
              <a:blipFill>
                <a:blip r:embed="rId6"/>
                <a:stretch>
                  <a:fillRect l="-2116" r="-8466" b="-38333"/>
                </a:stretch>
              </a:blipFill>
            </p:spPr>
            <p:txBody>
              <a:bodyPr/>
              <a:lstStyle/>
              <a:p>
                <a:r>
                  <a:rPr lang="ja-JP" altLang="en-US">
                    <a:noFill/>
                  </a:rPr>
                  <a:t> </a:t>
                </a:r>
              </a:p>
            </p:txBody>
          </p:sp>
        </mc:Fallback>
      </mc:AlternateContent>
      <p:grpSp>
        <p:nvGrpSpPr>
          <p:cNvPr id="253" name="グループ化 252">
            <a:extLst>
              <a:ext uri="{FF2B5EF4-FFF2-40B4-BE49-F238E27FC236}">
                <a16:creationId xmlns:a16="http://schemas.microsoft.com/office/drawing/2014/main" id="{4ABFE81F-2DE5-60EA-2242-62441ED61152}"/>
              </a:ext>
            </a:extLst>
          </p:cNvPr>
          <p:cNvGrpSpPr/>
          <p:nvPr/>
        </p:nvGrpSpPr>
        <p:grpSpPr>
          <a:xfrm>
            <a:off x="9274810" y="4104640"/>
            <a:ext cx="662940" cy="816610"/>
            <a:chOff x="9274810" y="4104640"/>
            <a:chExt cx="662940" cy="816610"/>
          </a:xfrm>
        </p:grpSpPr>
        <p:sp>
          <p:nvSpPr>
            <p:cNvPr id="220" name="正方形/長方形 219">
              <a:extLst>
                <a:ext uri="{FF2B5EF4-FFF2-40B4-BE49-F238E27FC236}">
                  <a16:creationId xmlns:a16="http://schemas.microsoft.com/office/drawing/2014/main" id="{5CDBE986-94F9-AC0A-05C8-C524603ABA4D}"/>
                </a:ext>
              </a:extLst>
            </p:cNvPr>
            <p:cNvSpPr/>
            <p:nvPr/>
          </p:nvSpPr>
          <p:spPr>
            <a:xfrm>
              <a:off x="9274810" y="4104640"/>
              <a:ext cx="662940" cy="816610"/>
            </a:xfrm>
            <a:prstGeom prst="rect">
              <a:avLst/>
            </a:prstGeom>
            <a:noFill/>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kumimoji="1" lang="ja-JP" altLang="en-US"/>
            </a:p>
          </p:txBody>
        </p:sp>
        <p:sp>
          <p:nvSpPr>
            <p:cNvPr id="221" name="二等辺三角形 220">
              <a:extLst>
                <a:ext uri="{FF2B5EF4-FFF2-40B4-BE49-F238E27FC236}">
                  <a16:creationId xmlns:a16="http://schemas.microsoft.com/office/drawing/2014/main" id="{8EBDF992-9DA2-BF43-0B5F-7F9C22B4AD5A}"/>
                </a:ext>
              </a:extLst>
            </p:cNvPr>
            <p:cNvSpPr/>
            <p:nvPr/>
          </p:nvSpPr>
          <p:spPr>
            <a:xfrm rot="10800000">
              <a:off x="9439592" y="4104640"/>
              <a:ext cx="333375" cy="161925"/>
            </a:xfrm>
            <a:prstGeom prst="triangle">
              <a:avLst/>
            </a:prstGeom>
            <a:noFill/>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kumimoji="1" lang="ja-JP" altLang="en-US"/>
            </a:p>
          </p:txBody>
        </p:sp>
      </p:grpSp>
      <mc:AlternateContent xmlns:mc="http://schemas.openxmlformats.org/markup-compatibility/2006" xmlns:a14="http://schemas.microsoft.com/office/drawing/2010/main">
        <mc:Choice Requires="a14">
          <p:sp>
            <p:nvSpPr>
              <p:cNvPr id="223" name="テキスト ボックス 222">
                <a:extLst>
                  <a:ext uri="{FF2B5EF4-FFF2-40B4-BE49-F238E27FC236}">
                    <a16:creationId xmlns:a16="http://schemas.microsoft.com/office/drawing/2014/main" id="{7529ED64-60A7-07D5-DCC5-405017CB7A8E}"/>
                  </a:ext>
                </a:extLst>
              </p:cNvPr>
              <p:cNvSpPr txBox="1"/>
              <p:nvPr/>
            </p:nvSpPr>
            <p:spPr>
              <a:xfrm>
                <a:off x="8145488" y="4328279"/>
                <a:ext cx="654923" cy="369332"/>
              </a:xfrm>
              <a:prstGeom prst="rect">
                <a:avLst/>
              </a:prstGeom>
              <a:noFill/>
            </p:spPr>
            <p:txBody>
              <a:bodyPr wrap="none" lIns="0" tIns="0" rIns="0" bIns="0" rtlCol="0">
                <a:spAutoFit/>
              </a:bodyPr>
              <a:lstStyle/>
              <a:p>
                <a:pPr algn="l"/>
                <a14:m>
                  <m:oMathPara xmlns:m="http://schemas.openxmlformats.org/officeDocument/2006/math">
                    <m:oMath>
                      <m:r>
                        <a:rPr kumimoji="1" lang="en-US" altLang="ja-JP" sz="2400" b="0" i="1" smtClean="0">
                          <a:solidFill>
                            <a:schemeClr val="tx1">
                              <a:lumMod val="90000"/>
                              <a:lumOff val="10000"/>
                            </a:schemeClr>
                          </a:solidFill>
                          <a:latin typeface="Cambria Math" panose="02040503050406030204" pitchFamily="18" charset="0"/>
                        </a:rPr>
                        <m:t>𝑢</m:t>
                      </m:r>
                      <m:r>
                        <a:rPr kumimoji="1" lang="en-US" altLang="ja-JP" sz="2400" b="0" i="1" smtClean="0">
                          <a:solidFill>
                            <a:schemeClr val="tx1">
                              <a:lumMod val="90000"/>
                              <a:lumOff val="10000"/>
                            </a:schemeClr>
                          </a:solidFill>
                          <a:latin typeface="Cambria Math" panose="02040503050406030204" pitchFamily="18" charset="0"/>
                        </a:rPr>
                        <m:t>(</m:t>
                      </m:r>
                      <m:r>
                        <a:rPr kumimoji="1" lang="en-US" altLang="ja-JP" sz="2400" b="0" i="1" smtClean="0">
                          <a:solidFill>
                            <a:schemeClr val="tx1">
                              <a:lumMod val="90000"/>
                              <a:lumOff val="10000"/>
                            </a:schemeClr>
                          </a:solidFill>
                          <a:latin typeface="Cambria Math" panose="02040503050406030204" pitchFamily="18" charset="0"/>
                        </a:rPr>
                        <m:t>𝑡</m:t>
                      </m:r>
                      <m:r>
                        <a:rPr kumimoji="1" lang="en-US" altLang="ja-JP" sz="2400" b="0" i="1" smtClean="0">
                          <a:solidFill>
                            <a:schemeClr val="tx1">
                              <a:lumMod val="90000"/>
                              <a:lumOff val="10000"/>
                            </a:schemeClr>
                          </a:solidFill>
                          <a:latin typeface="Cambria Math" panose="02040503050406030204" pitchFamily="18" charset="0"/>
                        </a:rPr>
                        <m:t>)</m:t>
                      </m:r>
                    </m:oMath>
                  </m:oMathPara>
                </a14:m>
                <a:endParaRPr kumimoji="1" lang="ja-JP" altLang="en-US" sz="2400" dirty="0">
                  <a:solidFill>
                    <a:schemeClr val="tx1">
                      <a:lumMod val="90000"/>
                      <a:lumOff val="10000"/>
                    </a:schemeClr>
                  </a:solidFill>
                </a:endParaRPr>
              </a:p>
            </p:txBody>
          </p:sp>
        </mc:Choice>
        <mc:Fallback xmlns="">
          <p:sp>
            <p:nvSpPr>
              <p:cNvPr id="223" name="テキスト ボックス 222">
                <a:extLst>
                  <a:ext uri="{FF2B5EF4-FFF2-40B4-BE49-F238E27FC236}">
                    <a16:creationId xmlns:a16="http://schemas.microsoft.com/office/drawing/2014/main" id="{7529ED64-60A7-07D5-DCC5-405017CB7A8E}"/>
                  </a:ext>
                </a:extLst>
              </p:cNvPr>
              <p:cNvSpPr txBox="1">
                <a:spLocks noRot="1" noChangeAspect="1" noMove="1" noResize="1" noEditPoints="1" noAdjustHandles="1" noChangeArrowheads="1" noChangeShapeType="1" noTextEdit="1"/>
              </p:cNvSpPr>
              <p:nvPr/>
            </p:nvSpPr>
            <p:spPr>
              <a:xfrm>
                <a:off x="8145488" y="4328279"/>
                <a:ext cx="654923" cy="369332"/>
              </a:xfrm>
              <a:prstGeom prst="rect">
                <a:avLst/>
              </a:prstGeom>
              <a:blipFill>
                <a:blip r:embed="rId7"/>
                <a:stretch>
                  <a:fillRect l="-4630" r="-14815" b="-37705"/>
                </a:stretch>
              </a:blipFill>
            </p:spPr>
            <p:txBody>
              <a:bodyPr/>
              <a:lstStyle/>
              <a:p>
                <a:r>
                  <a:rPr lang="ja-JP" altLang="en-US">
                    <a:noFill/>
                  </a:rPr>
                  <a:t> </a:t>
                </a:r>
              </a:p>
            </p:txBody>
          </p:sp>
        </mc:Fallback>
      </mc:AlternateContent>
      <p:cxnSp>
        <p:nvCxnSpPr>
          <p:cNvPr id="225" name="直線コネクタ 224">
            <a:extLst>
              <a:ext uri="{FF2B5EF4-FFF2-40B4-BE49-F238E27FC236}">
                <a16:creationId xmlns:a16="http://schemas.microsoft.com/office/drawing/2014/main" id="{77C02C13-A814-DE74-682A-929935812C26}"/>
              </a:ext>
            </a:extLst>
          </p:cNvPr>
          <p:cNvCxnSpPr>
            <a:stCxn id="223" idx="3"/>
            <a:endCxn id="220" idx="1"/>
          </p:cNvCxnSpPr>
          <p:nvPr/>
        </p:nvCxnSpPr>
        <p:spPr>
          <a:xfrm>
            <a:off x="8800411" y="4512945"/>
            <a:ext cx="474399" cy="0"/>
          </a:xfrm>
          <a:prstGeom prst="line">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mc:AlternateContent xmlns:mc="http://schemas.openxmlformats.org/markup-compatibility/2006" xmlns:a14="http://schemas.microsoft.com/office/drawing/2010/main">
        <mc:Choice Requires="a14">
          <p:sp>
            <p:nvSpPr>
              <p:cNvPr id="227" name="テキスト ボックス 226">
                <a:extLst>
                  <a:ext uri="{FF2B5EF4-FFF2-40B4-BE49-F238E27FC236}">
                    <a16:creationId xmlns:a16="http://schemas.microsoft.com/office/drawing/2014/main" id="{8910FCD9-AD34-C725-53E1-F0F0A2477AB9}"/>
                  </a:ext>
                </a:extLst>
              </p:cNvPr>
              <p:cNvSpPr txBox="1"/>
              <p:nvPr/>
            </p:nvSpPr>
            <p:spPr>
              <a:xfrm>
                <a:off x="8145488" y="3615392"/>
                <a:ext cx="502766" cy="369332"/>
              </a:xfrm>
              <a:prstGeom prst="rect">
                <a:avLst/>
              </a:prstGeom>
              <a:noFill/>
            </p:spPr>
            <p:txBody>
              <a:bodyPr wrap="none" lIns="0" tIns="0" rIns="0" bIns="0" rtlCol="0">
                <a:spAutoFit/>
              </a:bodyPr>
              <a:lstStyle/>
              <a:p>
                <a:pPr algn="l"/>
                <a14:m>
                  <m:oMathPara xmlns:m="http://schemas.openxmlformats.org/officeDocument/2006/math">
                    <m:oMath>
                      <m:r>
                        <a:rPr kumimoji="1" lang="en-US" altLang="ja-JP" sz="2400" b="0" i="1" smtClean="0">
                          <a:solidFill>
                            <a:schemeClr val="tx1">
                              <a:lumMod val="90000"/>
                              <a:lumOff val="10000"/>
                            </a:schemeClr>
                          </a:solidFill>
                          <a:latin typeface="Cambria Math" panose="02040503050406030204" pitchFamily="18" charset="0"/>
                        </a:rPr>
                        <m:t>𝑐𝑙𝑘</m:t>
                      </m:r>
                    </m:oMath>
                  </m:oMathPara>
                </a14:m>
                <a:endParaRPr kumimoji="1" lang="ja-JP" altLang="en-US" sz="2400" dirty="0">
                  <a:solidFill>
                    <a:schemeClr val="tx1">
                      <a:lumMod val="90000"/>
                      <a:lumOff val="10000"/>
                    </a:schemeClr>
                  </a:solidFill>
                </a:endParaRPr>
              </a:p>
            </p:txBody>
          </p:sp>
        </mc:Choice>
        <mc:Fallback xmlns="">
          <p:sp>
            <p:nvSpPr>
              <p:cNvPr id="227" name="テキスト ボックス 226">
                <a:extLst>
                  <a:ext uri="{FF2B5EF4-FFF2-40B4-BE49-F238E27FC236}">
                    <a16:creationId xmlns:a16="http://schemas.microsoft.com/office/drawing/2014/main" id="{8910FCD9-AD34-C725-53E1-F0F0A2477AB9}"/>
                  </a:ext>
                </a:extLst>
              </p:cNvPr>
              <p:cNvSpPr txBox="1">
                <a:spLocks noRot="1" noChangeAspect="1" noMove="1" noResize="1" noEditPoints="1" noAdjustHandles="1" noChangeArrowheads="1" noChangeShapeType="1" noTextEdit="1"/>
              </p:cNvSpPr>
              <p:nvPr/>
            </p:nvSpPr>
            <p:spPr>
              <a:xfrm>
                <a:off x="8145488" y="3615392"/>
                <a:ext cx="502766" cy="369332"/>
              </a:xfrm>
              <a:prstGeom prst="rect">
                <a:avLst/>
              </a:prstGeom>
              <a:blipFill>
                <a:blip r:embed="rId8"/>
                <a:stretch>
                  <a:fillRect l="-13253" r="-10843" b="-9836"/>
                </a:stretch>
              </a:blipFill>
            </p:spPr>
            <p:txBody>
              <a:bodyPr/>
              <a:lstStyle/>
              <a:p>
                <a:r>
                  <a:rPr lang="ja-JP" altLang="en-US">
                    <a:noFill/>
                  </a:rPr>
                  <a:t> </a:t>
                </a:r>
              </a:p>
            </p:txBody>
          </p:sp>
        </mc:Fallback>
      </mc:AlternateContent>
      <p:cxnSp>
        <p:nvCxnSpPr>
          <p:cNvPr id="229" name="コネクタ: カギ線 228">
            <a:extLst>
              <a:ext uri="{FF2B5EF4-FFF2-40B4-BE49-F238E27FC236}">
                <a16:creationId xmlns:a16="http://schemas.microsoft.com/office/drawing/2014/main" id="{84E641D5-7E5E-57F4-8C4D-CA2D3B47F088}"/>
              </a:ext>
            </a:extLst>
          </p:cNvPr>
          <p:cNvCxnSpPr>
            <a:stCxn id="227" idx="3"/>
            <a:endCxn id="221" idx="3"/>
          </p:cNvCxnSpPr>
          <p:nvPr/>
        </p:nvCxnSpPr>
        <p:spPr>
          <a:xfrm>
            <a:off x="8648254" y="3800058"/>
            <a:ext cx="958025" cy="304582"/>
          </a:xfrm>
          <a:prstGeom prst="bentConnector2">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31" name="直線コネクタ 230">
            <a:extLst>
              <a:ext uri="{FF2B5EF4-FFF2-40B4-BE49-F238E27FC236}">
                <a16:creationId xmlns:a16="http://schemas.microsoft.com/office/drawing/2014/main" id="{42067D03-808E-63BE-EF32-81E78C0506B7}"/>
              </a:ext>
            </a:extLst>
          </p:cNvPr>
          <p:cNvCxnSpPr>
            <a:cxnSpLocks/>
          </p:cNvCxnSpPr>
          <p:nvPr/>
        </p:nvCxnSpPr>
        <p:spPr>
          <a:xfrm>
            <a:off x="9937750" y="4512945"/>
            <a:ext cx="424679" cy="0"/>
          </a:xfrm>
          <a:prstGeom prst="line">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34" name="正方形/長方形 233">
            <a:extLst>
              <a:ext uri="{FF2B5EF4-FFF2-40B4-BE49-F238E27FC236}">
                <a16:creationId xmlns:a16="http://schemas.microsoft.com/office/drawing/2014/main" id="{5C28110B-54A1-7F82-A21F-5D2339A5B95E}"/>
              </a:ext>
            </a:extLst>
          </p:cNvPr>
          <p:cNvSpPr/>
          <p:nvPr/>
        </p:nvSpPr>
        <p:spPr>
          <a:xfrm>
            <a:off x="9274809" y="5554742"/>
            <a:ext cx="662940" cy="816610"/>
          </a:xfrm>
          <a:prstGeom prst="rect">
            <a:avLst/>
          </a:prstGeom>
          <a:noFill/>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kumimoji="1" lang="ja-JP" altLang="en-US"/>
          </a:p>
        </p:txBody>
      </p:sp>
      <p:sp>
        <p:nvSpPr>
          <p:cNvPr id="235" name="二等辺三角形 234">
            <a:extLst>
              <a:ext uri="{FF2B5EF4-FFF2-40B4-BE49-F238E27FC236}">
                <a16:creationId xmlns:a16="http://schemas.microsoft.com/office/drawing/2014/main" id="{72785570-175D-293B-F779-0A4DC944C299}"/>
              </a:ext>
            </a:extLst>
          </p:cNvPr>
          <p:cNvSpPr/>
          <p:nvPr/>
        </p:nvSpPr>
        <p:spPr>
          <a:xfrm rot="10800000">
            <a:off x="9439591" y="5554742"/>
            <a:ext cx="333375" cy="161925"/>
          </a:xfrm>
          <a:prstGeom prst="triangle">
            <a:avLst/>
          </a:prstGeom>
          <a:noFill/>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kumimoji="1" lang="ja-JP" altLang="en-US"/>
          </a:p>
        </p:txBody>
      </p:sp>
      <mc:AlternateContent xmlns:mc="http://schemas.openxmlformats.org/markup-compatibility/2006" xmlns:a14="http://schemas.microsoft.com/office/drawing/2010/main">
        <mc:Choice Requires="a14">
          <p:sp>
            <p:nvSpPr>
              <p:cNvPr id="236" name="テキスト ボックス 235">
                <a:extLst>
                  <a:ext uri="{FF2B5EF4-FFF2-40B4-BE49-F238E27FC236}">
                    <a16:creationId xmlns:a16="http://schemas.microsoft.com/office/drawing/2014/main" id="{605900BD-7F72-116C-E064-2E74DD378CB8}"/>
                  </a:ext>
                </a:extLst>
              </p:cNvPr>
              <p:cNvSpPr txBox="1"/>
              <p:nvPr/>
            </p:nvSpPr>
            <p:spPr>
              <a:xfrm>
                <a:off x="8145487" y="5778381"/>
                <a:ext cx="654923" cy="369332"/>
              </a:xfrm>
              <a:prstGeom prst="rect">
                <a:avLst/>
              </a:prstGeom>
              <a:noFill/>
            </p:spPr>
            <p:txBody>
              <a:bodyPr wrap="none" lIns="0" tIns="0" rIns="0" bIns="0" rtlCol="0">
                <a:spAutoFit/>
              </a:bodyPr>
              <a:lstStyle/>
              <a:p>
                <a:pPr algn="l"/>
                <a14:m>
                  <m:oMathPara xmlns:m="http://schemas.openxmlformats.org/officeDocument/2006/math">
                    <m:oMath>
                      <m:r>
                        <a:rPr kumimoji="1" lang="en-US" altLang="ja-JP" sz="2400" b="0" i="1" smtClean="0">
                          <a:solidFill>
                            <a:schemeClr val="tx1">
                              <a:lumMod val="90000"/>
                              <a:lumOff val="10000"/>
                            </a:schemeClr>
                          </a:solidFill>
                          <a:latin typeface="Cambria Math" panose="02040503050406030204" pitchFamily="18" charset="0"/>
                        </a:rPr>
                        <m:t>𝑢</m:t>
                      </m:r>
                      <m:r>
                        <a:rPr kumimoji="1" lang="en-US" altLang="ja-JP" sz="2400" b="0" i="1" smtClean="0">
                          <a:solidFill>
                            <a:schemeClr val="tx1">
                              <a:lumMod val="90000"/>
                              <a:lumOff val="10000"/>
                            </a:schemeClr>
                          </a:solidFill>
                          <a:latin typeface="Cambria Math" panose="02040503050406030204" pitchFamily="18" charset="0"/>
                        </a:rPr>
                        <m:t>(</m:t>
                      </m:r>
                      <m:r>
                        <a:rPr kumimoji="1" lang="en-US" altLang="ja-JP" sz="2400" b="0" i="1" smtClean="0">
                          <a:solidFill>
                            <a:schemeClr val="tx1">
                              <a:lumMod val="90000"/>
                              <a:lumOff val="10000"/>
                            </a:schemeClr>
                          </a:solidFill>
                          <a:latin typeface="Cambria Math" panose="02040503050406030204" pitchFamily="18" charset="0"/>
                        </a:rPr>
                        <m:t>𝑡</m:t>
                      </m:r>
                      <m:r>
                        <a:rPr kumimoji="1" lang="en-US" altLang="ja-JP" sz="2400" b="0" i="1" smtClean="0">
                          <a:solidFill>
                            <a:schemeClr val="tx1">
                              <a:lumMod val="90000"/>
                              <a:lumOff val="10000"/>
                            </a:schemeClr>
                          </a:solidFill>
                          <a:latin typeface="Cambria Math" panose="02040503050406030204" pitchFamily="18" charset="0"/>
                        </a:rPr>
                        <m:t>)</m:t>
                      </m:r>
                    </m:oMath>
                  </m:oMathPara>
                </a14:m>
                <a:endParaRPr kumimoji="1" lang="ja-JP" altLang="en-US" sz="2400" dirty="0">
                  <a:solidFill>
                    <a:schemeClr val="tx1">
                      <a:lumMod val="90000"/>
                      <a:lumOff val="10000"/>
                    </a:schemeClr>
                  </a:solidFill>
                </a:endParaRPr>
              </a:p>
            </p:txBody>
          </p:sp>
        </mc:Choice>
        <mc:Fallback xmlns="">
          <p:sp>
            <p:nvSpPr>
              <p:cNvPr id="236" name="テキスト ボックス 235">
                <a:extLst>
                  <a:ext uri="{FF2B5EF4-FFF2-40B4-BE49-F238E27FC236}">
                    <a16:creationId xmlns:a16="http://schemas.microsoft.com/office/drawing/2014/main" id="{605900BD-7F72-116C-E064-2E74DD378CB8}"/>
                  </a:ext>
                </a:extLst>
              </p:cNvPr>
              <p:cNvSpPr txBox="1">
                <a:spLocks noRot="1" noChangeAspect="1" noMove="1" noResize="1" noEditPoints="1" noAdjustHandles="1" noChangeArrowheads="1" noChangeShapeType="1" noTextEdit="1"/>
              </p:cNvSpPr>
              <p:nvPr/>
            </p:nvSpPr>
            <p:spPr>
              <a:xfrm>
                <a:off x="8145487" y="5778381"/>
                <a:ext cx="654923" cy="369332"/>
              </a:xfrm>
              <a:prstGeom prst="rect">
                <a:avLst/>
              </a:prstGeom>
              <a:blipFill>
                <a:blip r:embed="rId9"/>
                <a:stretch>
                  <a:fillRect l="-4630" r="-14815" b="-38333"/>
                </a:stretch>
              </a:blipFill>
            </p:spPr>
            <p:txBody>
              <a:bodyPr/>
              <a:lstStyle/>
              <a:p>
                <a:r>
                  <a:rPr lang="ja-JP" altLang="en-US">
                    <a:noFill/>
                  </a:rPr>
                  <a:t> </a:t>
                </a:r>
              </a:p>
            </p:txBody>
          </p:sp>
        </mc:Fallback>
      </mc:AlternateContent>
      <p:cxnSp>
        <p:nvCxnSpPr>
          <p:cNvPr id="237" name="直線コネクタ 236">
            <a:extLst>
              <a:ext uri="{FF2B5EF4-FFF2-40B4-BE49-F238E27FC236}">
                <a16:creationId xmlns:a16="http://schemas.microsoft.com/office/drawing/2014/main" id="{63B946FC-4B29-7506-1E01-A20AADD22DBD}"/>
              </a:ext>
            </a:extLst>
          </p:cNvPr>
          <p:cNvCxnSpPr>
            <a:stCxn id="236" idx="3"/>
            <a:endCxn id="234" idx="1"/>
          </p:cNvCxnSpPr>
          <p:nvPr/>
        </p:nvCxnSpPr>
        <p:spPr>
          <a:xfrm>
            <a:off x="8800410" y="5963047"/>
            <a:ext cx="474399" cy="0"/>
          </a:xfrm>
          <a:prstGeom prst="line">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mc:AlternateContent xmlns:mc="http://schemas.openxmlformats.org/markup-compatibility/2006" xmlns:a14="http://schemas.microsoft.com/office/drawing/2010/main">
        <mc:Choice Requires="a14">
          <p:sp>
            <p:nvSpPr>
              <p:cNvPr id="238" name="テキスト ボックス 237">
                <a:extLst>
                  <a:ext uri="{FF2B5EF4-FFF2-40B4-BE49-F238E27FC236}">
                    <a16:creationId xmlns:a16="http://schemas.microsoft.com/office/drawing/2014/main" id="{37CF63B1-322A-68FD-F320-4F9B1D4D1113}"/>
                  </a:ext>
                </a:extLst>
              </p:cNvPr>
              <p:cNvSpPr txBox="1"/>
              <p:nvPr/>
            </p:nvSpPr>
            <p:spPr>
              <a:xfrm>
                <a:off x="8145487" y="5065494"/>
                <a:ext cx="502766" cy="369332"/>
              </a:xfrm>
              <a:prstGeom prst="rect">
                <a:avLst/>
              </a:prstGeom>
              <a:noFill/>
            </p:spPr>
            <p:txBody>
              <a:bodyPr wrap="none" lIns="0" tIns="0" rIns="0" bIns="0" rtlCol="0">
                <a:spAutoFit/>
              </a:bodyPr>
              <a:lstStyle/>
              <a:p>
                <a:pPr algn="l"/>
                <a14:m>
                  <m:oMathPara xmlns:m="http://schemas.openxmlformats.org/officeDocument/2006/math">
                    <m:oMath>
                      <m:r>
                        <a:rPr kumimoji="1" lang="en-US" altLang="ja-JP" sz="2400" b="0" i="1" smtClean="0">
                          <a:solidFill>
                            <a:schemeClr val="tx1">
                              <a:lumMod val="90000"/>
                              <a:lumOff val="10000"/>
                            </a:schemeClr>
                          </a:solidFill>
                          <a:latin typeface="Cambria Math" panose="02040503050406030204" pitchFamily="18" charset="0"/>
                        </a:rPr>
                        <m:t>𝑐𝑙𝑘</m:t>
                      </m:r>
                    </m:oMath>
                  </m:oMathPara>
                </a14:m>
                <a:endParaRPr kumimoji="1" lang="ja-JP" altLang="en-US" sz="2400" dirty="0">
                  <a:solidFill>
                    <a:schemeClr val="tx1">
                      <a:lumMod val="90000"/>
                      <a:lumOff val="10000"/>
                    </a:schemeClr>
                  </a:solidFill>
                </a:endParaRPr>
              </a:p>
            </p:txBody>
          </p:sp>
        </mc:Choice>
        <mc:Fallback xmlns="">
          <p:sp>
            <p:nvSpPr>
              <p:cNvPr id="238" name="テキスト ボックス 237">
                <a:extLst>
                  <a:ext uri="{FF2B5EF4-FFF2-40B4-BE49-F238E27FC236}">
                    <a16:creationId xmlns:a16="http://schemas.microsoft.com/office/drawing/2014/main" id="{37CF63B1-322A-68FD-F320-4F9B1D4D1113}"/>
                  </a:ext>
                </a:extLst>
              </p:cNvPr>
              <p:cNvSpPr txBox="1">
                <a:spLocks noRot="1" noChangeAspect="1" noMove="1" noResize="1" noEditPoints="1" noAdjustHandles="1" noChangeArrowheads="1" noChangeShapeType="1" noTextEdit="1"/>
              </p:cNvSpPr>
              <p:nvPr/>
            </p:nvSpPr>
            <p:spPr>
              <a:xfrm>
                <a:off x="8145487" y="5065494"/>
                <a:ext cx="502766" cy="369332"/>
              </a:xfrm>
              <a:prstGeom prst="rect">
                <a:avLst/>
              </a:prstGeom>
              <a:blipFill>
                <a:blip r:embed="rId10"/>
                <a:stretch>
                  <a:fillRect l="-13253" r="-10843" b="-9836"/>
                </a:stretch>
              </a:blipFill>
            </p:spPr>
            <p:txBody>
              <a:bodyPr/>
              <a:lstStyle/>
              <a:p>
                <a:r>
                  <a:rPr lang="ja-JP" altLang="en-US">
                    <a:noFill/>
                  </a:rPr>
                  <a:t> </a:t>
                </a:r>
              </a:p>
            </p:txBody>
          </p:sp>
        </mc:Fallback>
      </mc:AlternateContent>
      <p:cxnSp>
        <p:nvCxnSpPr>
          <p:cNvPr id="239" name="コネクタ: カギ線 238">
            <a:extLst>
              <a:ext uri="{FF2B5EF4-FFF2-40B4-BE49-F238E27FC236}">
                <a16:creationId xmlns:a16="http://schemas.microsoft.com/office/drawing/2014/main" id="{35F89690-379F-38EE-86AA-1AF36FCF20E6}"/>
              </a:ext>
            </a:extLst>
          </p:cNvPr>
          <p:cNvCxnSpPr>
            <a:stCxn id="238" idx="3"/>
            <a:endCxn id="235" idx="3"/>
          </p:cNvCxnSpPr>
          <p:nvPr/>
        </p:nvCxnSpPr>
        <p:spPr>
          <a:xfrm>
            <a:off x="8648253" y="5250160"/>
            <a:ext cx="958025" cy="304582"/>
          </a:xfrm>
          <a:prstGeom prst="bentConnector2">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40" name="直線コネクタ 239">
            <a:extLst>
              <a:ext uri="{FF2B5EF4-FFF2-40B4-BE49-F238E27FC236}">
                <a16:creationId xmlns:a16="http://schemas.microsoft.com/office/drawing/2014/main" id="{C5FB30EB-0E37-063F-4767-C04FBF0FE95B}"/>
              </a:ext>
            </a:extLst>
          </p:cNvPr>
          <p:cNvCxnSpPr>
            <a:cxnSpLocks/>
            <a:stCxn id="234" idx="3"/>
            <a:endCxn id="243" idx="1"/>
          </p:cNvCxnSpPr>
          <p:nvPr/>
        </p:nvCxnSpPr>
        <p:spPr>
          <a:xfrm>
            <a:off x="9937749" y="5963047"/>
            <a:ext cx="424679" cy="0"/>
          </a:xfrm>
          <a:prstGeom prst="line">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43" name="正方形/長方形 242">
            <a:extLst>
              <a:ext uri="{FF2B5EF4-FFF2-40B4-BE49-F238E27FC236}">
                <a16:creationId xmlns:a16="http://schemas.microsoft.com/office/drawing/2014/main" id="{2917E7C1-2855-2465-8D8C-C946437FC034}"/>
              </a:ext>
            </a:extLst>
          </p:cNvPr>
          <p:cNvSpPr/>
          <p:nvPr/>
        </p:nvSpPr>
        <p:spPr>
          <a:xfrm>
            <a:off x="10362428" y="5554742"/>
            <a:ext cx="662940" cy="816610"/>
          </a:xfrm>
          <a:prstGeom prst="rect">
            <a:avLst/>
          </a:prstGeom>
          <a:noFill/>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kumimoji="1" lang="ja-JP" altLang="en-US"/>
          </a:p>
        </p:txBody>
      </p:sp>
      <p:sp>
        <p:nvSpPr>
          <p:cNvPr id="244" name="二等辺三角形 243">
            <a:extLst>
              <a:ext uri="{FF2B5EF4-FFF2-40B4-BE49-F238E27FC236}">
                <a16:creationId xmlns:a16="http://schemas.microsoft.com/office/drawing/2014/main" id="{93BB2318-552A-E784-09F0-15A3A6DD6D83}"/>
              </a:ext>
            </a:extLst>
          </p:cNvPr>
          <p:cNvSpPr/>
          <p:nvPr/>
        </p:nvSpPr>
        <p:spPr>
          <a:xfrm rot="10800000">
            <a:off x="10527210" y="5554742"/>
            <a:ext cx="333375" cy="161925"/>
          </a:xfrm>
          <a:prstGeom prst="triangle">
            <a:avLst/>
          </a:prstGeom>
          <a:noFill/>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kumimoji="1" lang="ja-JP" altLang="en-US"/>
          </a:p>
        </p:txBody>
      </p:sp>
      <p:cxnSp>
        <p:nvCxnSpPr>
          <p:cNvPr id="247" name="コネクタ: カギ線 246">
            <a:extLst>
              <a:ext uri="{FF2B5EF4-FFF2-40B4-BE49-F238E27FC236}">
                <a16:creationId xmlns:a16="http://schemas.microsoft.com/office/drawing/2014/main" id="{8446F897-6294-E6E0-AACE-79465C6770BF}"/>
              </a:ext>
            </a:extLst>
          </p:cNvPr>
          <p:cNvCxnSpPr>
            <a:cxnSpLocks/>
            <a:stCxn id="238" idx="3"/>
            <a:endCxn id="244" idx="3"/>
          </p:cNvCxnSpPr>
          <p:nvPr/>
        </p:nvCxnSpPr>
        <p:spPr>
          <a:xfrm>
            <a:off x="8648253" y="5250160"/>
            <a:ext cx="2045644" cy="304582"/>
          </a:xfrm>
          <a:prstGeom prst="bentConnector2">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50" name="直線コネクタ 249">
            <a:extLst>
              <a:ext uri="{FF2B5EF4-FFF2-40B4-BE49-F238E27FC236}">
                <a16:creationId xmlns:a16="http://schemas.microsoft.com/office/drawing/2014/main" id="{C3216D6B-1603-3CB9-5B51-FD4FFAED0596}"/>
              </a:ext>
            </a:extLst>
          </p:cNvPr>
          <p:cNvCxnSpPr>
            <a:cxnSpLocks/>
            <a:stCxn id="243" idx="3"/>
          </p:cNvCxnSpPr>
          <p:nvPr/>
        </p:nvCxnSpPr>
        <p:spPr>
          <a:xfrm>
            <a:off x="11025368" y="5963047"/>
            <a:ext cx="424679" cy="0"/>
          </a:xfrm>
          <a:prstGeom prst="line">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39641575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3">
            <a:extLst>
              <a:ext uri="{FF2B5EF4-FFF2-40B4-BE49-F238E27FC236}">
                <a16:creationId xmlns:a16="http://schemas.microsoft.com/office/drawing/2014/main" id="{69182343-CB0F-6F05-2DF2-D76A0888C026}"/>
              </a:ext>
            </a:extLst>
          </p:cNvPr>
          <p:cNvSpPr>
            <a:spLocks noGrp="1"/>
          </p:cNvSpPr>
          <p:nvPr>
            <p:ph type="title"/>
          </p:nvPr>
        </p:nvSpPr>
        <p:spPr/>
        <p:txBody>
          <a:bodyPr/>
          <a:lstStyle/>
          <a:p>
            <a:r>
              <a:rPr lang="en-US" altLang="ja-JP" dirty="0"/>
              <a:t>ΔΣ</a:t>
            </a:r>
            <a:r>
              <a:rPr lang="ja-JP" altLang="en-US" dirty="0"/>
              <a:t>変調</a:t>
            </a:r>
          </a:p>
        </p:txBody>
      </p:sp>
      <p:sp>
        <p:nvSpPr>
          <p:cNvPr id="5" name="テキスト プレースホルダー 4">
            <a:extLst>
              <a:ext uri="{FF2B5EF4-FFF2-40B4-BE49-F238E27FC236}">
                <a16:creationId xmlns:a16="http://schemas.microsoft.com/office/drawing/2014/main" id="{C6D25D40-0329-898C-9843-F880EFD12FE8}"/>
              </a:ext>
            </a:extLst>
          </p:cNvPr>
          <p:cNvSpPr>
            <a:spLocks noGrp="1"/>
          </p:cNvSpPr>
          <p:nvPr>
            <p:ph type="body" idx="1"/>
          </p:nvPr>
        </p:nvSpPr>
        <p:spPr/>
        <p:txBody>
          <a:bodyPr/>
          <a:lstStyle/>
          <a:p>
            <a:endParaRPr lang="ja-JP" altLang="en-US"/>
          </a:p>
        </p:txBody>
      </p:sp>
      <p:sp>
        <p:nvSpPr>
          <p:cNvPr id="3" name="スライド番号プレースホルダー 2">
            <a:extLst>
              <a:ext uri="{FF2B5EF4-FFF2-40B4-BE49-F238E27FC236}">
                <a16:creationId xmlns:a16="http://schemas.microsoft.com/office/drawing/2014/main" id="{2C69B0EA-66A6-4C05-99DA-0ED48977679E}"/>
              </a:ext>
            </a:extLst>
          </p:cNvPr>
          <p:cNvSpPr>
            <a:spLocks noGrp="1"/>
          </p:cNvSpPr>
          <p:nvPr>
            <p:ph type="sldNum" sz="quarter" idx="12"/>
          </p:nvPr>
        </p:nvSpPr>
        <p:spPr/>
        <p:txBody>
          <a:bodyPr/>
          <a:lstStyle/>
          <a:p>
            <a:fld id="{336D103E-743F-4B05-B1B2-74D6FB9408BE}" type="slidenum">
              <a:rPr kumimoji="1" lang="ja-JP" altLang="en-US" smtClean="0"/>
              <a:t>17</a:t>
            </a:fld>
            <a:endParaRPr kumimoji="1" lang="ja-JP" altLang="en-US"/>
          </a:p>
        </p:txBody>
      </p:sp>
    </p:spTree>
    <p:extLst>
      <p:ext uri="{BB962C8B-B14F-4D97-AF65-F5344CB8AC3E}">
        <p14:creationId xmlns:p14="http://schemas.microsoft.com/office/powerpoint/2010/main" val="66699947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FEF2646-6096-4C1D-5B9E-C87366CE6962}"/>
              </a:ext>
            </a:extLst>
          </p:cNvPr>
          <p:cNvSpPr>
            <a:spLocks noGrp="1"/>
          </p:cNvSpPr>
          <p:nvPr>
            <p:ph type="title"/>
          </p:nvPr>
        </p:nvSpPr>
        <p:spPr/>
        <p:txBody>
          <a:bodyPr/>
          <a:lstStyle/>
          <a:p>
            <a:r>
              <a:rPr kumimoji="1" lang="ja-JP" altLang="en-US" dirty="0"/>
              <a:t>まず初めに</a:t>
            </a:r>
            <a:r>
              <a:rPr kumimoji="1" lang="en-US" altLang="ja-JP" dirty="0"/>
              <a:t>Δ</a:t>
            </a:r>
            <a:r>
              <a:rPr kumimoji="1" lang="ja-JP" altLang="en-US" dirty="0"/>
              <a:t>があった</a:t>
            </a:r>
          </a:p>
        </p:txBody>
      </p:sp>
      <p:sp>
        <p:nvSpPr>
          <p:cNvPr id="3" name="スライド番号プレースホルダー 2">
            <a:extLst>
              <a:ext uri="{FF2B5EF4-FFF2-40B4-BE49-F238E27FC236}">
                <a16:creationId xmlns:a16="http://schemas.microsoft.com/office/drawing/2014/main" id="{1C58AA3B-6DDA-822F-9ABB-D74E52DF818A}"/>
              </a:ext>
            </a:extLst>
          </p:cNvPr>
          <p:cNvSpPr>
            <a:spLocks noGrp="1"/>
          </p:cNvSpPr>
          <p:nvPr>
            <p:ph type="sldNum" sz="quarter" idx="12"/>
          </p:nvPr>
        </p:nvSpPr>
        <p:spPr/>
        <p:txBody>
          <a:bodyPr/>
          <a:lstStyle/>
          <a:p>
            <a:fld id="{336D103E-743F-4B05-B1B2-74D6FB9408BE}" type="slidenum">
              <a:rPr kumimoji="1" lang="ja-JP" altLang="en-US" smtClean="0"/>
              <a:t>18</a:t>
            </a:fld>
            <a:endParaRPr kumimoji="1" lang="ja-JP" altLang="en-US"/>
          </a:p>
        </p:txBody>
      </p:sp>
      <p:sp>
        <p:nvSpPr>
          <p:cNvPr id="5" name="テキスト ボックス 4">
            <a:extLst>
              <a:ext uri="{FF2B5EF4-FFF2-40B4-BE49-F238E27FC236}">
                <a16:creationId xmlns:a16="http://schemas.microsoft.com/office/drawing/2014/main" id="{AD424F39-87A8-FC07-762C-21A8FD98BFA5}"/>
              </a:ext>
            </a:extLst>
          </p:cNvPr>
          <p:cNvSpPr txBox="1"/>
          <p:nvPr/>
        </p:nvSpPr>
        <p:spPr>
          <a:xfrm>
            <a:off x="334963" y="902657"/>
            <a:ext cx="8784777" cy="830997"/>
          </a:xfrm>
          <a:prstGeom prst="rect">
            <a:avLst/>
          </a:prstGeom>
          <a:noFill/>
        </p:spPr>
        <p:txBody>
          <a:bodyPr wrap="none" rtlCol="0">
            <a:spAutoFit/>
          </a:bodyPr>
          <a:lstStyle/>
          <a:p>
            <a:pPr algn="l"/>
            <a:r>
              <a:rPr lang="ja-JP" altLang="en-US" sz="2400" dirty="0">
                <a:solidFill>
                  <a:schemeClr val="tx1">
                    <a:lumMod val="90000"/>
                    <a:lumOff val="10000"/>
                  </a:schemeClr>
                </a:solidFill>
              </a:rPr>
              <a:t>十分に早くサンプリングしたデータは隣り合う値の変化は小さい</a:t>
            </a:r>
            <a:endParaRPr lang="en-US" altLang="ja-JP" sz="2400" dirty="0">
              <a:solidFill>
                <a:schemeClr val="tx1">
                  <a:lumMod val="90000"/>
                  <a:lumOff val="10000"/>
                </a:schemeClr>
              </a:solidFill>
            </a:endParaRPr>
          </a:p>
          <a:p>
            <a:pPr algn="l"/>
            <a:r>
              <a:rPr lang="ja-JP" altLang="en-US" sz="2400" dirty="0">
                <a:solidFill>
                  <a:schemeClr val="tx1">
                    <a:lumMod val="90000"/>
                    <a:lumOff val="10000"/>
                  </a:schemeClr>
                </a:solidFill>
              </a:rPr>
              <a:t>→ 差分（</a:t>
            </a:r>
            <a:r>
              <a:rPr lang="en-US" altLang="ja-JP" sz="2400" dirty="0">
                <a:solidFill>
                  <a:schemeClr val="tx1">
                    <a:lumMod val="90000"/>
                    <a:lumOff val="10000"/>
                  </a:schemeClr>
                </a:solidFill>
              </a:rPr>
              <a:t>Δ</a:t>
            </a:r>
            <a:r>
              <a:rPr lang="ja-JP" altLang="en-US" sz="2400" dirty="0">
                <a:solidFill>
                  <a:schemeClr val="tx1">
                    <a:lumMod val="90000"/>
                    <a:lumOff val="10000"/>
                  </a:schemeClr>
                </a:solidFill>
              </a:rPr>
              <a:t>）だけを扱うとデータを圧縮することができる</a:t>
            </a:r>
            <a:endParaRPr lang="en-US" altLang="ja-JP" sz="2400" dirty="0">
              <a:solidFill>
                <a:schemeClr val="tx1">
                  <a:lumMod val="90000"/>
                  <a:lumOff val="10000"/>
                </a:schemeClr>
              </a:solidFill>
            </a:endParaRPr>
          </a:p>
        </p:txBody>
      </p:sp>
      <mc:AlternateContent xmlns:mc="http://schemas.openxmlformats.org/markup-compatibility/2006" xmlns:a14="http://schemas.microsoft.com/office/drawing/2010/main">
        <mc:Choice Requires="a14">
          <p:sp>
            <p:nvSpPr>
              <p:cNvPr id="73" name="テキスト ボックス 72">
                <a:extLst>
                  <a:ext uri="{FF2B5EF4-FFF2-40B4-BE49-F238E27FC236}">
                    <a16:creationId xmlns:a16="http://schemas.microsoft.com/office/drawing/2014/main" id="{E9EB2506-CF6F-8EBE-E8E4-C6913FD814B7}"/>
                  </a:ext>
                </a:extLst>
              </p:cNvPr>
              <p:cNvSpPr txBox="1"/>
              <p:nvPr/>
            </p:nvSpPr>
            <p:spPr>
              <a:xfrm>
                <a:off x="334963" y="1846915"/>
                <a:ext cx="10562507" cy="1200329"/>
              </a:xfrm>
              <a:prstGeom prst="rect">
                <a:avLst/>
              </a:prstGeom>
              <a:noFill/>
            </p:spPr>
            <p:txBody>
              <a:bodyPr wrap="none" rtlCol="0">
                <a:spAutoFit/>
              </a:bodyPr>
              <a:lstStyle/>
              <a:p>
                <a:r>
                  <a:rPr lang="ja-JP" altLang="en-US" sz="2400" dirty="0">
                    <a:solidFill>
                      <a:schemeClr val="tx1">
                        <a:lumMod val="90000"/>
                        <a:lumOff val="10000"/>
                      </a:schemeClr>
                    </a:solidFill>
                  </a:rPr>
                  <a:t>差分（</a:t>
                </a:r>
                <a:r>
                  <a:rPr lang="en-US" altLang="ja-JP" sz="2400" dirty="0">
                    <a:solidFill>
                      <a:schemeClr val="tx1">
                        <a:lumMod val="90000"/>
                        <a:lumOff val="10000"/>
                      </a:schemeClr>
                    </a:solidFill>
                  </a:rPr>
                  <a:t>Δ</a:t>
                </a:r>
                <a:r>
                  <a:rPr lang="ja-JP" altLang="en-US" sz="2400" dirty="0">
                    <a:solidFill>
                      <a:schemeClr val="tx1">
                        <a:lumMod val="90000"/>
                        <a:lumOff val="10000"/>
                      </a:schemeClr>
                    </a:solidFill>
                  </a:rPr>
                  <a:t>）が</a:t>
                </a:r>
                <a:r>
                  <a:rPr lang="en-US" altLang="ja-JP" sz="2400" dirty="0">
                    <a:solidFill>
                      <a:schemeClr val="tx1">
                        <a:lumMod val="90000"/>
                        <a:lumOff val="10000"/>
                      </a:schemeClr>
                    </a:solidFill>
                  </a:rPr>
                  <a:t>1</a:t>
                </a:r>
                <a:r>
                  <a:rPr lang="ja-JP" altLang="en-US" sz="2400" dirty="0">
                    <a:solidFill>
                      <a:schemeClr val="tx1">
                        <a:lumMod val="90000"/>
                        <a:lumOff val="10000"/>
                      </a:schemeClr>
                    </a:solidFill>
                  </a:rPr>
                  <a:t>ビットしか変化しないようであれば、</a:t>
                </a:r>
                <a:r>
                  <a:rPr lang="en-US" altLang="ja-JP" sz="2400" dirty="0">
                    <a:solidFill>
                      <a:schemeClr val="tx1">
                        <a:lumMod val="90000"/>
                        <a:lumOff val="10000"/>
                      </a:schemeClr>
                    </a:solidFill>
                  </a:rPr>
                  <a:t>2</a:t>
                </a:r>
                <a:r>
                  <a:rPr lang="ja-JP" altLang="en-US" sz="2400" dirty="0">
                    <a:solidFill>
                      <a:schemeClr val="tx1">
                        <a:lumMod val="90000"/>
                        <a:lumOff val="10000"/>
                      </a:schemeClr>
                    </a:solidFill>
                  </a:rPr>
                  <a:t>値化しても問題なくなる</a:t>
                </a:r>
                <a:endParaRPr lang="en-US" altLang="ja-JP" sz="2400" dirty="0">
                  <a:solidFill>
                    <a:schemeClr val="tx1">
                      <a:lumMod val="90000"/>
                      <a:lumOff val="10000"/>
                    </a:schemeClr>
                  </a:solidFill>
                </a:endParaRPr>
              </a:p>
              <a:p>
                <a:r>
                  <a:rPr lang="ja-JP" altLang="en-US" sz="2400" dirty="0">
                    <a:solidFill>
                      <a:schemeClr val="tx1">
                        <a:lumMod val="90000"/>
                        <a:lumOff val="10000"/>
                      </a:schemeClr>
                    </a:solidFill>
                  </a:rPr>
                  <a:t>→差分の傾きの情報のみを</a:t>
                </a:r>
                <a14:m>
                  <m:oMath xmlns:m="http://schemas.openxmlformats.org/officeDocument/2006/math">
                    <m:r>
                      <a:rPr lang="en-US" altLang="ja-JP" sz="2400" b="0" i="1" smtClean="0">
                        <a:solidFill>
                          <a:schemeClr val="tx1">
                            <a:lumMod val="90000"/>
                            <a:lumOff val="10000"/>
                          </a:schemeClr>
                        </a:solidFill>
                        <a:latin typeface="Cambria Math" panose="02040503050406030204" pitchFamily="18" charset="0"/>
                      </a:rPr>
                      <m:t>𝑣</m:t>
                    </m:r>
                  </m:oMath>
                </a14:m>
                <a:r>
                  <a:rPr lang="ja-JP" altLang="en-US" sz="2400" dirty="0">
                    <a:solidFill>
                      <a:schemeClr val="tx1">
                        <a:lumMod val="90000"/>
                        <a:lumOff val="10000"/>
                      </a:schemeClr>
                    </a:solidFill>
                  </a:rPr>
                  <a:t>として圧縮する</a:t>
                </a:r>
                <a:endParaRPr lang="en-US" altLang="ja-JP" sz="2400" dirty="0">
                  <a:solidFill>
                    <a:schemeClr val="tx1">
                      <a:lumMod val="90000"/>
                      <a:lumOff val="10000"/>
                    </a:schemeClr>
                  </a:solidFill>
                </a:endParaRPr>
              </a:p>
              <a:p>
                <a:r>
                  <a:rPr lang="ja-JP" altLang="en-US" sz="2400" dirty="0">
                    <a:solidFill>
                      <a:schemeClr val="tx1">
                        <a:lumMod val="90000"/>
                        <a:lumOff val="10000"/>
                      </a:schemeClr>
                    </a:solidFill>
                  </a:rPr>
                  <a:t>→差分が</a:t>
                </a:r>
                <a:r>
                  <a:rPr lang="en-US" altLang="ja-JP" sz="2400" dirty="0">
                    <a:solidFill>
                      <a:schemeClr val="tx1">
                        <a:lumMod val="90000"/>
                        <a:lumOff val="10000"/>
                      </a:schemeClr>
                    </a:solidFill>
                  </a:rPr>
                  <a:t>1</a:t>
                </a:r>
                <a:r>
                  <a:rPr lang="ja-JP" altLang="en-US" sz="2400" dirty="0">
                    <a:solidFill>
                      <a:schemeClr val="tx1">
                        <a:lumMod val="90000"/>
                        <a:lumOff val="10000"/>
                      </a:schemeClr>
                    </a:solidFill>
                  </a:rPr>
                  <a:t>ビットになるように高速にサンプリングする（オーバーサンプリング）</a:t>
                </a:r>
                <a:endParaRPr lang="en-US" altLang="ja-JP" sz="2400" dirty="0">
                  <a:solidFill>
                    <a:schemeClr val="tx1">
                      <a:lumMod val="90000"/>
                      <a:lumOff val="10000"/>
                    </a:schemeClr>
                  </a:solidFill>
                </a:endParaRPr>
              </a:p>
            </p:txBody>
          </p:sp>
        </mc:Choice>
        <mc:Fallback xmlns="">
          <p:sp>
            <p:nvSpPr>
              <p:cNvPr id="73" name="テキスト ボックス 72">
                <a:extLst>
                  <a:ext uri="{FF2B5EF4-FFF2-40B4-BE49-F238E27FC236}">
                    <a16:creationId xmlns:a16="http://schemas.microsoft.com/office/drawing/2014/main" id="{E9EB2506-CF6F-8EBE-E8E4-C6913FD814B7}"/>
                  </a:ext>
                </a:extLst>
              </p:cNvPr>
              <p:cNvSpPr txBox="1">
                <a:spLocks noRot="1" noChangeAspect="1" noMove="1" noResize="1" noEditPoints="1" noAdjustHandles="1" noChangeArrowheads="1" noChangeShapeType="1" noTextEdit="1"/>
              </p:cNvSpPr>
              <p:nvPr/>
            </p:nvSpPr>
            <p:spPr>
              <a:xfrm>
                <a:off x="334963" y="1846915"/>
                <a:ext cx="10562507" cy="1200329"/>
              </a:xfrm>
              <a:prstGeom prst="rect">
                <a:avLst/>
              </a:prstGeom>
              <a:blipFill>
                <a:blip r:embed="rId2"/>
                <a:stretch>
                  <a:fillRect l="-923" t="-6091" r="-58" b="-11168"/>
                </a:stretch>
              </a:blipFill>
            </p:spPr>
            <p:txBody>
              <a:bodyPr/>
              <a:lstStyle/>
              <a:p>
                <a:r>
                  <a:rPr lang="ja-JP" altLang="en-US">
                    <a:noFill/>
                  </a:rPr>
                  <a:t> </a:t>
                </a:r>
              </a:p>
            </p:txBody>
          </p:sp>
        </mc:Fallback>
      </mc:AlternateContent>
      <p:sp>
        <p:nvSpPr>
          <p:cNvPr id="78" name="平行四辺形 77">
            <a:extLst>
              <a:ext uri="{FF2B5EF4-FFF2-40B4-BE49-F238E27FC236}">
                <a16:creationId xmlns:a16="http://schemas.microsoft.com/office/drawing/2014/main" id="{0024052D-3B83-43F7-4753-24DC59AD2E4E}"/>
              </a:ext>
            </a:extLst>
          </p:cNvPr>
          <p:cNvSpPr/>
          <p:nvPr/>
        </p:nvSpPr>
        <p:spPr>
          <a:xfrm>
            <a:off x="400051" y="3456223"/>
            <a:ext cx="5494463" cy="165947"/>
          </a:xfrm>
          <a:prstGeom prst="parallelogram">
            <a:avLst>
              <a:gd name="adj" fmla="val 57653"/>
            </a:avLst>
          </a:prstGeom>
          <a:solidFill>
            <a:srgbClr val="BFE4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0" name="平行四辺形 79">
            <a:extLst>
              <a:ext uri="{FF2B5EF4-FFF2-40B4-BE49-F238E27FC236}">
                <a16:creationId xmlns:a16="http://schemas.microsoft.com/office/drawing/2014/main" id="{B779EAB1-84AE-FD82-D145-340C6B2DCC42}"/>
              </a:ext>
            </a:extLst>
          </p:cNvPr>
          <p:cNvSpPr/>
          <p:nvPr/>
        </p:nvSpPr>
        <p:spPr>
          <a:xfrm>
            <a:off x="6424486" y="3456223"/>
            <a:ext cx="5494463" cy="165947"/>
          </a:xfrm>
          <a:prstGeom prst="parallelogram">
            <a:avLst>
              <a:gd name="adj" fmla="val 57653"/>
            </a:avLst>
          </a:prstGeom>
          <a:solidFill>
            <a:srgbClr val="BFE4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4" name="テキスト ボックス 73">
            <a:extLst>
              <a:ext uri="{FF2B5EF4-FFF2-40B4-BE49-F238E27FC236}">
                <a16:creationId xmlns:a16="http://schemas.microsoft.com/office/drawing/2014/main" id="{4CB38A0F-D699-D1DB-F547-1C3B84710377}"/>
              </a:ext>
            </a:extLst>
          </p:cNvPr>
          <p:cNvSpPr txBox="1"/>
          <p:nvPr/>
        </p:nvSpPr>
        <p:spPr>
          <a:xfrm>
            <a:off x="639739" y="3160505"/>
            <a:ext cx="2501006" cy="461665"/>
          </a:xfrm>
          <a:prstGeom prst="rect">
            <a:avLst/>
          </a:prstGeom>
          <a:noFill/>
        </p:spPr>
        <p:txBody>
          <a:bodyPr wrap="none" rtlCol="0">
            <a:spAutoFit/>
          </a:bodyPr>
          <a:lstStyle/>
          <a:p>
            <a:pPr algn="l"/>
            <a:r>
              <a:rPr lang="en-US" altLang="ja-JP" sz="2400" dirty="0">
                <a:solidFill>
                  <a:schemeClr val="tx1">
                    <a:lumMod val="90000"/>
                    <a:lumOff val="10000"/>
                  </a:schemeClr>
                </a:solidFill>
              </a:rPr>
              <a:t>Δ</a:t>
            </a:r>
            <a:r>
              <a:rPr lang="ja-JP" altLang="en-US" sz="2400" dirty="0">
                <a:solidFill>
                  <a:schemeClr val="tx1">
                    <a:lumMod val="90000"/>
                    <a:lumOff val="10000"/>
                  </a:schemeClr>
                </a:solidFill>
              </a:rPr>
              <a:t>を使った送信機</a:t>
            </a:r>
            <a:endParaRPr kumimoji="1" lang="ja-JP" altLang="en-US" sz="2400" dirty="0">
              <a:solidFill>
                <a:schemeClr val="tx1">
                  <a:lumMod val="90000"/>
                  <a:lumOff val="10000"/>
                </a:schemeClr>
              </a:solidFill>
            </a:endParaRPr>
          </a:p>
        </p:txBody>
      </p:sp>
      <mc:AlternateContent xmlns:mc="http://schemas.openxmlformats.org/markup-compatibility/2006" xmlns:a14="http://schemas.microsoft.com/office/drawing/2010/main">
        <mc:Choice Requires="a14">
          <p:sp>
            <p:nvSpPr>
              <p:cNvPr id="76" name="テキスト ボックス 75">
                <a:extLst>
                  <a:ext uri="{FF2B5EF4-FFF2-40B4-BE49-F238E27FC236}">
                    <a16:creationId xmlns:a16="http://schemas.microsoft.com/office/drawing/2014/main" id="{F37A90A1-C563-145A-E552-04432B9D4B7D}"/>
                  </a:ext>
                </a:extLst>
              </p:cNvPr>
              <p:cNvSpPr txBox="1"/>
              <p:nvPr/>
            </p:nvSpPr>
            <p:spPr>
              <a:xfrm>
                <a:off x="6711951" y="3160505"/>
                <a:ext cx="2121093" cy="461665"/>
              </a:xfrm>
              <a:prstGeom prst="rect">
                <a:avLst/>
              </a:prstGeom>
              <a:noFill/>
            </p:spPr>
            <p:txBody>
              <a:bodyPr wrap="square">
                <a:spAutoFit/>
              </a:bodyPr>
              <a:lstStyle/>
              <a:p>
                <a14:m>
                  <m:oMath xmlns:m="http://schemas.openxmlformats.org/officeDocument/2006/math">
                    <m:r>
                      <a:rPr lang="en-US" altLang="ja-JP" sz="2400" b="0" i="1" smtClean="0">
                        <a:solidFill>
                          <a:schemeClr val="tx1">
                            <a:lumMod val="90000"/>
                            <a:lumOff val="10000"/>
                          </a:schemeClr>
                        </a:solidFill>
                        <a:latin typeface="Cambria Math" panose="02040503050406030204" pitchFamily="18" charset="0"/>
                      </a:rPr>
                      <m:t>𝑣</m:t>
                    </m:r>
                    <m:r>
                      <a:rPr lang="ja-JP" altLang="en-US" sz="2400" i="1">
                        <a:solidFill>
                          <a:schemeClr val="tx1">
                            <a:lumMod val="90000"/>
                            <a:lumOff val="10000"/>
                          </a:schemeClr>
                        </a:solidFill>
                        <a:latin typeface="Cambria Math" panose="02040503050406030204" pitchFamily="18" charset="0"/>
                      </a:rPr>
                      <m:t>の</m:t>
                    </m:r>
                  </m:oMath>
                </a14:m>
                <a:r>
                  <a:rPr lang="ja-JP" altLang="en-US" sz="2400" dirty="0"/>
                  <a:t>取りうる値</a:t>
                </a:r>
              </a:p>
            </p:txBody>
          </p:sp>
        </mc:Choice>
        <mc:Fallback xmlns="">
          <p:sp>
            <p:nvSpPr>
              <p:cNvPr id="76" name="テキスト ボックス 75">
                <a:extLst>
                  <a:ext uri="{FF2B5EF4-FFF2-40B4-BE49-F238E27FC236}">
                    <a16:creationId xmlns:a16="http://schemas.microsoft.com/office/drawing/2014/main" id="{F37A90A1-C563-145A-E552-04432B9D4B7D}"/>
                  </a:ext>
                </a:extLst>
              </p:cNvPr>
              <p:cNvSpPr txBox="1">
                <a:spLocks noRot="1" noChangeAspect="1" noMove="1" noResize="1" noEditPoints="1" noAdjustHandles="1" noChangeArrowheads="1" noChangeShapeType="1" noTextEdit="1"/>
              </p:cNvSpPr>
              <p:nvPr/>
            </p:nvSpPr>
            <p:spPr>
              <a:xfrm>
                <a:off x="6711951" y="3160505"/>
                <a:ext cx="2121093" cy="461665"/>
              </a:xfrm>
              <a:prstGeom prst="rect">
                <a:avLst/>
              </a:prstGeom>
              <a:blipFill>
                <a:blip r:embed="rId3"/>
                <a:stretch>
                  <a:fillRect t="-15789" r="-3736" b="-23684"/>
                </a:stretch>
              </a:blipFill>
            </p:spPr>
            <p:txBody>
              <a:bodyPr/>
              <a:lstStyle/>
              <a:p>
                <a:r>
                  <a:rPr lang="ja-JP" altLang="en-US">
                    <a:noFill/>
                  </a:rPr>
                  <a:t> </a:t>
                </a:r>
              </a:p>
            </p:txBody>
          </p:sp>
        </mc:Fallback>
      </mc:AlternateContent>
      <p:cxnSp>
        <p:nvCxnSpPr>
          <p:cNvPr id="82" name="直線矢印コネクタ 81">
            <a:extLst>
              <a:ext uri="{FF2B5EF4-FFF2-40B4-BE49-F238E27FC236}">
                <a16:creationId xmlns:a16="http://schemas.microsoft.com/office/drawing/2014/main" id="{B179C0F7-ACBF-9E20-608C-4A323C115D0A}"/>
              </a:ext>
            </a:extLst>
          </p:cNvPr>
          <p:cNvCxnSpPr>
            <a:cxnSpLocks/>
          </p:cNvCxnSpPr>
          <p:nvPr/>
        </p:nvCxnSpPr>
        <p:spPr>
          <a:xfrm>
            <a:off x="7172523" y="4973715"/>
            <a:ext cx="1681579"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84" name="直線矢印コネクタ 83">
            <a:extLst>
              <a:ext uri="{FF2B5EF4-FFF2-40B4-BE49-F238E27FC236}">
                <a16:creationId xmlns:a16="http://schemas.microsoft.com/office/drawing/2014/main" id="{445BF1AA-DF8B-7865-E2A8-760142E21B66}"/>
              </a:ext>
            </a:extLst>
          </p:cNvPr>
          <p:cNvCxnSpPr>
            <a:cxnSpLocks/>
          </p:cNvCxnSpPr>
          <p:nvPr/>
        </p:nvCxnSpPr>
        <p:spPr>
          <a:xfrm flipV="1">
            <a:off x="7300093" y="4039891"/>
            <a:ext cx="0" cy="1078584"/>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99" name="テキスト ボックス 98">
            <a:extLst>
              <a:ext uri="{FF2B5EF4-FFF2-40B4-BE49-F238E27FC236}">
                <a16:creationId xmlns:a16="http://schemas.microsoft.com/office/drawing/2014/main" id="{27178EF5-EC3F-2F9C-1E5E-6C4CB1E12526}"/>
              </a:ext>
            </a:extLst>
          </p:cNvPr>
          <p:cNvSpPr txBox="1"/>
          <p:nvPr/>
        </p:nvSpPr>
        <p:spPr>
          <a:xfrm>
            <a:off x="9030861" y="3870614"/>
            <a:ext cx="1596912" cy="338554"/>
          </a:xfrm>
          <a:prstGeom prst="rect">
            <a:avLst/>
          </a:prstGeom>
          <a:noFill/>
        </p:spPr>
        <p:txBody>
          <a:bodyPr wrap="none" rtlCol="0">
            <a:spAutoFit/>
          </a:bodyPr>
          <a:lstStyle/>
          <a:p>
            <a:pPr algn="l"/>
            <a:r>
              <a:rPr kumimoji="1" lang="ja-JP" altLang="en-US" sz="1600" dirty="0">
                <a:solidFill>
                  <a:schemeClr val="tx1">
                    <a:lumMod val="90000"/>
                    <a:lumOff val="10000"/>
                  </a:schemeClr>
                </a:solidFill>
              </a:rPr>
              <a:t>傾きが正になる</a:t>
            </a:r>
          </a:p>
        </p:txBody>
      </p:sp>
      <mc:AlternateContent xmlns:mc="http://schemas.openxmlformats.org/markup-compatibility/2006" xmlns:a14="http://schemas.microsoft.com/office/drawing/2010/main">
        <mc:Choice Requires="a14">
          <p:sp>
            <p:nvSpPr>
              <p:cNvPr id="116" name="テキスト ボックス 115">
                <a:extLst>
                  <a:ext uri="{FF2B5EF4-FFF2-40B4-BE49-F238E27FC236}">
                    <a16:creationId xmlns:a16="http://schemas.microsoft.com/office/drawing/2014/main" id="{2428F139-F2A3-B25F-05E5-1AD936588DF0}"/>
                  </a:ext>
                </a:extLst>
              </p:cNvPr>
              <p:cNvSpPr txBox="1"/>
              <p:nvPr/>
            </p:nvSpPr>
            <p:spPr>
              <a:xfrm>
                <a:off x="9358397" y="4353566"/>
                <a:ext cx="830805" cy="369332"/>
              </a:xfrm>
              <a:prstGeom prst="rect">
                <a:avLst/>
              </a:prstGeom>
              <a:noFill/>
            </p:spPr>
            <p:txBody>
              <a:bodyPr wrap="none" lIns="0" tIns="0" rIns="0" bIns="0" rtlCol="0">
                <a:spAutoFit/>
              </a:bodyPr>
              <a:lstStyle/>
              <a:p>
                <a:pPr algn="l"/>
                <a14:m>
                  <m:oMathPara xmlns:m="http://schemas.openxmlformats.org/officeDocument/2006/math">
                    <m:oMath>
                      <m:r>
                        <a:rPr kumimoji="1" lang="en-US" altLang="ja-JP" sz="2400" b="0" i="1" smtClean="0">
                          <a:solidFill>
                            <a:schemeClr val="tx1">
                              <a:lumMod val="90000"/>
                              <a:lumOff val="10000"/>
                            </a:schemeClr>
                          </a:solidFill>
                          <a:latin typeface="Cambria Math" panose="02040503050406030204" pitchFamily="18" charset="0"/>
                        </a:rPr>
                        <m:t>𝑣</m:t>
                      </m:r>
                      <m:r>
                        <a:rPr kumimoji="1" lang="en-US" altLang="ja-JP" sz="2400" b="0" i="1" smtClean="0">
                          <a:solidFill>
                            <a:schemeClr val="tx1">
                              <a:lumMod val="90000"/>
                              <a:lumOff val="10000"/>
                            </a:schemeClr>
                          </a:solidFill>
                          <a:latin typeface="Cambria Math" panose="02040503050406030204" pitchFamily="18" charset="0"/>
                        </a:rPr>
                        <m:t>=1</m:t>
                      </m:r>
                    </m:oMath>
                  </m:oMathPara>
                </a14:m>
                <a:endParaRPr kumimoji="1" lang="ja-JP" altLang="en-US" sz="2400" dirty="0">
                  <a:solidFill>
                    <a:schemeClr val="tx1">
                      <a:lumMod val="90000"/>
                      <a:lumOff val="10000"/>
                    </a:schemeClr>
                  </a:solidFill>
                </a:endParaRPr>
              </a:p>
            </p:txBody>
          </p:sp>
        </mc:Choice>
        <mc:Fallback xmlns="">
          <p:sp>
            <p:nvSpPr>
              <p:cNvPr id="116" name="テキスト ボックス 115">
                <a:extLst>
                  <a:ext uri="{FF2B5EF4-FFF2-40B4-BE49-F238E27FC236}">
                    <a16:creationId xmlns:a16="http://schemas.microsoft.com/office/drawing/2014/main" id="{2428F139-F2A3-B25F-05E5-1AD936588DF0}"/>
                  </a:ext>
                </a:extLst>
              </p:cNvPr>
              <p:cNvSpPr txBox="1">
                <a:spLocks noRot="1" noChangeAspect="1" noMove="1" noResize="1" noEditPoints="1" noAdjustHandles="1" noChangeArrowheads="1" noChangeShapeType="1" noTextEdit="1"/>
              </p:cNvSpPr>
              <p:nvPr/>
            </p:nvSpPr>
            <p:spPr>
              <a:xfrm>
                <a:off x="9358397" y="4353566"/>
                <a:ext cx="830805" cy="369332"/>
              </a:xfrm>
              <a:prstGeom prst="rect">
                <a:avLst/>
              </a:prstGeom>
              <a:blipFill>
                <a:blip r:embed="rId4"/>
                <a:stretch>
                  <a:fillRect l="-3676" r="-8088" b="-9836"/>
                </a:stretch>
              </a:blipFill>
            </p:spPr>
            <p:txBody>
              <a:bodyPr/>
              <a:lstStyle/>
              <a:p>
                <a:r>
                  <a:rPr lang="ja-JP" altLang="en-US">
                    <a:noFill/>
                  </a:rPr>
                  <a:t> </a:t>
                </a:r>
              </a:p>
            </p:txBody>
          </p:sp>
        </mc:Fallback>
      </mc:AlternateContent>
      <p:sp>
        <p:nvSpPr>
          <p:cNvPr id="117" name="テキスト ボックス 116">
            <a:extLst>
              <a:ext uri="{FF2B5EF4-FFF2-40B4-BE49-F238E27FC236}">
                <a16:creationId xmlns:a16="http://schemas.microsoft.com/office/drawing/2014/main" id="{62FCE210-0CE8-5956-3706-406897C87543}"/>
              </a:ext>
            </a:extLst>
          </p:cNvPr>
          <p:cNvSpPr txBox="1"/>
          <p:nvPr/>
        </p:nvSpPr>
        <p:spPr>
          <a:xfrm>
            <a:off x="10589781" y="4363941"/>
            <a:ext cx="376706" cy="369332"/>
          </a:xfrm>
          <a:prstGeom prst="rect">
            <a:avLst/>
          </a:prstGeom>
          <a:noFill/>
        </p:spPr>
        <p:txBody>
          <a:bodyPr wrap="none" lIns="0" tIns="0" rIns="0" bIns="0" rtlCol="0">
            <a:spAutoFit/>
          </a:bodyPr>
          <a:lstStyle/>
          <a:p>
            <a:pPr algn="l"/>
            <a:r>
              <a:rPr kumimoji="1" lang="en-US" altLang="ja-JP" sz="2400" dirty="0">
                <a:solidFill>
                  <a:schemeClr val="tx1">
                    <a:lumMod val="90000"/>
                    <a:lumOff val="10000"/>
                  </a:schemeClr>
                </a:solidFill>
              </a:rPr>
              <a:t>(1)</a:t>
            </a:r>
            <a:endParaRPr kumimoji="1" lang="ja-JP" altLang="en-US" sz="2400" dirty="0">
              <a:solidFill>
                <a:schemeClr val="tx1">
                  <a:lumMod val="90000"/>
                  <a:lumOff val="10000"/>
                </a:schemeClr>
              </a:solidFill>
            </a:endParaRPr>
          </a:p>
        </p:txBody>
      </p:sp>
      <mc:AlternateContent xmlns:mc="http://schemas.openxmlformats.org/markup-compatibility/2006" xmlns:a14="http://schemas.microsoft.com/office/drawing/2010/main">
        <mc:Choice Requires="a14">
          <p:sp>
            <p:nvSpPr>
              <p:cNvPr id="118" name="テキスト ボックス 117">
                <a:extLst>
                  <a:ext uri="{FF2B5EF4-FFF2-40B4-BE49-F238E27FC236}">
                    <a16:creationId xmlns:a16="http://schemas.microsoft.com/office/drawing/2014/main" id="{FD7A0E0D-1613-2F04-2ED6-292A55AE28D2}"/>
                  </a:ext>
                </a:extLst>
              </p:cNvPr>
              <p:cNvSpPr txBox="1"/>
              <p:nvPr/>
            </p:nvSpPr>
            <p:spPr>
              <a:xfrm>
                <a:off x="9358397" y="5929397"/>
                <a:ext cx="830805" cy="369332"/>
              </a:xfrm>
              <a:prstGeom prst="rect">
                <a:avLst/>
              </a:prstGeom>
              <a:noFill/>
            </p:spPr>
            <p:txBody>
              <a:bodyPr wrap="none" lIns="0" tIns="0" rIns="0" bIns="0" rtlCol="0">
                <a:spAutoFit/>
              </a:bodyPr>
              <a:lstStyle/>
              <a:p>
                <a:pPr algn="l"/>
                <a14:m>
                  <m:oMathPara xmlns:m="http://schemas.openxmlformats.org/officeDocument/2006/math">
                    <m:oMath>
                      <m:r>
                        <a:rPr kumimoji="1" lang="en-US" altLang="ja-JP" sz="2400" b="0" i="1" smtClean="0">
                          <a:solidFill>
                            <a:schemeClr val="tx1">
                              <a:lumMod val="90000"/>
                              <a:lumOff val="10000"/>
                            </a:schemeClr>
                          </a:solidFill>
                          <a:latin typeface="Cambria Math" panose="02040503050406030204" pitchFamily="18" charset="0"/>
                        </a:rPr>
                        <m:t>𝑣</m:t>
                      </m:r>
                      <m:r>
                        <a:rPr kumimoji="1" lang="en-US" altLang="ja-JP" sz="2400" b="0" i="1" smtClean="0">
                          <a:solidFill>
                            <a:schemeClr val="tx1">
                              <a:lumMod val="90000"/>
                              <a:lumOff val="10000"/>
                            </a:schemeClr>
                          </a:solidFill>
                          <a:latin typeface="Cambria Math" panose="02040503050406030204" pitchFamily="18" charset="0"/>
                        </a:rPr>
                        <m:t>=0</m:t>
                      </m:r>
                    </m:oMath>
                  </m:oMathPara>
                </a14:m>
                <a:endParaRPr kumimoji="1" lang="ja-JP" altLang="en-US" sz="2400" dirty="0">
                  <a:solidFill>
                    <a:schemeClr val="tx1">
                      <a:lumMod val="90000"/>
                      <a:lumOff val="10000"/>
                    </a:schemeClr>
                  </a:solidFill>
                </a:endParaRPr>
              </a:p>
            </p:txBody>
          </p:sp>
        </mc:Choice>
        <mc:Fallback xmlns="">
          <p:sp>
            <p:nvSpPr>
              <p:cNvPr id="118" name="テキスト ボックス 117">
                <a:extLst>
                  <a:ext uri="{FF2B5EF4-FFF2-40B4-BE49-F238E27FC236}">
                    <a16:creationId xmlns:a16="http://schemas.microsoft.com/office/drawing/2014/main" id="{FD7A0E0D-1613-2F04-2ED6-292A55AE28D2}"/>
                  </a:ext>
                </a:extLst>
              </p:cNvPr>
              <p:cNvSpPr txBox="1">
                <a:spLocks noRot="1" noChangeAspect="1" noMove="1" noResize="1" noEditPoints="1" noAdjustHandles="1" noChangeArrowheads="1" noChangeShapeType="1" noTextEdit="1"/>
              </p:cNvSpPr>
              <p:nvPr/>
            </p:nvSpPr>
            <p:spPr>
              <a:xfrm>
                <a:off x="9358397" y="5929397"/>
                <a:ext cx="830805" cy="369332"/>
              </a:xfrm>
              <a:prstGeom prst="rect">
                <a:avLst/>
              </a:prstGeom>
              <a:blipFill>
                <a:blip r:embed="rId5"/>
                <a:stretch>
                  <a:fillRect l="-3676" r="-8088" b="-10000"/>
                </a:stretch>
              </a:blipFill>
            </p:spPr>
            <p:txBody>
              <a:bodyPr/>
              <a:lstStyle/>
              <a:p>
                <a:r>
                  <a:rPr lang="ja-JP" altLang="en-US">
                    <a:noFill/>
                  </a:rPr>
                  <a:t> </a:t>
                </a:r>
              </a:p>
            </p:txBody>
          </p:sp>
        </mc:Fallback>
      </mc:AlternateContent>
      <p:sp>
        <p:nvSpPr>
          <p:cNvPr id="119" name="テキスト ボックス 118">
            <a:extLst>
              <a:ext uri="{FF2B5EF4-FFF2-40B4-BE49-F238E27FC236}">
                <a16:creationId xmlns:a16="http://schemas.microsoft.com/office/drawing/2014/main" id="{42F4CBE5-CAE9-8028-8182-29C13EFB2FFC}"/>
              </a:ext>
            </a:extLst>
          </p:cNvPr>
          <p:cNvSpPr txBox="1"/>
          <p:nvPr/>
        </p:nvSpPr>
        <p:spPr>
          <a:xfrm>
            <a:off x="10589781" y="5939772"/>
            <a:ext cx="479298" cy="369332"/>
          </a:xfrm>
          <a:prstGeom prst="rect">
            <a:avLst/>
          </a:prstGeom>
          <a:noFill/>
        </p:spPr>
        <p:txBody>
          <a:bodyPr wrap="none" lIns="0" tIns="0" rIns="0" bIns="0" rtlCol="0">
            <a:spAutoFit/>
          </a:bodyPr>
          <a:lstStyle/>
          <a:p>
            <a:pPr algn="l"/>
            <a:r>
              <a:rPr kumimoji="1" lang="en-US" altLang="ja-JP" sz="2400" dirty="0">
                <a:solidFill>
                  <a:schemeClr val="tx1">
                    <a:lumMod val="90000"/>
                    <a:lumOff val="10000"/>
                  </a:schemeClr>
                </a:solidFill>
              </a:rPr>
              <a:t>(-1)</a:t>
            </a:r>
            <a:endParaRPr kumimoji="1" lang="ja-JP" altLang="en-US" sz="2400" dirty="0">
              <a:solidFill>
                <a:schemeClr val="tx1">
                  <a:lumMod val="90000"/>
                  <a:lumOff val="10000"/>
                </a:schemeClr>
              </a:solidFill>
            </a:endParaRPr>
          </a:p>
        </p:txBody>
      </p:sp>
      <p:sp>
        <p:nvSpPr>
          <p:cNvPr id="120" name="テキスト ボックス 119">
            <a:extLst>
              <a:ext uri="{FF2B5EF4-FFF2-40B4-BE49-F238E27FC236}">
                <a16:creationId xmlns:a16="http://schemas.microsoft.com/office/drawing/2014/main" id="{B621E99E-8AB0-F1D8-8172-BA76F23437D5}"/>
              </a:ext>
            </a:extLst>
          </p:cNvPr>
          <p:cNvSpPr txBox="1"/>
          <p:nvPr/>
        </p:nvSpPr>
        <p:spPr>
          <a:xfrm>
            <a:off x="9030861" y="5404745"/>
            <a:ext cx="1592103" cy="338554"/>
          </a:xfrm>
          <a:prstGeom prst="rect">
            <a:avLst/>
          </a:prstGeom>
          <a:noFill/>
        </p:spPr>
        <p:txBody>
          <a:bodyPr wrap="none" rtlCol="0">
            <a:spAutoFit/>
          </a:bodyPr>
          <a:lstStyle/>
          <a:p>
            <a:pPr algn="l"/>
            <a:r>
              <a:rPr kumimoji="1" lang="ja-JP" altLang="en-US" sz="1600" dirty="0">
                <a:solidFill>
                  <a:schemeClr val="tx1">
                    <a:lumMod val="90000"/>
                    <a:lumOff val="10000"/>
                  </a:schemeClr>
                </a:solidFill>
              </a:rPr>
              <a:t>傾きが</a:t>
            </a:r>
            <a:r>
              <a:rPr lang="ja-JP" altLang="en-US" sz="1600" dirty="0">
                <a:solidFill>
                  <a:schemeClr val="tx1">
                    <a:lumMod val="90000"/>
                    <a:lumOff val="10000"/>
                  </a:schemeClr>
                </a:solidFill>
              </a:rPr>
              <a:t>負</a:t>
            </a:r>
            <a:r>
              <a:rPr kumimoji="1" lang="ja-JP" altLang="en-US" sz="1600" dirty="0">
                <a:solidFill>
                  <a:schemeClr val="tx1">
                    <a:lumMod val="90000"/>
                    <a:lumOff val="10000"/>
                  </a:schemeClr>
                </a:solidFill>
              </a:rPr>
              <a:t>になる</a:t>
            </a:r>
          </a:p>
        </p:txBody>
      </p:sp>
      <p:grpSp>
        <p:nvGrpSpPr>
          <p:cNvPr id="138" name="グループ化 137">
            <a:extLst>
              <a:ext uri="{FF2B5EF4-FFF2-40B4-BE49-F238E27FC236}">
                <a16:creationId xmlns:a16="http://schemas.microsoft.com/office/drawing/2014/main" id="{62DC4C48-A141-E4E8-1ADC-57D5E88512C8}"/>
              </a:ext>
            </a:extLst>
          </p:cNvPr>
          <p:cNvGrpSpPr/>
          <p:nvPr/>
        </p:nvGrpSpPr>
        <p:grpSpPr>
          <a:xfrm>
            <a:off x="658813" y="3896378"/>
            <a:ext cx="4974466" cy="2428071"/>
            <a:chOff x="658813" y="3896378"/>
            <a:chExt cx="4974466" cy="2428071"/>
          </a:xfrm>
        </p:grpSpPr>
        <mc:AlternateContent xmlns:mc="http://schemas.openxmlformats.org/markup-compatibility/2006" xmlns:a14="http://schemas.microsoft.com/office/drawing/2010/main">
          <mc:Choice Requires="a14">
            <p:sp>
              <p:nvSpPr>
                <p:cNvPr id="8" name="テキスト ボックス 7">
                  <a:extLst>
                    <a:ext uri="{FF2B5EF4-FFF2-40B4-BE49-F238E27FC236}">
                      <a16:creationId xmlns:a16="http://schemas.microsoft.com/office/drawing/2014/main" id="{51FE5ADB-465E-245A-42B5-62BA6AB18F52}"/>
                    </a:ext>
                  </a:extLst>
                </p:cNvPr>
                <p:cNvSpPr txBox="1"/>
                <p:nvPr/>
              </p:nvSpPr>
              <p:spPr>
                <a:xfrm>
                  <a:off x="658813" y="4168912"/>
                  <a:ext cx="269112" cy="369332"/>
                </a:xfrm>
                <a:prstGeom prst="rect">
                  <a:avLst/>
                </a:prstGeom>
                <a:noFill/>
              </p:spPr>
              <p:txBody>
                <a:bodyPr wrap="none" lIns="0" tIns="0" rIns="0" bIns="0" rtlCol="0">
                  <a:spAutoFit/>
                </a:bodyPr>
                <a:lstStyle/>
                <a:p>
                  <a:pPr algn="l"/>
                  <a14:m>
                    <m:oMathPara xmlns:m="http://schemas.openxmlformats.org/officeDocument/2006/math">
                      <m:oMath>
                        <m:r>
                          <a:rPr kumimoji="1" lang="en-US" altLang="ja-JP" sz="2400" b="0" i="1" smtClean="0">
                            <a:solidFill>
                              <a:schemeClr val="tx1">
                                <a:lumMod val="90000"/>
                                <a:lumOff val="10000"/>
                              </a:schemeClr>
                            </a:solidFill>
                            <a:latin typeface="Cambria Math" panose="02040503050406030204" pitchFamily="18" charset="0"/>
                          </a:rPr>
                          <m:t>𝑢</m:t>
                        </m:r>
                      </m:oMath>
                    </m:oMathPara>
                  </a14:m>
                  <a:endParaRPr kumimoji="1" lang="ja-JP" altLang="en-US" sz="2400" dirty="0">
                    <a:solidFill>
                      <a:schemeClr val="tx1">
                        <a:lumMod val="90000"/>
                        <a:lumOff val="10000"/>
                      </a:schemeClr>
                    </a:solidFill>
                  </a:endParaRPr>
                </a:p>
              </p:txBody>
            </p:sp>
          </mc:Choice>
          <mc:Fallback xmlns="">
            <p:sp>
              <p:nvSpPr>
                <p:cNvPr id="8" name="テキスト ボックス 7">
                  <a:extLst>
                    <a:ext uri="{FF2B5EF4-FFF2-40B4-BE49-F238E27FC236}">
                      <a16:creationId xmlns:a16="http://schemas.microsoft.com/office/drawing/2014/main" id="{51FE5ADB-465E-245A-42B5-62BA6AB18F52}"/>
                    </a:ext>
                  </a:extLst>
                </p:cNvPr>
                <p:cNvSpPr txBox="1">
                  <a:spLocks noRot="1" noChangeAspect="1" noMove="1" noResize="1" noEditPoints="1" noAdjustHandles="1" noChangeArrowheads="1" noChangeShapeType="1" noTextEdit="1"/>
                </p:cNvSpPr>
                <p:nvPr/>
              </p:nvSpPr>
              <p:spPr>
                <a:xfrm>
                  <a:off x="658813" y="4168912"/>
                  <a:ext cx="269112" cy="369332"/>
                </a:xfrm>
                <a:prstGeom prst="rect">
                  <a:avLst/>
                </a:prstGeom>
                <a:blipFill>
                  <a:blip r:embed="rId6"/>
                  <a:stretch>
                    <a:fillRect l="-11364" r="-11364" b="-1667"/>
                  </a:stretch>
                </a:blipFill>
              </p:spPr>
              <p:txBody>
                <a:bodyPr/>
                <a:lstStyle/>
                <a:p>
                  <a:r>
                    <a:rPr lang="ja-JP" altLang="en-US">
                      <a:noFill/>
                    </a:rPr>
                    <a:t> </a:t>
                  </a:r>
                </a:p>
              </p:txBody>
            </p:sp>
          </mc:Fallback>
        </mc:AlternateContent>
        <p:cxnSp>
          <p:nvCxnSpPr>
            <p:cNvPr id="9" name="直線コネクタ 8">
              <a:extLst>
                <a:ext uri="{FF2B5EF4-FFF2-40B4-BE49-F238E27FC236}">
                  <a16:creationId xmlns:a16="http://schemas.microsoft.com/office/drawing/2014/main" id="{05EEB193-5B36-E1E0-A213-42B8E7430AA6}"/>
                </a:ext>
              </a:extLst>
            </p:cNvPr>
            <p:cNvCxnSpPr>
              <a:cxnSpLocks/>
              <a:stCxn id="8" idx="3"/>
              <a:endCxn id="15" idx="2"/>
            </p:cNvCxnSpPr>
            <p:nvPr/>
          </p:nvCxnSpPr>
          <p:spPr>
            <a:xfrm>
              <a:off x="927925" y="4353578"/>
              <a:ext cx="2569313" cy="0"/>
            </a:xfrm>
            <a:prstGeom prst="line">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5" name="楕円 14">
              <a:extLst>
                <a:ext uri="{FF2B5EF4-FFF2-40B4-BE49-F238E27FC236}">
                  <a16:creationId xmlns:a16="http://schemas.microsoft.com/office/drawing/2014/main" id="{1326FAEF-53F5-FAD3-5F4B-F679D5D7007C}"/>
                </a:ext>
              </a:extLst>
            </p:cNvPr>
            <p:cNvSpPr/>
            <p:nvPr/>
          </p:nvSpPr>
          <p:spPr>
            <a:xfrm>
              <a:off x="3497238" y="4293253"/>
              <a:ext cx="120650" cy="120650"/>
            </a:xfrm>
            <a:prstGeom prst="ellipse">
              <a:avLst/>
            </a:prstGeom>
            <a:noFill/>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kumimoji="1" lang="ja-JP" altLang="en-US"/>
            </a:p>
          </p:txBody>
        </p:sp>
        <p:cxnSp>
          <p:nvCxnSpPr>
            <p:cNvPr id="17" name="直線コネクタ 16">
              <a:extLst>
                <a:ext uri="{FF2B5EF4-FFF2-40B4-BE49-F238E27FC236}">
                  <a16:creationId xmlns:a16="http://schemas.microsoft.com/office/drawing/2014/main" id="{D20AB5AA-F089-0930-CE50-C2FB176CF81E}"/>
                </a:ext>
              </a:extLst>
            </p:cNvPr>
            <p:cNvCxnSpPr>
              <a:cxnSpLocks/>
              <a:stCxn id="15" idx="6"/>
              <a:endCxn id="57" idx="1"/>
            </p:cNvCxnSpPr>
            <p:nvPr/>
          </p:nvCxnSpPr>
          <p:spPr>
            <a:xfrm>
              <a:off x="3617888" y="4353578"/>
              <a:ext cx="616159" cy="0"/>
            </a:xfrm>
            <a:prstGeom prst="line">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6" name="コネクタ: カギ線 25">
              <a:extLst>
                <a:ext uri="{FF2B5EF4-FFF2-40B4-BE49-F238E27FC236}">
                  <a16:creationId xmlns:a16="http://schemas.microsoft.com/office/drawing/2014/main" id="{9BAE666E-51D9-0C00-FD88-D89EFFB626B7}"/>
                </a:ext>
              </a:extLst>
            </p:cNvPr>
            <p:cNvCxnSpPr>
              <a:cxnSpLocks/>
              <a:stCxn id="8" idx="3"/>
              <a:endCxn id="126" idx="1"/>
            </p:cNvCxnSpPr>
            <p:nvPr/>
          </p:nvCxnSpPr>
          <p:spPr>
            <a:xfrm>
              <a:off x="927925" y="4353578"/>
              <a:ext cx="755008" cy="1066908"/>
            </a:xfrm>
            <a:prstGeom prst="bentConnector3">
              <a:avLst>
                <a:gd name="adj1" fmla="val 50000"/>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38" name="コネクタ: カギ線 37">
              <a:extLst>
                <a:ext uri="{FF2B5EF4-FFF2-40B4-BE49-F238E27FC236}">
                  <a16:creationId xmlns:a16="http://schemas.microsoft.com/office/drawing/2014/main" id="{00F3F12E-C35F-3F82-D39F-E61C15058BF7}"/>
                </a:ext>
              </a:extLst>
            </p:cNvPr>
            <p:cNvCxnSpPr>
              <a:cxnSpLocks/>
              <a:stCxn id="41" idx="0"/>
              <a:endCxn id="15" idx="4"/>
            </p:cNvCxnSpPr>
            <p:nvPr/>
          </p:nvCxnSpPr>
          <p:spPr>
            <a:xfrm flipV="1">
              <a:off x="3258609" y="4413903"/>
              <a:ext cx="298954" cy="1006584"/>
            </a:xfrm>
            <a:prstGeom prst="bentConnector2">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grpSp>
          <p:nvGrpSpPr>
            <p:cNvPr id="43" name="グループ化 42">
              <a:extLst>
                <a:ext uri="{FF2B5EF4-FFF2-40B4-BE49-F238E27FC236}">
                  <a16:creationId xmlns:a16="http://schemas.microsoft.com/office/drawing/2014/main" id="{DB578507-546E-AD27-493C-6178E848AF89}"/>
                </a:ext>
              </a:extLst>
            </p:cNvPr>
            <p:cNvGrpSpPr/>
            <p:nvPr/>
          </p:nvGrpSpPr>
          <p:grpSpPr>
            <a:xfrm>
              <a:off x="2679603" y="5087160"/>
              <a:ext cx="579005" cy="666654"/>
              <a:chOff x="3633715" y="4527650"/>
              <a:chExt cx="579005" cy="666654"/>
            </a:xfrm>
          </p:grpSpPr>
          <p:sp>
            <p:nvSpPr>
              <p:cNvPr id="41" name="二等辺三角形 40">
                <a:extLst>
                  <a:ext uri="{FF2B5EF4-FFF2-40B4-BE49-F238E27FC236}">
                    <a16:creationId xmlns:a16="http://schemas.microsoft.com/office/drawing/2014/main" id="{031203D6-FF3F-8A16-7483-D028FE9A027C}"/>
                  </a:ext>
                </a:extLst>
              </p:cNvPr>
              <p:cNvSpPr/>
              <p:nvPr/>
            </p:nvSpPr>
            <p:spPr>
              <a:xfrm rot="5400000">
                <a:off x="3589891" y="4571474"/>
                <a:ext cx="666654" cy="579005"/>
              </a:xfrm>
              <a:prstGeom prst="triangle">
                <a:avLst/>
              </a:prstGeom>
              <a:noFill/>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vert="vert270" rtlCol="0" anchor="ctr"/>
              <a:lstStyle/>
              <a:p>
                <a:pPr algn="ctr"/>
                <a:endParaRPr kumimoji="1" lang="ja-JP" altLang="en-US" sz="1050" dirty="0"/>
              </a:p>
            </p:txBody>
          </p:sp>
          <p:sp>
            <p:nvSpPr>
              <p:cNvPr id="42" name="テキスト ボックス 41">
                <a:extLst>
                  <a:ext uri="{FF2B5EF4-FFF2-40B4-BE49-F238E27FC236}">
                    <a16:creationId xmlns:a16="http://schemas.microsoft.com/office/drawing/2014/main" id="{7556008F-3C3A-F971-B263-47C9ED2981E0}"/>
                  </a:ext>
                </a:extLst>
              </p:cNvPr>
              <p:cNvSpPr txBox="1"/>
              <p:nvPr/>
            </p:nvSpPr>
            <p:spPr>
              <a:xfrm>
                <a:off x="3664430" y="4722477"/>
                <a:ext cx="394339" cy="276999"/>
              </a:xfrm>
              <a:prstGeom prst="rect">
                <a:avLst/>
              </a:prstGeom>
              <a:noFill/>
            </p:spPr>
            <p:txBody>
              <a:bodyPr wrap="none" lIns="0" tIns="0" rIns="0" bIns="0" rtlCol="0">
                <a:spAutoFit/>
              </a:bodyPr>
              <a:lstStyle/>
              <a:p>
                <a:r>
                  <a:rPr lang="ja-JP" altLang="en-US" dirty="0"/>
                  <a:t>✕</a:t>
                </a:r>
                <a:r>
                  <a:rPr lang="en-US" altLang="ja-JP" dirty="0"/>
                  <a:t>-1</a:t>
                </a:r>
                <a:endParaRPr lang="ja-JP" altLang="en-US" dirty="0"/>
              </a:p>
            </p:txBody>
          </p:sp>
        </p:grpSp>
        <p:cxnSp>
          <p:nvCxnSpPr>
            <p:cNvPr id="47" name="直線コネクタ 46">
              <a:extLst>
                <a:ext uri="{FF2B5EF4-FFF2-40B4-BE49-F238E27FC236}">
                  <a16:creationId xmlns:a16="http://schemas.microsoft.com/office/drawing/2014/main" id="{712CE189-80D0-D8BF-A5A0-225CD6F87B9F}"/>
                </a:ext>
              </a:extLst>
            </p:cNvPr>
            <p:cNvCxnSpPr>
              <a:cxnSpLocks/>
              <a:stCxn id="126" idx="3"/>
              <a:endCxn id="41" idx="3"/>
            </p:cNvCxnSpPr>
            <p:nvPr/>
          </p:nvCxnSpPr>
          <p:spPr>
            <a:xfrm>
              <a:off x="2345873" y="5420486"/>
              <a:ext cx="333731" cy="1"/>
            </a:xfrm>
            <a:prstGeom prst="line">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55" name="テキスト ボックス 54">
              <a:extLst>
                <a:ext uri="{FF2B5EF4-FFF2-40B4-BE49-F238E27FC236}">
                  <a16:creationId xmlns:a16="http://schemas.microsoft.com/office/drawing/2014/main" id="{1B74405A-C40B-2AF0-398D-E533C38CA687}"/>
                </a:ext>
              </a:extLst>
            </p:cNvPr>
            <p:cNvSpPr txBox="1"/>
            <p:nvPr/>
          </p:nvSpPr>
          <p:spPr>
            <a:xfrm>
              <a:off x="3331142" y="4108587"/>
              <a:ext cx="153888" cy="184666"/>
            </a:xfrm>
            <a:prstGeom prst="rect">
              <a:avLst/>
            </a:prstGeom>
            <a:noFill/>
          </p:spPr>
          <p:txBody>
            <a:bodyPr wrap="none" lIns="0" tIns="0" rIns="0" bIns="0" rtlCol="0">
              <a:spAutoFit/>
            </a:bodyPr>
            <a:lstStyle/>
            <a:p>
              <a:pPr algn="l"/>
              <a:r>
                <a:rPr kumimoji="1" lang="ja-JP" altLang="en-US" sz="1200" dirty="0">
                  <a:solidFill>
                    <a:schemeClr val="tx1">
                      <a:lumMod val="90000"/>
                      <a:lumOff val="10000"/>
                    </a:schemeClr>
                  </a:solidFill>
                </a:rPr>
                <a:t>＋</a:t>
              </a:r>
            </a:p>
          </p:txBody>
        </p:sp>
        <p:sp>
          <p:nvSpPr>
            <p:cNvPr id="56" name="テキスト ボックス 55">
              <a:extLst>
                <a:ext uri="{FF2B5EF4-FFF2-40B4-BE49-F238E27FC236}">
                  <a16:creationId xmlns:a16="http://schemas.microsoft.com/office/drawing/2014/main" id="{7039BB86-6191-7A7C-C946-F9CCF1AF05FB}"/>
                </a:ext>
              </a:extLst>
            </p:cNvPr>
            <p:cNvSpPr txBox="1"/>
            <p:nvPr/>
          </p:nvSpPr>
          <p:spPr>
            <a:xfrm>
              <a:off x="3386175" y="4443370"/>
              <a:ext cx="153888" cy="184666"/>
            </a:xfrm>
            <a:prstGeom prst="rect">
              <a:avLst/>
            </a:prstGeom>
            <a:noFill/>
          </p:spPr>
          <p:txBody>
            <a:bodyPr wrap="none" lIns="0" tIns="0" rIns="0" bIns="0" rtlCol="0">
              <a:spAutoFit/>
            </a:bodyPr>
            <a:lstStyle/>
            <a:p>
              <a:pPr algn="l"/>
              <a:r>
                <a:rPr kumimoji="1" lang="ja-JP" altLang="en-US" sz="1200" dirty="0">
                  <a:solidFill>
                    <a:schemeClr val="tx1">
                      <a:lumMod val="90000"/>
                      <a:lumOff val="10000"/>
                    </a:schemeClr>
                  </a:solidFill>
                </a:rPr>
                <a:t>＋</a:t>
              </a:r>
            </a:p>
          </p:txBody>
        </p:sp>
        <p:sp>
          <p:nvSpPr>
            <p:cNvPr id="57" name="正方形/長方形 56">
              <a:extLst>
                <a:ext uri="{FF2B5EF4-FFF2-40B4-BE49-F238E27FC236}">
                  <a16:creationId xmlns:a16="http://schemas.microsoft.com/office/drawing/2014/main" id="{F77EA957-BD0D-E182-83D2-6ACE06109EED}"/>
                </a:ext>
              </a:extLst>
            </p:cNvPr>
            <p:cNvSpPr/>
            <p:nvPr/>
          </p:nvSpPr>
          <p:spPr>
            <a:xfrm>
              <a:off x="4234047" y="3896378"/>
              <a:ext cx="660400" cy="914400"/>
            </a:xfrm>
            <a:prstGeom prst="rect">
              <a:avLst/>
            </a:prstGeom>
            <a:noFill/>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kumimoji="1" lang="ja-JP" altLang="en-US"/>
            </a:p>
          </p:txBody>
        </p:sp>
        <p:grpSp>
          <p:nvGrpSpPr>
            <p:cNvPr id="66" name="グループ化 65">
              <a:extLst>
                <a:ext uri="{FF2B5EF4-FFF2-40B4-BE49-F238E27FC236}">
                  <a16:creationId xmlns:a16="http://schemas.microsoft.com/office/drawing/2014/main" id="{253D9D65-AB07-4E4C-EA83-DB8DDBD32260}"/>
                </a:ext>
              </a:extLst>
            </p:cNvPr>
            <p:cNvGrpSpPr/>
            <p:nvPr/>
          </p:nvGrpSpPr>
          <p:grpSpPr>
            <a:xfrm>
              <a:off x="4360253" y="3983371"/>
              <a:ext cx="407988" cy="740414"/>
              <a:chOff x="5257800" y="2134549"/>
              <a:chExt cx="603250" cy="740414"/>
            </a:xfrm>
          </p:grpSpPr>
          <p:cxnSp>
            <p:nvCxnSpPr>
              <p:cNvPr id="61" name="直線コネクタ 60">
                <a:extLst>
                  <a:ext uri="{FF2B5EF4-FFF2-40B4-BE49-F238E27FC236}">
                    <a16:creationId xmlns:a16="http://schemas.microsoft.com/office/drawing/2014/main" id="{C9CEAF04-D4FA-4300-2FB1-6435FCCA4059}"/>
                  </a:ext>
                </a:extLst>
              </p:cNvPr>
              <p:cNvCxnSpPr/>
              <p:nvPr/>
            </p:nvCxnSpPr>
            <p:spPr>
              <a:xfrm>
                <a:off x="5559425" y="2139950"/>
                <a:ext cx="301625" cy="0"/>
              </a:xfrm>
              <a:prstGeom prst="line">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62" name="直線コネクタ 61">
                <a:extLst>
                  <a:ext uri="{FF2B5EF4-FFF2-40B4-BE49-F238E27FC236}">
                    <a16:creationId xmlns:a16="http://schemas.microsoft.com/office/drawing/2014/main" id="{71517DFC-EAEC-41E7-E55C-CCAE319FFEDB}"/>
                  </a:ext>
                </a:extLst>
              </p:cNvPr>
              <p:cNvCxnSpPr>
                <a:cxnSpLocks/>
              </p:cNvCxnSpPr>
              <p:nvPr/>
            </p:nvCxnSpPr>
            <p:spPr>
              <a:xfrm flipV="1">
                <a:off x="5559426" y="2134549"/>
                <a:ext cx="0" cy="740414"/>
              </a:xfrm>
              <a:prstGeom prst="line">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64" name="直線コネクタ 63">
                <a:extLst>
                  <a:ext uri="{FF2B5EF4-FFF2-40B4-BE49-F238E27FC236}">
                    <a16:creationId xmlns:a16="http://schemas.microsoft.com/office/drawing/2014/main" id="{94D20AF0-0F92-E83F-94EF-932CC3960314}"/>
                  </a:ext>
                </a:extLst>
              </p:cNvPr>
              <p:cNvCxnSpPr/>
              <p:nvPr/>
            </p:nvCxnSpPr>
            <p:spPr>
              <a:xfrm>
                <a:off x="5257800" y="2874963"/>
                <a:ext cx="301625" cy="0"/>
              </a:xfrm>
              <a:prstGeom prst="line">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65" name="直線コネクタ 64">
                <a:extLst>
                  <a:ext uri="{FF2B5EF4-FFF2-40B4-BE49-F238E27FC236}">
                    <a16:creationId xmlns:a16="http://schemas.microsoft.com/office/drawing/2014/main" id="{E0DDD401-FD80-90DB-BB2A-B033F5A8B266}"/>
                  </a:ext>
                </a:extLst>
              </p:cNvPr>
              <p:cNvCxnSpPr/>
              <p:nvPr/>
            </p:nvCxnSpPr>
            <p:spPr>
              <a:xfrm>
                <a:off x="5408612" y="2512590"/>
                <a:ext cx="301625" cy="0"/>
              </a:xfrm>
              <a:prstGeom prst="line">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grpSp>
        <mc:AlternateContent xmlns:mc="http://schemas.openxmlformats.org/markup-compatibility/2006" xmlns:a14="http://schemas.microsoft.com/office/drawing/2010/main">
          <mc:Choice Requires="a14">
            <p:sp>
              <p:nvSpPr>
                <p:cNvPr id="69" name="テキスト ボックス 68">
                  <a:extLst>
                    <a:ext uri="{FF2B5EF4-FFF2-40B4-BE49-F238E27FC236}">
                      <a16:creationId xmlns:a16="http://schemas.microsoft.com/office/drawing/2014/main" id="{3CD520CA-8FCC-496F-7322-C8DACA63236D}"/>
                    </a:ext>
                  </a:extLst>
                </p:cNvPr>
                <p:cNvSpPr txBox="1"/>
                <p:nvPr/>
              </p:nvSpPr>
              <p:spPr>
                <a:xfrm>
                  <a:off x="5372567" y="4168912"/>
                  <a:ext cx="260712" cy="369332"/>
                </a:xfrm>
                <a:prstGeom prst="rect">
                  <a:avLst/>
                </a:prstGeom>
                <a:noFill/>
              </p:spPr>
              <p:txBody>
                <a:bodyPr wrap="none" lIns="0" tIns="0" rIns="0" bIns="0" rtlCol="0">
                  <a:spAutoFit/>
                </a:bodyPr>
                <a:lstStyle/>
                <a:p>
                  <a:pPr algn="l"/>
                  <a14:m>
                    <m:oMathPara xmlns:m="http://schemas.openxmlformats.org/officeDocument/2006/math">
                      <m:oMath>
                        <m:r>
                          <a:rPr kumimoji="1" lang="en-US" altLang="ja-JP" sz="2400" b="0" i="1" smtClean="0">
                            <a:solidFill>
                              <a:schemeClr val="tx1">
                                <a:lumMod val="90000"/>
                                <a:lumOff val="10000"/>
                              </a:schemeClr>
                            </a:solidFill>
                            <a:latin typeface="Cambria Math" panose="02040503050406030204" pitchFamily="18" charset="0"/>
                          </a:rPr>
                          <m:t>𝑣</m:t>
                        </m:r>
                      </m:oMath>
                    </m:oMathPara>
                  </a14:m>
                  <a:endParaRPr kumimoji="1" lang="ja-JP" altLang="en-US" sz="2400" dirty="0">
                    <a:solidFill>
                      <a:schemeClr val="tx1">
                        <a:lumMod val="90000"/>
                        <a:lumOff val="10000"/>
                      </a:schemeClr>
                    </a:solidFill>
                  </a:endParaRPr>
                </a:p>
              </p:txBody>
            </p:sp>
          </mc:Choice>
          <mc:Fallback xmlns="">
            <p:sp>
              <p:nvSpPr>
                <p:cNvPr id="69" name="テキスト ボックス 68">
                  <a:extLst>
                    <a:ext uri="{FF2B5EF4-FFF2-40B4-BE49-F238E27FC236}">
                      <a16:creationId xmlns:a16="http://schemas.microsoft.com/office/drawing/2014/main" id="{3CD520CA-8FCC-496F-7322-C8DACA63236D}"/>
                    </a:ext>
                  </a:extLst>
                </p:cNvPr>
                <p:cNvSpPr txBox="1">
                  <a:spLocks noRot="1" noChangeAspect="1" noMove="1" noResize="1" noEditPoints="1" noAdjustHandles="1" noChangeArrowheads="1" noChangeShapeType="1" noTextEdit="1"/>
                </p:cNvSpPr>
                <p:nvPr/>
              </p:nvSpPr>
              <p:spPr>
                <a:xfrm>
                  <a:off x="5372567" y="4168912"/>
                  <a:ext cx="260712" cy="369332"/>
                </a:xfrm>
                <a:prstGeom prst="rect">
                  <a:avLst/>
                </a:prstGeom>
                <a:blipFill>
                  <a:blip r:embed="rId7"/>
                  <a:stretch>
                    <a:fillRect l="-13953" r="-9302" b="-5000"/>
                  </a:stretch>
                </a:blipFill>
              </p:spPr>
              <p:txBody>
                <a:bodyPr/>
                <a:lstStyle/>
                <a:p>
                  <a:r>
                    <a:rPr lang="ja-JP" altLang="en-US">
                      <a:noFill/>
                    </a:rPr>
                    <a:t> </a:t>
                  </a:r>
                </a:p>
              </p:txBody>
            </p:sp>
          </mc:Fallback>
        </mc:AlternateContent>
        <p:cxnSp>
          <p:nvCxnSpPr>
            <p:cNvPr id="71" name="直線コネクタ 70">
              <a:extLst>
                <a:ext uri="{FF2B5EF4-FFF2-40B4-BE49-F238E27FC236}">
                  <a16:creationId xmlns:a16="http://schemas.microsoft.com/office/drawing/2014/main" id="{D7D6562C-956C-DEB5-5FB9-0E08EE8E8DDA}"/>
                </a:ext>
              </a:extLst>
            </p:cNvPr>
            <p:cNvCxnSpPr>
              <a:stCxn id="57" idx="3"/>
              <a:endCxn id="69" idx="1"/>
            </p:cNvCxnSpPr>
            <p:nvPr/>
          </p:nvCxnSpPr>
          <p:spPr>
            <a:xfrm>
              <a:off x="4894447" y="4353578"/>
              <a:ext cx="478120" cy="0"/>
            </a:xfrm>
            <a:prstGeom prst="line">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grpSp>
          <p:nvGrpSpPr>
            <p:cNvPr id="125" name="グループ化 124">
              <a:extLst>
                <a:ext uri="{FF2B5EF4-FFF2-40B4-BE49-F238E27FC236}">
                  <a16:creationId xmlns:a16="http://schemas.microsoft.com/office/drawing/2014/main" id="{1A687DC4-3477-D30A-5C00-4272B20A929C}"/>
                </a:ext>
              </a:extLst>
            </p:cNvPr>
            <p:cNvGrpSpPr/>
            <p:nvPr/>
          </p:nvGrpSpPr>
          <p:grpSpPr>
            <a:xfrm flipV="1">
              <a:off x="1682933" y="5012181"/>
              <a:ext cx="662940" cy="816610"/>
              <a:chOff x="9274810" y="4104640"/>
              <a:chExt cx="662940" cy="816610"/>
            </a:xfrm>
          </p:grpSpPr>
          <p:sp>
            <p:nvSpPr>
              <p:cNvPr id="126" name="正方形/長方形 125">
                <a:extLst>
                  <a:ext uri="{FF2B5EF4-FFF2-40B4-BE49-F238E27FC236}">
                    <a16:creationId xmlns:a16="http://schemas.microsoft.com/office/drawing/2014/main" id="{C4601C95-5247-9FF7-5AE3-212777BB260B}"/>
                  </a:ext>
                </a:extLst>
              </p:cNvPr>
              <p:cNvSpPr/>
              <p:nvPr/>
            </p:nvSpPr>
            <p:spPr>
              <a:xfrm>
                <a:off x="9274810" y="4104640"/>
                <a:ext cx="662940" cy="816610"/>
              </a:xfrm>
              <a:prstGeom prst="rect">
                <a:avLst/>
              </a:prstGeom>
              <a:noFill/>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kumimoji="1" lang="ja-JP" altLang="en-US"/>
              </a:p>
            </p:txBody>
          </p:sp>
          <p:sp>
            <p:nvSpPr>
              <p:cNvPr id="127" name="二等辺三角形 126">
                <a:extLst>
                  <a:ext uri="{FF2B5EF4-FFF2-40B4-BE49-F238E27FC236}">
                    <a16:creationId xmlns:a16="http://schemas.microsoft.com/office/drawing/2014/main" id="{4422DB50-0D08-9437-7730-C79E9C51A157}"/>
                  </a:ext>
                </a:extLst>
              </p:cNvPr>
              <p:cNvSpPr/>
              <p:nvPr/>
            </p:nvSpPr>
            <p:spPr>
              <a:xfrm rot="10800000">
                <a:off x="9439592" y="4104640"/>
                <a:ext cx="333375" cy="161925"/>
              </a:xfrm>
              <a:prstGeom prst="triangle">
                <a:avLst/>
              </a:prstGeom>
              <a:noFill/>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kumimoji="1" lang="ja-JP" altLang="en-US"/>
              </a:p>
            </p:txBody>
          </p:sp>
        </p:grpSp>
        <mc:AlternateContent xmlns:mc="http://schemas.openxmlformats.org/markup-compatibility/2006" xmlns:a14="http://schemas.microsoft.com/office/drawing/2010/main">
          <mc:Choice Requires="a14">
            <p:sp>
              <p:nvSpPr>
                <p:cNvPr id="130" name="テキスト ボックス 129">
                  <a:extLst>
                    <a:ext uri="{FF2B5EF4-FFF2-40B4-BE49-F238E27FC236}">
                      <a16:creationId xmlns:a16="http://schemas.microsoft.com/office/drawing/2014/main" id="{270095D6-4110-3AF5-03A6-F4F8249025C0}"/>
                    </a:ext>
                  </a:extLst>
                </p:cNvPr>
                <p:cNvSpPr txBox="1"/>
                <p:nvPr/>
              </p:nvSpPr>
              <p:spPr>
                <a:xfrm>
                  <a:off x="975068" y="5955117"/>
                  <a:ext cx="502766" cy="369332"/>
                </a:xfrm>
                <a:prstGeom prst="rect">
                  <a:avLst/>
                </a:prstGeom>
                <a:noFill/>
              </p:spPr>
              <p:txBody>
                <a:bodyPr wrap="square" lIns="0" tIns="0" rIns="0" bIns="0" rtlCol="0">
                  <a:spAutoFit/>
                </a:bodyPr>
                <a:lstStyle/>
                <a:p>
                  <a:pPr algn="l"/>
                  <a14:m>
                    <m:oMathPara xmlns:m="http://schemas.openxmlformats.org/officeDocument/2006/math">
                      <m:oMath>
                        <m:r>
                          <a:rPr kumimoji="1" lang="en-US" altLang="ja-JP" sz="2400" b="0" i="1" smtClean="0">
                            <a:solidFill>
                              <a:schemeClr val="tx1">
                                <a:lumMod val="90000"/>
                                <a:lumOff val="10000"/>
                              </a:schemeClr>
                            </a:solidFill>
                            <a:latin typeface="Cambria Math" panose="02040503050406030204" pitchFamily="18" charset="0"/>
                          </a:rPr>
                          <m:t>𝑐𝑙𝑘</m:t>
                        </m:r>
                      </m:oMath>
                    </m:oMathPara>
                  </a14:m>
                  <a:endParaRPr kumimoji="1" lang="ja-JP" altLang="en-US" sz="2400" dirty="0">
                    <a:solidFill>
                      <a:schemeClr val="tx1">
                        <a:lumMod val="90000"/>
                        <a:lumOff val="10000"/>
                      </a:schemeClr>
                    </a:solidFill>
                  </a:endParaRPr>
                </a:p>
              </p:txBody>
            </p:sp>
          </mc:Choice>
          <mc:Fallback xmlns="">
            <p:sp>
              <p:nvSpPr>
                <p:cNvPr id="130" name="テキスト ボックス 129">
                  <a:extLst>
                    <a:ext uri="{FF2B5EF4-FFF2-40B4-BE49-F238E27FC236}">
                      <a16:creationId xmlns:a16="http://schemas.microsoft.com/office/drawing/2014/main" id="{270095D6-4110-3AF5-03A6-F4F8249025C0}"/>
                    </a:ext>
                  </a:extLst>
                </p:cNvPr>
                <p:cNvSpPr txBox="1">
                  <a:spLocks noRot="1" noChangeAspect="1" noMove="1" noResize="1" noEditPoints="1" noAdjustHandles="1" noChangeArrowheads="1" noChangeShapeType="1" noTextEdit="1"/>
                </p:cNvSpPr>
                <p:nvPr/>
              </p:nvSpPr>
              <p:spPr>
                <a:xfrm>
                  <a:off x="975068" y="5955117"/>
                  <a:ext cx="502766" cy="369332"/>
                </a:xfrm>
                <a:prstGeom prst="rect">
                  <a:avLst/>
                </a:prstGeom>
                <a:blipFill>
                  <a:blip r:embed="rId8"/>
                  <a:stretch>
                    <a:fillRect l="-13415" r="-12195" b="-11667"/>
                  </a:stretch>
                </a:blipFill>
              </p:spPr>
              <p:txBody>
                <a:bodyPr/>
                <a:lstStyle/>
                <a:p>
                  <a:r>
                    <a:rPr lang="ja-JP" altLang="en-US">
                      <a:noFill/>
                    </a:rPr>
                    <a:t> </a:t>
                  </a:r>
                </a:p>
              </p:txBody>
            </p:sp>
          </mc:Fallback>
        </mc:AlternateContent>
        <p:cxnSp>
          <p:nvCxnSpPr>
            <p:cNvPr id="131" name="コネクタ: カギ線 130">
              <a:extLst>
                <a:ext uri="{FF2B5EF4-FFF2-40B4-BE49-F238E27FC236}">
                  <a16:creationId xmlns:a16="http://schemas.microsoft.com/office/drawing/2014/main" id="{60EC95C8-9F30-987F-8789-FC87F54C8792}"/>
                </a:ext>
              </a:extLst>
            </p:cNvPr>
            <p:cNvCxnSpPr>
              <a:cxnSpLocks/>
              <a:stCxn id="130" idx="3"/>
              <a:endCxn id="127" idx="3"/>
            </p:cNvCxnSpPr>
            <p:nvPr/>
          </p:nvCxnSpPr>
          <p:spPr>
            <a:xfrm flipV="1">
              <a:off x="1477834" y="5828791"/>
              <a:ext cx="536568" cy="310992"/>
            </a:xfrm>
            <a:prstGeom prst="bentConnector2">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grpSp>
      <p:cxnSp>
        <p:nvCxnSpPr>
          <p:cNvPr id="135" name="直線コネクタ 134">
            <a:extLst>
              <a:ext uri="{FF2B5EF4-FFF2-40B4-BE49-F238E27FC236}">
                <a16:creationId xmlns:a16="http://schemas.microsoft.com/office/drawing/2014/main" id="{01615BDE-07AF-85A9-96CB-5E4525B5531A}"/>
              </a:ext>
            </a:extLst>
          </p:cNvPr>
          <p:cNvCxnSpPr>
            <a:cxnSpLocks/>
          </p:cNvCxnSpPr>
          <p:nvPr/>
        </p:nvCxnSpPr>
        <p:spPr>
          <a:xfrm flipH="1" flipV="1">
            <a:off x="2388933" y="5848988"/>
            <a:ext cx="539183" cy="293833"/>
          </a:xfrm>
          <a:prstGeom prst="line">
            <a:avLst/>
          </a:pr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37" name="テキスト ボックス 136">
            <a:extLst>
              <a:ext uri="{FF2B5EF4-FFF2-40B4-BE49-F238E27FC236}">
                <a16:creationId xmlns:a16="http://schemas.microsoft.com/office/drawing/2014/main" id="{F1B2B30F-82F0-A80E-5EB6-F3E5CAC12017}"/>
              </a:ext>
            </a:extLst>
          </p:cNvPr>
          <p:cNvSpPr txBox="1"/>
          <p:nvPr/>
        </p:nvSpPr>
        <p:spPr>
          <a:xfrm>
            <a:off x="2936707" y="5984287"/>
            <a:ext cx="2696572" cy="830997"/>
          </a:xfrm>
          <a:prstGeom prst="rect">
            <a:avLst/>
          </a:prstGeom>
          <a:noFill/>
        </p:spPr>
        <p:txBody>
          <a:bodyPr wrap="none" rtlCol="0">
            <a:spAutoFit/>
          </a:bodyPr>
          <a:lstStyle/>
          <a:p>
            <a:pPr algn="l"/>
            <a:r>
              <a:rPr kumimoji="1" lang="en-US" altLang="ja-JP" sz="2400" dirty="0">
                <a:solidFill>
                  <a:schemeClr val="tx1">
                    <a:lumMod val="90000"/>
                    <a:lumOff val="10000"/>
                  </a:schemeClr>
                </a:solidFill>
              </a:rPr>
              <a:t>D-FF</a:t>
            </a:r>
            <a:r>
              <a:rPr kumimoji="1" lang="ja-JP" altLang="en-US" sz="2400" dirty="0">
                <a:solidFill>
                  <a:schemeClr val="tx1">
                    <a:lumMod val="90000"/>
                    <a:lumOff val="10000"/>
                  </a:schemeClr>
                </a:solidFill>
              </a:rPr>
              <a:t>で遅延させる</a:t>
            </a:r>
            <a:endParaRPr kumimoji="1" lang="en-US" altLang="ja-JP" sz="2400" dirty="0">
              <a:solidFill>
                <a:schemeClr val="tx1">
                  <a:lumMod val="90000"/>
                  <a:lumOff val="10000"/>
                </a:schemeClr>
              </a:solidFill>
            </a:endParaRPr>
          </a:p>
          <a:p>
            <a:pPr algn="l"/>
            <a:r>
              <a:rPr lang="ja-JP" altLang="en-US" sz="2400" dirty="0">
                <a:solidFill>
                  <a:schemeClr val="tx1">
                    <a:lumMod val="90000"/>
                    <a:lumOff val="10000"/>
                  </a:schemeClr>
                </a:solidFill>
              </a:rPr>
              <a:t>複数ビットある</a:t>
            </a:r>
            <a:endParaRPr kumimoji="1" lang="ja-JP" altLang="en-US" sz="2400" dirty="0">
              <a:solidFill>
                <a:schemeClr val="tx1">
                  <a:lumMod val="90000"/>
                  <a:lumOff val="10000"/>
                </a:schemeClr>
              </a:solidFill>
            </a:endParaRPr>
          </a:p>
        </p:txBody>
      </p:sp>
      <p:cxnSp>
        <p:nvCxnSpPr>
          <p:cNvPr id="140" name="直線コネクタ 139">
            <a:extLst>
              <a:ext uri="{FF2B5EF4-FFF2-40B4-BE49-F238E27FC236}">
                <a16:creationId xmlns:a16="http://schemas.microsoft.com/office/drawing/2014/main" id="{D6B30ADA-1936-0711-23C5-8B72DF83E801}"/>
              </a:ext>
            </a:extLst>
          </p:cNvPr>
          <p:cNvCxnSpPr>
            <a:cxnSpLocks/>
          </p:cNvCxnSpPr>
          <p:nvPr/>
        </p:nvCxnSpPr>
        <p:spPr>
          <a:xfrm flipH="1" flipV="1">
            <a:off x="4645379" y="4875102"/>
            <a:ext cx="203994" cy="283633"/>
          </a:xfrm>
          <a:prstGeom prst="line">
            <a:avLst/>
          </a:pr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42" name="テキスト ボックス 141">
            <a:extLst>
              <a:ext uri="{FF2B5EF4-FFF2-40B4-BE49-F238E27FC236}">
                <a16:creationId xmlns:a16="http://schemas.microsoft.com/office/drawing/2014/main" id="{6E7509DA-35DE-AD45-5011-428F02A9704F}"/>
              </a:ext>
            </a:extLst>
          </p:cNvPr>
          <p:cNvSpPr txBox="1"/>
          <p:nvPr/>
        </p:nvSpPr>
        <p:spPr>
          <a:xfrm>
            <a:off x="4738046" y="5121067"/>
            <a:ext cx="1279517" cy="461665"/>
          </a:xfrm>
          <a:prstGeom prst="rect">
            <a:avLst/>
          </a:prstGeom>
          <a:noFill/>
        </p:spPr>
        <p:txBody>
          <a:bodyPr wrap="none" rtlCol="0">
            <a:spAutoFit/>
          </a:bodyPr>
          <a:lstStyle/>
          <a:p>
            <a:pPr algn="l"/>
            <a:r>
              <a:rPr lang="en-US" altLang="ja-JP" sz="2400" dirty="0">
                <a:solidFill>
                  <a:schemeClr val="tx1">
                    <a:lumMod val="90000"/>
                    <a:lumOff val="10000"/>
                  </a:schemeClr>
                </a:solidFill>
              </a:rPr>
              <a:t>2</a:t>
            </a:r>
            <a:r>
              <a:rPr kumimoji="1" lang="ja-JP" altLang="en-US" sz="2400" dirty="0">
                <a:solidFill>
                  <a:schemeClr val="tx1">
                    <a:lumMod val="90000"/>
                    <a:lumOff val="10000"/>
                  </a:schemeClr>
                </a:solidFill>
              </a:rPr>
              <a:t>値化器</a:t>
            </a:r>
          </a:p>
        </p:txBody>
      </p:sp>
      <p:grpSp>
        <p:nvGrpSpPr>
          <p:cNvPr id="156" name="グループ化 155">
            <a:extLst>
              <a:ext uri="{FF2B5EF4-FFF2-40B4-BE49-F238E27FC236}">
                <a16:creationId xmlns:a16="http://schemas.microsoft.com/office/drawing/2014/main" id="{81CDDB1A-02BE-BD0A-779C-927490422349}"/>
              </a:ext>
            </a:extLst>
          </p:cNvPr>
          <p:cNvGrpSpPr/>
          <p:nvPr/>
        </p:nvGrpSpPr>
        <p:grpSpPr>
          <a:xfrm>
            <a:off x="7092152" y="4206124"/>
            <a:ext cx="1693073" cy="1022701"/>
            <a:chOff x="7092152" y="4018929"/>
            <a:chExt cx="1693073" cy="1022701"/>
          </a:xfrm>
        </p:grpSpPr>
        <p:sp>
          <p:nvSpPr>
            <p:cNvPr id="98" name="円弧 97">
              <a:extLst>
                <a:ext uri="{FF2B5EF4-FFF2-40B4-BE49-F238E27FC236}">
                  <a16:creationId xmlns:a16="http://schemas.microsoft.com/office/drawing/2014/main" id="{7EFCE6F9-FBC2-09B2-356B-10403CA3BCB1}"/>
                </a:ext>
              </a:extLst>
            </p:cNvPr>
            <p:cNvSpPr/>
            <p:nvPr/>
          </p:nvSpPr>
          <p:spPr>
            <a:xfrm>
              <a:off x="7092152" y="4154040"/>
              <a:ext cx="887590" cy="887590"/>
            </a:xfrm>
            <a:prstGeom prst="arc">
              <a:avLst>
                <a:gd name="adj1" fmla="val 20071322"/>
                <a:gd name="adj2" fmla="val 0"/>
              </a:avLst>
            </a:prstGeom>
            <a:ln w="1270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kumimoji="1" lang="ja-JP" altLang="en-US"/>
            </a:p>
          </p:txBody>
        </p:sp>
        <p:grpSp>
          <p:nvGrpSpPr>
            <p:cNvPr id="155" name="グループ化 154">
              <a:extLst>
                <a:ext uri="{FF2B5EF4-FFF2-40B4-BE49-F238E27FC236}">
                  <a16:creationId xmlns:a16="http://schemas.microsoft.com/office/drawing/2014/main" id="{7F50E3D3-C10D-269E-04E6-F4C404F25FDD}"/>
                </a:ext>
              </a:extLst>
            </p:cNvPr>
            <p:cNvGrpSpPr/>
            <p:nvPr/>
          </p:nvGrpSpPr>
          <p:grpSpPr>
            <a:xfrm>
              <a:off x="7332306" y="4018929"/>
              <a:ext cx="1452919" cy="761964"/>
              <a:chOff x="7332306" y="4018929"/>
              <a:chExt cx="1452919" cy="761964"/>
            </a:xfrm>
          </p:grpSpPr>
          <p:cxnSp>
            <p:nvCxnSpPr>
              <p:cNvPr id="89" name="直線コネクタ 88">
                <a:extLst>
                  <a:ext uri="{FF2B5EF4-FFF2-40B4-BE49-F238E27FC236}">
                    <a16:creationId xmlns:a16="http://schemas.microsoft.com/office/drawing/2014/main" id="{99F11C40-57CC-1955-912E-42F011629700}"/>
                  </a:ext>
                </a:extLst>
              </p:cNvPr>
              <p:cNvCxnSpPr>
                <a:cxnSpLocks/>
              </p:cNvCxnSpPr>
              <p:nvPr/>
            </p:nvCxnSpPr>
            <p:spPr>
              <a:xfrm flipV="1">
                <a:off x="7332306" y="4018929"/>
                <a:ext cx="1390010" cy="678358"/>
              </a:xfrm>
              <a:prstGeom prst="line">
                <a:avLst/>
              </a:prstGeom>
              <a:ln w="9525" cap="flat" cmpd="sng" algn="ctr">
                <a:solidFill>
                  <a:schemeClr val="accent1"/>
                </a:solidFill>
                <a:prstDash val="sys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94" name="直線コネクタ 93">
                <a:extLst>
                  <a:ext uri="{FF2B5EF4-FFF2-40B4-BE49-F238E27FC236}">
                    <a16:creationId xmlns:a16="http://schemas.microsoft.com/office/drawing/2014/main" id="{35BEDC77-A406-A3D7-726C-CCB6F205C412}"/>
                  </a:ext>
                </a:extLst>
              </p:cNvPr>
              <p:cNvCxnSpPr>
                <a:cxnSpLocks/>
                <a:stCxn id="91" idx="2"/>
              </p:cNvCxnSpPr>
              <p:nvPr/>
            </p:nvCxnSpPr>
            <p:spPr>
              <a:xfrm flipV="1">
                <a:off x="7493614" y="4597835"/>
                <a:ext cx="899416" cy="1"/>
              </a:xfrm>
              <a:prstGeom prst="line">
                <a:avLst/>
              </a:prstGeom>
              <a:ln>
                <a:headEnd type="none" w="med" len="med"/>
                <a:tailEnd type="none" w="med" len="med"/>
              </a:ln>
            </p:spPr>
            <p:style>
              <a:lnRef idx="3">
                <a:schemeClr val="accent1"/>
              </a:lnRef>
              <a:fillRef idx="0">
                <a:schemeClr val="accent1"/>
              </a:fillRef>
              <a:effectRef idx="2">
                <a:schemeClr val="accent1"/>
              </a:effectRef>
              <a:fontRef idx="minor">
                <a:schemeClr val="tx1"/>
              </a:fontRef>
            </p:style>
          </p:cxnSp>
          <p:cxnSp>
            <p:nvCxnSpPr>
              <p:cNvPr id="95" name="直線コネクタ 94">
                <a:extLst>
                  <a:ext uri="{FF2B5EF4-FFF2-40B4-BE49-F238E27FC236}">
                    <a16:creationId xmlns:a16="http://schemas.microsoft.com/office/drawing/2014/main" id="{4487861A-022F-809F-45A3-4F71614451E2}"/>
                  </a:ext>
                </a:extLst>
              </p:cNvPr>
              <p:cNvCxnSpPr>
                <a:cxnSpLocks/>
                <a:stCxn id="92" idx="0"/>
              </p:cNvCxnSpPr>
              <p:nvPr/>
            </p:nvCxnSpPr>
            <p:spPr>
              <a:xfrm flipH="1">
                <a:off x="8393030" y="4141500"/>
                <a:ext cx="1" cy="456335"/>
              </a:xfrm>
              <a:prstGeom prst="line">
                <a:avLst/>
              </a:prstGeom>
              <a:ln>
                <a:headEnd type="none" w="med" len="med"/>
                <a:tailEnd type="none" w="med" len="med"/>
              </a:ln>
            </p:spPr>
            <p:style>
              <a:lnRef idx="3">
                <a:schemeClr val="accent1"/>
              </a:lnRef>
              <a:fillRef idx="0">
                <a:schemeClr val="accent1"/>
              </a:fillRef>
              <a:effectRef idx="2">
                <a:schemeClr val="accent1"/>
              </a:effectRef>
              <a:fontRef idx="minor">
                <a:schemeClr val="tx1"/>
              </a:fontRef>
            </p:style>
          </p:cxnSp>
          <p:cxnSp>
            <p:nvCxnSpPr>
              <p:cNvPr id="148" name="直線コネクタ 147">
                <a:extLst>
                  <a:ext uri="{FF2B5EF4-FFF2-40B4-BE49-F238E27FC236}">
                    <a16:creationId xmlns:a16="http://schemas.microsoft.com/office/drawing/2014/main" id="{B96EE2AE-9790-22ED-485B-C33B8A9ADC91}"/>
                  </a:ext>
                </a:extLst>
              </p:cNvPr>
              <p:cNvCxnSpPr>
                <a:cxnSpLocks/>
              </p:cNvCxnSpPr>
              <p:nvPr/>
            </p:nvCxnSpPr>
            <p:spPr>
              <a:xfrm>
                <a:off x="7539040" y="4595702"/>
                <a:ext cx="0" cy="185191"/>
              </a:xfrm>
              <a:prstGeom prst="line">
                <a:avLst/>
              </a:prstGeom>
              <a:ln>
                <a:headEnd type="none" w="med" len="med"/>
                <a:tailEnd type="none" w="med" len="med"/>
              </a:ln>
            </p:spPr>
            <p:style>
              <a:lnRef idx="3">
                <a:schemeClr val="accent1"/>
              </a:lnRef>
              <a:fillRef idx="0">
                <a:schemeClr val="accent1"/>
              </a:fillRef>
              <a:effectRef idx="2">
                <a:schemeClr val="accent1"/>
              </a:effectRef>
              <a:fontRef idx="minor">
                <a:schemeClr val="tx1"/>
              </a:fontRef>
            </p:style>
          </p:cxnSp>
          <p:cxnSp>
            <p:nvCxnSpPr>
              <p:cNvPr id="150" name="直線コネクタ 149">
                <a:extLst>
                  <a:ext uri="{FF2B5EF4-FFF2-40B4-BE49-F238E27FC236}">
                    <a16:creationId xmlns:a16="http://schemas.microsoft.com/office/drawing/2014/main" id="{6E2B64F1-A807-AB00-4D6C-E146259E0893}"/>
                  </a:ext>
                </a:extLst>
              </p:cNvPr>
              <p:cNvCxnSpPr>
                <a:cxnSpLocks/>
              </p:cNvCxnSpPr>
              <p:nvPr/>
            </p:nvCxnSpPr>
            <p:spPr>
              <a:xfrm>
                <a:off x="8393030" y="4183834"/>
                <a:ext cx="392195" cy="0"/>
              </a:xfrm>
              <a:prstGeom prst="line">
                <a:avLst/>
              </a:prstGeom>
              <a:ln>
                <a:headEnd type="none" w="med" len="med"/>
                <a:tailEnd type="none" w="med" len="med"/>
              </a:ln>
            </p:spPr>
            <p:style>
              <a:lnRef idx="3">
                <a:schemeClr val="accent1"/>
              </a:lnRef>
              <a:fillRef idx="0">
                <a:schemeClr val="accent1"/>
              </a:fillRef>
              <a:effectRef idx="2">
                <a:schemeClr val="accent1"/>
              </a:effectRef>
              <a:fontRef idx="minor">
                <a:schemeClr val="tx1"/>
              </a:fontRef>
            </p:style>
          </p:cxnSp>
          <p:sp>
            <p:nvSpPr>
              <p:cNvPr id="91" name="楕円 90">
                <a:extLst>
                  <a:ext uri="{FF2B5EF4-FFF2-40B4-BE49-F238E27FC236}">
                    <a16:creationId xmlns:a16="http://schemas.microsoft.com/office/drawing/2014/main" id="{E671AF53-39DF-15EB-ECC6-D0F282FC7D40}"/>
                  </a:ext>
                </a:extLst>
              </p:cNvPr>
              <p:cNvSpPr/>
              <p:nvPr/>
            </p:nvSpPr>
            <p:spPr>
              <a:xfrm>
                <a:off x="7493614" y="4555502"/>
                <a:ext cx="84667" cy="84667"/>
              </a:xfrm>
              <a:prstGeom prst="ellipse">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kumimoji="1" lang="ja-JP" altLang="en-US"/>
              </a:p>
            </p:txBody>
          </p:sp>
          <p:sp>
            <p:nvSpPr>
              <p:cNvPr id="92" name="楕円 91">
                <a:extLst>
                  <a:ext uri="{FF2B5EF4-FFF2-40B4-BE49-F238E27FC236}">
                    <a16:creationId xmlns:a16="http://schemas.microsoft.com/office/drawing/2014/main" id="{D0602BCF-5440-05AE-3BB9-1DEAB742B8CF}"/>
                  </a:ext>
                </a:extLst>
              </p:cNvPr>
              <p:cNvSpPr/>
              <p:nvPr/>
            </p:nvSpPr>
            <p:spPr>
              <a:xfrm>
                <a:off x="8350697" y="4141500"/>
                <a:ext cx="84667" cy="84667"/>
              </a:xfrm>
              <a:prstGeom prst="ellipse">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kumimoji="1" lang="ja-JP" altLang="en-US"/>
              </a:p>
            </p:txBody>
          </p:sp>
        </p:grpSp>
      </p:grpSp>
      <p:cxnSp>
        <p:nvCxnSpPr>
          <p:cNvPr id="157" name="直線矢印コネクタ 156">
            <a:extLst>
              <a:ext uri="{FF2B5EF4-FFF2-40B4-BE49-F238E27FC236}">
                <a16:creationId xmlns:a16="http://schemas.microsoft.com/office/drawing/2014/main" id="{D180A621-FB8F-676D-BCF3-FE820F3434A7}"/>
              </a:ext>
            </a:extLst>
          </p:cNvPr>
          <p:cNvCxnSpPr>
            <a:cxnSpLocks/>
          </p:cNvCxnSpPr>
          <p:nvPr/>
        </p:nvCxnSpPr>
        <p:spPr>
          <a:xfrm>
            <a:off x="7172523" y="6308180"/>
            <a:ext cx="1681579"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58" name="直線矢印コネクタ 157">
            <a:extLst>
              <a:ext uri="{FF2B5EF4-FFF2-40B4-BE49-F238E27FC236}">
                <a16:creationId xmlns:a16="http://schemas.microsoft.com/office/drawing/2014/main" id="{35746209-04C6-B2BE-DD0A-89FE03AD5A14}"/>
              </a:ext>
            </a:extLst>
          </p:cNvPr>
          <p:cNvCxnSpPr>
            <a:cxnSpLocks/>
          </p:cNvCxnSpPr>
          <p:nvPr/>
        </p:nvCxnSpPr>
        <p:spPr>
          <a:xfrm flipV="1">
            <a:off x="7300093" y="5374356"/>
            <a:ext cx="0" cy="1078584"/>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grpSp>
        <p:nvGrpSpPr>
          <p:cNvPr id="159" name="グループ化 158">
            <a:extLst>
              <a:ext uri="{FF2B5EF4-FFF2-40B4-BE49-F238E27FC236}">
                <a16:creationId xmlns:a16="http://schemas.microsoft.com/office/drawing/2014/main" id="{63F1B570-067A-20B7-AEE4-97B358B94FE5}"/>
              </a:ext>
            </a:extLst>
          </p:cNvPr>
          <p:cNvGrpSpPr/>
          <p:nvPr/>
        </p:nvGrpSpPr>
        <p:grpSpPr>
          <a:xfrm flipV="1">
            <a:off x="7092152" y="5219075"/>
            <a:ext cx="1693073" cy="1022701"/>
            <a:chOff x="7092152" y="4018929"/>
            <a:chExt cx="1693073" cy="1022701"/>
          </a:xfrm>
        </p:grpSpPr>
        <p:sp>
          <p:nvSpPr>
            <p:cNvPr id="160" name="円弧 159">
              <a:extLst>
                <a:ext uri="{FF2B5EF4-FFF2-40B4-BE49-F238E27FC236}">
                  <a16:creationId xmlns:a16="http://schemas.microsoft.com/office/drawing/2014/main" id="{4CED9F4A-88C8-7740-9556-E0555DC7A589}"/>
                </a:ext>
              </a:extLst>
            </p:cNvPr>
            <p:cNvSpPr/>
            <p:nvPr/>
          </p:nvSpPr>
          <p:spPr>
            <a:xfrm>
              <a:off x="7092152" y="4154040"/>
              <a:ext cx="887590" cy="887590"/>
            </a:xfrm>
            <a:prstGeom prst="arc">
              <a:avLst>
                <a:gd name="adj1" fmla="val 20071322"/>
                <a:gd name="adj2" fmla="val 0"/>
              </a:avLst>
            </a:prstGeom>
            <a:ln w="1270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kumimoji="1" lang="ja-JP" altLang="en-US"/>
            </a:p>
          </p:txBody>
        </p:sp>
        <p:grpSp>
          <p:nvGrpSpPr>
            <p:cNvPr id="161" name="グループ化 160">
              <a:extLst>
                <a:ext uri="{FF2B5EF4-FFF2-40B4-BE49-F238E27FC236}">
                  <a16:creationId xmlns:a16="http://schemas.microsoft.com/office/drawing/2014/main" id="{2EF6F427-7BDF-AB02-69FD-38052C3222C8}"/>
                </a:ext>
              </a:extLst>
            </p:cNvPr>
            <p:cNvGrpSpPr/>
            <p:nvPr/>
          </p:nvGrpSpPr>
          <p:grpSpPr>
            <a:xfrm>
              <a:off x="7332306" y="4018929"/>
              <a:ext cx="1452919" cy="761964"/>
              <a:chOff x="7332306" y="4018929"/>
              <a:chExt cx="1452919" cy="761964"/>
            </a:xfrm>
          </p:grpSpPr>
          <p:cxnSp>
            <p:nvCxnSpPr>
              <p:cNvPr id="162" name="直線コネクタ 161">
                <a:extLst>
                  <a:ext uri="{FF2B5EF4-FFF2-40B4-BE49-F238E27FC236}">
                    <a16:creationId xmlns:a16="http://schemas.microsoft.com/office/drawing/2014/main" id="{6B621B26-CCB8-8683-0A0B-39C7668CECDF}"/>
                  </a:ext>
                </a:extLst>
              </p:cNvPr>
              <p:cNvCxnSpPr>
                <a:cxnSpLocks/>
              </p:cNvCxnSpPr>
              <p:nvPr/>
            </p:nvCxnSpPr>
            <p:spPr>
              <a:xfrm flipV="1">
                <a:off x="7332306" y="4018929"/>
                <a:ext cx="1390010" cy="678358"/>
              </a:xfrm>
              <a:prstGeom prst="line">
                <a:avLst/>
              </a:prstGeom>
              <a:ln w="9525" cap="flat" cmpd="sng" algn="ctr">
                <a:solidFill>
                  <a:schemeClr val="accent1"/>
                </a:solidFill>
                <a:prstDash val="sys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63" name="直線コネクタ 162">
                <a:extLst>
                  <a:ext uri="{FF2B5EF4-FFF2-40B4-BE49-F238E27FC236}">
                    <a16:creationId xmlns:a16="http://schemas.microsoft.com/office/drawing/2014/main" id="{D0D3861D-F3B0-C1E7-8CC2-0E5318459B18}"/>
                  </a:ext>
                </a:extLst>
              </p:cNvPr>
              <p:cNvCxnSpPr>
                <a:cxnSpLocks/>
                <a:stCxn id="167" idx="2"/>
              </p:cNvCxnSpPr>
              <p:nvPr/>
            </p:nvCxnSpPr>
            <p:spPr>
              <a:xfrm flipV="1">
                <a:off x="7493614" y="4597835"/>
                <a:ext cx="899416" cy="1"/>
              </a:xfrm>
              <a:prstGeom prst="line">
                <a:avLst/>
              </a:prstGeom>
              <a:ln>
                <a:headEnd type="none" w="med" len="med"/>
                <a:tailEnd type="none" w="med" len="med"/>
              </a:ln>
            </p:spPr>
            <p:style>
              <a:lnRef idx="3">
                <a:schemeClr val="accent1"/>
              </a:lnRef>
              <a:fillRef idx="0">
                <a:schemeClr val="accent1"/>
              </a:fillRef>
              <a:effectRef idx="2">
                <a:schemeClr val="accent1"/>
              </a:effectRef>
              <a:fontRef idx="minor">
                <a:schemeClr val="tx1"/>
              </a:fontRef>
            </p:style>
          </p:cxnSp>
          <p:cxnSp>
            <p:nvCxnSpPr>
              <p:cNvPr id="164" name="直線コネクタ 163">
                <a:extLst>
                  <a:ext uri="{FF2B5EF4-FFF2-40B4-BE49-F238E27FC236}">
                    <a16:creationId xmlns:a16="http://schemas.microsoft.com/office/drawing/2014/main" id="{0BD099C6-7937-D0CB-DFE9-8F8B207F0A3A}"/>
                  </a:ext>
                </a:extLst>
              </p:cNvPr>
              <p:cNvCxnSpPr>
                <a:cxnSpLocks/>
                <a:stCxn id="168" idx="0"/>
              </p:cNvCxnSpPr>
              <p:nvPr/>
            </p:nvCxnSpPr>
            <p:spPr>
              <a:xfrm flipH="1">
                <a:off x="8393030" y="4141500"/>
                <a:ext cx="1" cy="456335"/>
              </a:xfrm>
              <a:prstGeom prst="line">
                <a:avLst/>
              </a:prstGeom>
              <a:ln>
                <a:headEnd type="none" w="med" len="med"/>
                <a:tailEnd type="none" w="med" len="med"/>
              </a:ln>
            </p:spPr>
            <p:style>
              <a:lnRef idx="3">
                <a:schemeClr val="accent1"/>
              </a:lnRef>
              <a:fillRef idx="0">
                <a:schemeClr val="accent1"/>
              </a:fillRef>
              <a:effectRef idx="2">
                <a:schemeClr val="accent1"/>
              </a:effectRef>
              <a:fontRef idx="minor">
                <a:schemeClr val="tx1"/>
              </a:fontRef>
            </p:style>
          </p:cxnSp>
          <p:cxnSp>
            <p:nvCxnSpPr>
              <p:cNvPr id="165" name="直線コネクタ 164">
                <a:extLst>
                  <a:ext uri="{FF2B5EF4-FFF2-40B4-BE49-F238E27FC236}">
                    <a16:creationId xmlns:a16="http://schemas.microsoft.com/office/drawing/2014/main" id="{5BB81002-1A30-C838-2B9A-FFA553F16610}"/>
                  </a:ext>
                </a:extLst>
              </p:cNvPr>
              <p:cNvCxnSpPr>
                <a:cxnSpLocks/>
              </p:cNvCxnSpPr>
              <p:nvPr/>
            </p:nvCxnSpPr>
            <p:spPr>
              <a:xfrm>
                <a:off x="7539040" y="4595702"/>
                <a:ext cx="0" cy="185191"/>
              </a:xfrm>
              <a:prstGeom prst="line">
                <a:avLst/>
              </a:prstGeom>
              <a:ln>
                <a:headEnd type="none" w="med" len="med"/>
                <a:tailEnd type="none" w="med" len="med"/>
              </a:ln>
            </p:spPr>
            <p:style>
              <a:lnRef idx="3">
                <a:schemeClr val="accent1"/>
              </a:lnRef>
              <a:fillRef idx="0">
                <a:schemeClr val="accent1"/>
              </a:fillRef>
              <a:effectRef idx="2">
                <a:schemeClr val="accent1"/>
              </a:effectRef>
              <a:fontRef idx="minor">
                <a:schemeClr val="tx1"/>
              </a:fontRef>
            </p:style>
          </p:cxnSp>
          <p:cxnSp>
            <p:nvCxnSpPr>
              <p:cNvPr id="166" name="直線コネクタ 165">
                <a:extLst>
                  <a:ext uri="{FF2B5EF4-FFF2-40B4-BE49-F238E27FC236}">
                    <a16:creationId xmlns:a16="http://schemas.microsoft.com/office/drawing/2014/main" id="{CA93ED1A-A8FA-D644-6C47-418E1F0E418A}"/>
                  </a:ext>
                </a:extLst>
              </p:cNvPr>
              <p:cNvCxnSpPr>
                <a:cxnSpLocks/>
              </p:cNvCxnSpPr>
              <p:nvPr/>
            </p:nvCxnSpPr>
            <p:spPr>
              <a:xfrm>
                <a:off x="8393030" y="4183834"/>
                <a:ext cx="392195" cy="0"/>
              </a:xfrm>
              <a:prstGeom prst="line">
                <a:avLst/>
              </a:prstGeom>
              <a:ln>
                <a:headEnd type="none" w="med" len="med"/>
                <a:tailEnd type="none" w="med" len="med"/>
              </a:ln>
            </p:spPr>
            <p:style>
              <a:lnRef idx="3">
                <a:schemeClr val="accent1"/>
              </a:lnRef>
              <a:fillRef idx="0">
                <a:schemeClr val="accent1"/>
              </a:fillRef>
              <a:effectRef idx="2">
                <a:schemeClr val="accent1"/>
              </a:effectRef>
              <a:fontRef idx="minor">
                <a:schemeClr val="tx1"/>
              </a:fontRef>
            </p:style>
          </p:cxnSp>
          <p:sp>
            <p:nvSpPr>
              <p:cNvPr id="167" name="楕円 166">
                <a:extLst>
                  <a:ext uri="{FF2B5EF4-FFF2-40B4-BE49-F238E27FC236}">
                    <a16:creationId xmlns:a16="http://schemas.microsoft.com/office/drawing/2014/main" id="{3F522981-BE3C-6E76-D910-7292DF259685}"/>
                  </a:ext>
                </a:extLst>
              </p:cNvPr>
              <p:cNvSpPr/>
              <p:nvPr/>
            </p:nvSpPr>
            <p:spPr>
              <a:xfrm>
                <a:off x="7493614" y="4555502"/>
                <a:ext cx="84667" cy="84667"/>
              </a:xfrm>
              <a:prstGeom prst="ellipse">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kumimoji="1" lang="ja-JP" altLang="en-US"/>
              </a:p>
            </p:txBody>
          </p:sp>
          <p:sp>
            <p:nvSpPr>
              <p:cNvPr id="168" name="楕円 167">
                <a:extLst>
                  <a:ext uri="{FF2B5EF4-FFF2-40B4-BE49-F238E27FC236}">
                    <a16:creationId xmlns:a16="http://schemas.microsoft.com/office/drawing/2014/main" id="{D7A83864-8499-5F47-2FFB-5073D73EAE98}"/>
                  </a:ext>
                </a:extLst>
              </p:cNvPr>
              <p:cNvSpPr/>
              <p:nvPr/>
            </p:nvSpPr>
            <p:spPr>
              <a:xfrm>
                <a:off x="8350697" y="4141500"/>
                <a:ext cx="84667" cy="84667"/>
              </a:xfrm>
              <a:prstGeom prst="ellipse">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kumimoji="1" lang="ja-JP" altLang="en-US"/>
              </a:p>
            </p:txBody>
          </p:sp>
        </p:grpSp>
      </p:grpSp>
    </p:spTree>
    <p:extLst>
      <p:ext uri="{BB962C8B-B14F-4D97-AF65-F5344CB8AC3E}">
        <p14:creationId xmlns:p14="http://schemas.microsoft.com/office/powerpoint/2010/main" val="34648876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 name="四角形: 角を丸くする 144">
            <a:extLst>
              <a:ext uri="{FF2B5EF4-FFF2-40B4-BE49-F238E27FC236}">
                <a16:creationId xmlns:a16="http://schemas.microsoft.com/office/drawing/2014/main" id="{C8B63006-0330-5A76-D6E8-0F904CBB66B7}"/>
              </a:ext>
            </a:extLst>
          </p:cNvPr>
          <p:cNvSpPr/>
          <p:nvPr/>
        </p:nvSpPr>
        <p:spPr>
          <a:xfrm>
            <a:off x="5722247" y="3707015"/>
            <a:ext cx="2593659" cy="2947836"/>
          </a:xfrm>
          <a:prstGeom prst="roundRect">
            <a:avLst>
              <a:gd name="adj" fmla="val 6761"/>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4" name="四角形: 角を丸くする 143">
            <a:extLst>
              <a:ext uri="{FF2B5EF4-FFF2-40B4-BE49-F238E27FC236}">
                <a16:creationId xmlns:a16="http://schemas.microsoft.com/office/drawing/2014/main" id="{0CB70B42-E61A-F535-2B0D-74834BB3B0BD}"/>
              </a:ext>
            </a:extLst>
          </p:cNvPr>
          <p:cNvSpPr/>
          <p:nvPr/>
        </p:nvSpPr>
        <p:spPr>
          <a:xfrm>
            <a:off x="1116373" y="3707015"/>
            <a:ext cx="4453606" cy="2947838"/>
          </a:xfrm>
          <a:prstGeom prst="roundRect">
            <a:avLst>
              <a:gd name="adj" fmla="val 6761"/>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タイトル 1">
            <a:extLst>
              <a:ext uri="{FF2B5EF4-FFF2-40B4-BE49-F238E27FC236}">
                <a16:creationId xmlns:a16="http://schemas.microsoft.com/office/drawing/2014/main" id="{6FBEB84B-2AE9-7C64-BFE6-0E7E205A4E18}"/>
              </a:ext>
            </a:extLst>
          </p:cNvPr>
          <p:cNvSpPr>
            <a:spLocks noGrp="1"/>
          </p:cNvSpPr>
          <p:nvPr>
            <p:ph type="title"/>
          </p:nvPr>
        </p:nvSpPr>
        <p:spPr/>
        <p:txBody>
          <a:bodyPr/>
          <a:lstStyle/>
          <a:p>
            <a:r>
              <a:rPr kumimoji="1" lang="en-US" altLang="ja-JP" dirty="0"/>
              <a:t>Δ</a:t>
            </a:r>
            <a:r>
              <a:rPr kumimoji="1" lang="ja-JP" altLang="en-US" dirty="0"/>
              <a:t>は微分なのでもとに戻す積分</a:t>
            </a:r>
            <a:r>
              <a:rPr kumimoji="1" lang="en-US" altLang="ja-JP" dirty="0"/>
              <a:t>(Σ</a:t>
            </a:r>
            <a:r>
              <a:rPr kumimoji="1" lang="ja-JP" altLang="en-US" dirty="0"/>
              <a:t>）がついた</a:t>
            </a:r>
          </a:p>
        </p:txBody>
      </p:sp>
      <p:sp>
        <p:nvSpPr>
          <p:cNvPr id="3" name="スライド番号プレースホルダー 2">
            <a:extLst>
              <a:ext uri="{FF2B5EF4-FFF2-40B4-BE49-F238E27FC236}">
                <a16:creationId xmlns:a16="http://schemas.microsoft.com/office/drawing/2014/main" id="{429FAF36-529F-4133-E94C-5602B967D065}"/>
              </a:ext>
            </a:extLst>
          </p:cNvPr>
          <p:cNvSpPr>
            <a:spLocks noGrp="1"/>
          </p:cNvSpPr>
          <p:nvPr>
            <p:ph type="sldNum" sz="quarter" idx="12"/>
          </p:nvPr>
        </p:nvSpPr>
        <p:spPr/>
        <p:txBody>
          <a:bodyPr/>
          <a:lstStyle/>
          <a:p>
            <a:fld id="{336D103E-743F-4B05-B1B2-74D6FB9408BE}" type="slidenum">
              <a:rPr kumimoji="1" lang="ja-JP" altLang="en-US" smtClean="0"/>
              <a:t>19</a:t>
            </a:fld>
            <a:endParaRPr kumimoji="1" lang="ja-JP" altLang="en-US"/>
          </a:p>
        </p:txBody>
      </p:sp>
      <p:sp>
        <p:nvSpPr>
          <p:cNvPr id="4" name="テキスト ボックス 3">
            <a:extLst>
              <a:ext uri="{FF2B5EF4-FFF2-40B4-BE49-F238E27FC236}">
                <a16:creationId xmlns:a16="http://schemas.microsoft.com/office/drawing/2014/main" id="{EB4426DA-59C3-09A3-1DB1-B703D803C03D}"/>
              </a:ext>
            </a:extLst>
          </p:cNvPr>
          <p:cNvSpPr txBox="1"/>
          <p:nvPr/>
        </p:nvSpPr>
        <p:spPr>
          <a:xfrm>
            <a:off x="334963" y="1111250"/>
            <a:ext cx="9429184" cy="461665"/>
          </a:xfrm>
          <a:prstGeom prst="rect">
            <a:avLst/>
          </a:prstGeom>
          <a:noFill/>
        </p:spPr>
        <p:txBody>
          <a:bodyPr wrap="none" rtlCol="0">
            <a:spAutoFit/>
          </a:bodyPr>
          <a:lstStyle/>
          <a:p>
            <a:pPr algn="l"/>
            <a:r>
              <a:rPr lang="en-US" altLang="ja-JP" sz="2400" dirty="0">
                <a:solidFill>
                  <a:schemeClr val="tx1">
                    <a:lumMod val="90000"/>
                    <a:lumOff val="10000"/>
                  </a:schemeClr>
                </a:solidFill>
              </a:rPr>
              <a:t>Δ</a:t>
            </a:r>
            <a:r>
              <a:rPr lang="ja-JP" altLang="en-US" sz="2400" dirty="0">
                <a:solidFill>
                  <a:schemeClr val="tx1">
                    <a:lumMod val="90000"/>
                    <a:lumOff val="10000"/>
                  </a:schemeClr>
                </a:solidFill>
              </a:rPr>
              <a:t>は差分を取る処理→もとに戻すには差分を足し続ける必要がある</a:t>
            </a:r>
            <a:endParaRPr kumimoji="1" lang="ja-JP" altLang="en-US" sz="2400" dirty="0">
              <a:solidFill>
                <a:schemeClr val="tx1">
                  <a:lumMod val="90000"/>
                  <a:lumOff val="10000"/>
                </a:schemeClr>
              </a:solidFill>
            </a:endParaRPr>
          </a:p>
        </p:txBody>
      </p:sp>
      <p:cxnSp>
        <p:nvCxnSpPr>
          <p:cNvPr id="6" name="直線矢印コネクタ 5">
            <a:extLst>
              <a:ext uri="{FF2B5EF4-FFF2-40B4-BE49-F238E27FC236}">
                <a16:creationId xmlns:a16="http://schemas.microsoft.com/office/drawing/2014/main" id="{5E8ED511-EB8A-8BDA-0059-F0045F1DBC0D}"/>
              </a:ext>
            </a:extLst>
          </p:cNvPr>
          <p:cNvCxnSpPr>
            <a:cxnSpLocks/>
          </p:cNvCxnSpPr>
          <p:nvPr/>
        </p:nvCxnSpPr>
        <p:spPr>
          <a:xfrm>
            <a:off x="599831" y="2884487"/>
            <a:ext cx="1831161"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7" name="直線矢印コネクタ 6">
            <a:extLst>
              <a:ext uri="{FF2B5EF4-FFF2-40B4-BE49-F238E27FC236}">
                <a16:creationId xmlns:a16="http://schemas.microsoft.com/office/drawing/2014/main" id="{867A0A84-E26D-5FE0-B600-D844A6B409A7}"/>
              </a:ext>
            </a:extLst>
          </p:cNvPr>
          <p:cNvCxnSpPr>
            <a:cxnSpLocks/>
          </p:cNvCxnSpPr>
          <p:nvPr/>
        </p:nvCxnSpPr>
        <p:spPr>
          <a:xfrm flipV="1">
            <a:off x="795593" y="1822450"/>
            <a:ext cx="0" cy="1284178"/>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2" name="矢印: 右 21">
            <a:extLst>
              <a:ext uri="{FF2B5EF4-FFF2-40B4-BE49-F238E27FC236}">
                <a16:creationId xmlns:a16="http://schemas.microsoft.com/office/drawing/2014/main" id="{B7E53381-7D70-14A7-FF32-10656FFC0752}"/>
              </a:ext>
            </a:extLst>
          </p:cNvPr>
          <p:cNvSpPr/>
          <p:nvPr/>
        </p:nvSpPr>
        <p:spPr>
          <a:xfrm>
            <a:off x="2768503" y="2178050"/>
            <a:ext cx="1663029" cy="48463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テキスト ボックス 27">
            <a:extLst>
              <a:ext uri="{FF2B5EF4-FFF2-40B4-BE49-F238E27FC236}">
                <a16:creationId xmlns:a16="http://schemas.microsoft.com/office/drawing/2014/main" id="{8201B4AD-D434-E654-9C53-409E6D3E7B8D}"/>
              </a:ext>
            </a:extLst>
          </p:cNvPr>
          <p:cNvSpPr txBox="1"/>
          <p:nvPr/>
        </p:nvSpPr>
        <p:spPr>
          <a:xfrm>
            <a:off x="1744742" y="2939926"/>
            <a:ext cx="327334" cy="400110"/>
          </a:xfrm>
          <a:prstGeom prst="rect">
            <a:avLst/>
          </a:prstGeom>
          <a:noFill/>
        </p:spPr>
        <p:txBody>
          <a:bodyPr wrap="none" rtlCol="0">
            <a:spAutoFit/>
          </a:bodyPr>
          <a:lstStyle/>
          <a:p>
            <a:pPr algn="l"/>
            <a:r>
              <a:rPr kumimoji="1" lang="en-US" altLang="ja-JP" sz="2000" dirty="0">
                <a:solidFill>
                  <a:schemeClr val="tx1">
                    <a:lumMod val="90000"/>
                    <a:lumOff val="10000"/>
                  </a:schemeClr>
                </a:solidFill>
              </a:rPr>
              <a:t>a</a:t>
            </a:r>
            <a:endParaRPr kumimoji="1" lang="ja-JP" altLang="en-US" sz="2000" dirty="0">
              <a:solidFill>
                <a:schemeClr val="tx1">
                  <a:lumMod val="90000"/>
                  <a:lumOff val="10000"/>
                </a:schemeClr>
              </a:solidFill>
            </a:endParaRPr>
          </a:p>
        </p:txBody>
      </p:sp>
      <p:sp>
        <p:nvSpPr>
          <p:cNvPr id="29" name="正方形/長方形 28">
            <a:extLst>
              <a:ext uri="{FF2B5EF4-FFF2-40B4-BE49-F238E27FC236}">
                <a16:creationId xmlns:a16="http://schemas.microsoft.com/office/drawing/2014/main" id="{C08656EB-185A-3FD1-CB37-56829458BF75}"/>
              </a:ext>
            </a:extLst>
          </p:cNvPr>
          <p:cNvSpPr/>
          <p:nvPr/>
        </p:nvSpPr>
        <p:spPr>
          <a:xfrm>
            <a:off x="3038015" y="2173302"/>
            <a:ext cx="914400" cy="484631"/>
          </a:xfrm>
          <a:prstGeom prst="rect">
            <a:avLst/>
          </a:prstGeom>
        </p:spPr>
        <p:style>
          <a:lnRef idx="3">
            <a:schemeClr val="lt1"/>
          </a:lnRef>
          <a:fillRef idx="1">
            <a:schemeClr val="accent5"/>
          </a:fillRef>
          <a:effectRef idx="1">
            <a:schemeClr val="accent5"/>
          </a:effectRef>
          <a:fontRef idx="minor">
            <a:schemeClr val="lt1"/>
          </a:fontRef>
        </p:style>
        <p:txBody>
          <a:bodyPr rtlCol="0" anchor="ctr"/>
          <a:lstStyle/>
          <a:p>
            <a:pPr algn="ctr"/>
            <a:r>
              <a:rPr lang="en-US" altLang="ja-JP" dirty="0"/>
              <a:t>Δ</a:t>
            </a:r>
            <a:r>
              <a:rPr kumimoji="1" lang="ja-JP" altLang="en-US" dirty="0"/>
              <a:t>変調</a:t>
            </a:r>
          </a:p>
        </p:txBody>
      </p:sp>
      <p:cxnSp>
        <p:nvCxnSpPr>
          <p:cNvPr id="32" name="直線矢印コネクタ 31">
            <a:extLst>
              <a:ext uri="{FF2B5EF4-FFF2-40B4-BE49-F238E27FC236}">
                <a16:creationId xmlns:a16="http://schemas.microsoft.com/office/drawing/2014/main" id="{AE3AD5B9-FFB6-4778-0689-B4B2B2440B61}"/>
              </a:ext>
            </a:extLst>
          </p:cNvPr>
          <p:cNvCxnSpPr>
            <a:cxnSpLocks/>
          </p:cNvCxnSpPr>
          <p:nvPr/>
        </p:nvCxnSpPr>
        <p:spPr>
          <a:xfrm>
            <a:off x="4836551" y="2884487"/>
            <a:ext cx="1831161"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33" name="直線矢印コネクタ 32">
            <a:extLst>
              <a:ext uri="{FF2B5EF4-FFF2-40B4-BE49-F238E27FC236}">
                <a16:creationId xmlns:a16="http://schemas.microsoft.com/office/drawing/2014/main" id="{AAC61F46-B0E9-FF7A-D443-5EC8D0AA0CD7}"/>
              </a:ext>
            </a:extLst>
          </p:cNvPr>
          <p:cNvCxnSpPr>
            <a:cxnSpLocks/>
          </p:cNvCxnSpPr>
          <p:nvPr/>
        </p:nvCxnSpPr>
        <p:spPr>
          <a:xfrm flipV="1">
            <a:off x="5032313" y="1822450"/>
            <a:ext cx="0" cy="1284178"/>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35" name="直線コネクタ 34">
            <a:extLst>
              <a:ext uri="{FF2B5EF4-FFF2-40B4-BE49-F238E27FC236}">
                <a16:creationId xmlns:a16="http://schemas.microsoft.com/office/drawing/2014/main" id="{E6024486-B57F-A9EF-FC53-2E9BB7156E3F}"/>
              </a:ext>
            </a:extLst>
          </p:cNvPr>
          <p:cNvCxnSpPr/>
          <p:nvPr/>
        </p:nvCxnSpPr>
        <p:spPr>
          <a:xfrm flipV="1">
            <a:off x="4874592" y="2574761"/>
            <a:ext cx="1627310" cy="0"/>
          </a:xfrm>
          <a:prstGeom prst="line">
            <a:avLst/>
          </a:prstGeom>
          <a:ln w="1905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42" name="テキスト ボックス 41">
            <a:extLst>
              <a:ext uri="{FF2B5EF4-FFF2-40B4-BE49-F238E27FC236}">
                <a16:creationId xmlns:a16="http://schemas.microsoft.com/office/drawing/2014/main" id="{515A039D-A70E-811B-9FDC-1D81D31F79F5}"/>
              </a:ext>
            </a:extLst>
          </p:cNvPr>
          <p:cNvSpPr txBox="1"/>
          <p:nvPr/>
        </p:nvSpPr>
        <p:spPr>
          <a:xfrm>
            <a:off x="4579219" y="2363984"/>
            <a:ext cx="327334" cy="400110"/>
          </a:xfrm>
          <a:prstGeom prst="rect">
            <a:avLst/>
          </a:prstGeom>
          <a:noFill/>
        </p:spPr>
        <p:txBody>
          <a:bodyPr wrap="none" rtlCol="0">
            <a:spAutoFit/>
          </a:bodyPr>
          <a:lstStyle/>
          <a:p>
            <a:pPr algn="l"/>
            <a:r>
              <a:rPr kumimoji="1" lang="en-US" altLang="ja-JP" sz="2000" dirty="0">
                <a:solidFill>
                  <a:schemeClr val="tx1">
                    <a:lumMod val="90000"/>
                    <a:lumOff val="10000"/>
                  </a:schemeClr>
                </a:solidFill>
              </a:rPr>
              <a:t>a</a:t>
            </a:r>
            <a:endParaRPr kumimoji="1" lang="ja-JP" altLang="en-US" sz="2000" dirty="0">
              <a:solidFill>
                <a:schemeClr val="tx1">
                  <a:lumMod val="90000"/>
                  <a:lumOff val="10000"/>
                </a:schemeClr>
              </a:solidFill>
            </a:endParaRPr>
          </a:p>
        </p:txBody>
      </p:sp>
      <p:sp>
        <p:nvSpPr>
          <p:cNvPr id="43" name="矢印: 右 42">
            <a:extLst>
              <a:ext uri="{FF2B5EF4-FFF2-40B4-BE49-F238E27FC236}">
                <a16:creationId xmlns:a16="http://schemas.microsoft.com/office/drawing/2014/main" id="{3D497A4E-9A07-EEB8-EEB8-335B7894763A}"/>
              </a:ext>
            </a:extLst>
          </p:cNvPr>
          <p:cNvSpPr/>
          <p:nvPr/>
        </p:nvSpPr>
        <p:spPr>
          <a:xfrm>
            <a:off x="7005222" y="2178050"/>
            <a:ext cx="1663029" cy="48463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4" name="正方形/長方形 43">
            <a:extLst>
              <a:ext uri="{FF2B5EF4-FFF2-40B4-BE49-F238E27FC236}">
                <a16:creationId xmlns:a16="http://schemas.microsoft.com/office/drawing/2014/main" id="{C668EF32-0D31-333F-9EB6-9535D3CAF3F7}"/>
              </a:ext>
            </a:extLst>
          </p:cNvPr>
          <p:cNvSpPr/>
          <p:nvPr/>
        </p:nvSpPr>
        <p:spPr>
          <a:xfrm>
            <a:off x="7199963" y="2173302"/>
            <a:ext cx="1063943" cy="484631"/>
          </a:xfrm>
          <a:prstGeom prst="rect">
            <a:avLst/>
          </a:prstGeom>
        </p:spPr>
        <p:style>
          <a:lnRef idx="3">
            <a:schemeClr val="lt1"/>
          </a:lnRef>
          <a:fillRef idx="1">
            <a:schemeClr val="accent5"/>
          </a:fillRef>
          <a:effectRef idx="1">
            <a:schemeClr val="accent5"/>
          </a:effectRef>
          <a:fontRef idx="minor">
            <a:schemeClr val="lt1"/>
          </a:fontRef>
        </p:style>
        <p:txBody>
          <a:bodyPr rtlCol="0" anchor="ctr"/>
          <a:lstStyle/>
          <a:p>
            <a:pPr algn="ctr"/>
            <a:r>
              <a:rPr lang="ja-JP" altLang="en-US" dirty="0"/>
              <a:t>積分（</a:t>
            </a:r>
            <a:r>
              <a:rPr lang="en-US" altLang="ja-JP" dirty="0"/>
              <a:t>Σ</a:t>
            </a:r>
            <a:r>
              <a:rPr lang="ja-JP" altLang="en-US" dirty="0"/>
              <a:t>）</a:t>
            </a:r>
            <a:endParaRPr kumimoji="1" lang="ja-JP" altLang="en-US" dirty="0"/>
          </a:p>
        </p:txBody>
      </p:sp>
      <mc:AlternateContent xmlns:mc="http://schemas.openxmlformats.org/markup-compatibility/2006" xmlns:a14="http://schemas.microsoft.com/office/drawing/2010/main">
        <mc:Choice Requires="a14">
          <p:sp>
            <p:nvSpPr>
              <p:cNvPr id="90" name="テキスト ボックス 89">
                <a:extLst>
                  <a:ext uri="{FF2B5EF4-FFF2-40B4-BE49-F238E27FC236}">
                    <a16:creationId xmlns:a16="http://schemas.microsoft.com/office/drawing/2014/main" id="{1B803307-1BD0-75BA-9D83-AFFC41155F98}"/>
                  </a:ext>
                </a:extLst>
              </p:cNvPr>
              <p:cNvSpPr txBox="1"/>
              <p:nvPr/>
            </p:nvSpPr>
            <p:spPr>
              <a:xfrm>
                <a:off x="471054" y="4320143"/>
                <a:ext cx="269112" cy="369332"/>
              </a:xfrm>
              <a:prstGeom prst="rect">
                <a:avLst/>
              </a:prstGeom>
              <a:noFill/>
            </p:spPr>
            <p:txBody>
              <a:bodyPr wrap="none" lIns="0" tIns="0" rIns="0" bIns="0" rtlCol="0">
                <a:spAutoFit/>
              </a:bodyPr>
              <a:lstStyle/>
              <a:p>
                <a:pPr algn="l"/>
                <a14:m>
                  <m:oMathPara xmlns:m="http://schemas.openxmlformats.org/officeDocument/2006/math">
                    <m:oMath>
                      <m:r>
                        <a:rPr kumimoji="1" lang="en-US" altLang="ja-JP" sz="2400" b="0" i="1" smtClean="0">
                          <a:solidFill>
                            <a:schemeClr val="tx1">
                              <a:lumMod val="90000"/>
                              <a:lumOff val="10000"/>
                            </a:schemeClr>
                          </a:solidFill>
                          <a:latin typeface="Cambria Math" panose="02040503050406030204" pitchFamily="18" charset="0"/>
                        </a:rPr>
                        <m:t>𝑢</m:t>
                      </m:r>
                    </m:oMath>
                  </m:oMathPara>
                </a14:m>
                <a:endParaRPr kumimoji="1" lang="ja-JP" altLang="en-US" sz="2400" dirty="0">
                  <a:solidFill>
                    <a:schemeClr val="tx1">
                      <a:lumMod val="90000"/>
                      <a:lumOff val="10000"/>
                    </a:schemeClr>
                  </a:solidFill>
                </a:endParaRPr>
              </a:p>
            </p:txBody>
          </p:sp>
        </mc:Choice>
        <mc:Fallback xmlns="">
          <p:sp>
            <p:nvSpPr>
              <p:cNvPr id="90" name="テキスト ボックス 89">
                <a:extLst>
                  <a:ext uri="{FF2B5EF4-FFF2-40B4-BE49-F238E27FC236}">
                    <a16:creationId xmlns:a16="http://schemas.microsoft.com/office/drawing/2014/main" id="{1B803307-1BD0-75BA-9D83-AFFC41155F98}"/>
                  </a:ext>
                </a:extLst>
              </p:cNvPr>
              <p:cNvSpPr txBox="1">
                <a:spLocks noRot="1" noChangeAspect="1" noMove="1" noResize="1" noEditPoints="1" noAdjustHandles="1" noChangeArrowheads="1" noChangeShapeType="1" noTextEdit="1"/>
              </p:cNvSpPr>
              <p:nvPr/>
            </p:nvSpPr>
            <p:spPr>
              <a:xfrm>
                <a:off x="471054" y="4320143"/>
                <a:ext cx="269112" cy="369332"/>
              </a:xfrm>
              <a:prstGeom prst="rect">
                <a:avLst/>
              </a:prstGeom>
              <a:blipFill>
                <a:blip r:embed="rId2"/>
                <a:stretch>
                  <a:fillRect l="-11364" r="-11364" b="-1667"/>
                </a:stretch>
              </a:blipFill>
            </p:spPr>
            <p:txBody>
              <a:bodyPr/>
              <a:lstStyle/>
              <a:p>
                <a:r>
                  <a:rPr lang="ja-JP" altLang="en-US">
                    <a:noFill/>
                  </a:rPr>
                  <a:t> </a:t>
                </a:r>
              </a:p>
            </p:txBody>
          </p:sp>
        </mc:Fallback>
      </mc:AlternateContent>
      <p:cxnSp>
        <p:nvCxnSpPr>
          <p:cNvPr id="91" name="直線コネクタ 90">
            <a:extLst>
              <a:ext uri="{FF2B5EF4-FFF2-40B4-BE49-F238E27FC236}">
                <a16:creationId xmlns:a16="http://schemas.microsoft.com/office/drawing/2014/main" id="{B96B156D-9A91-8CED-57F6-02DB92AA6D6D}"/>
              </a:ext>
            </a:extLst>
          </p:cNvPr>
          <p:cNvCxnSpPr>
            <a:cxnSpLocks/>
            <a:stCxn id="90" idx="3"/>
            <a:endCxn id="92" idx="2"/>
          </p:cNvCxnSpPr>
          <p:nvPr/>
        </p:nvCxnSpPr>
        <p:spPr>
          <a:xfrm>
            <a:off x="740166" y="4504809"/>
            <a:ext cx="3124951" cy="0"/>
          </a:xfrm>
          <a:prstGeom prst="line">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92" name="楕円 91">
            <a:extLst>
              <a:ext uri="{FF2B5EF4-FFF2-40B4-BE49-F238E27FC236}">
                <a16:creationId xmlns:a16="http://schemas.microsoft.com/office/drawing/2014/main" id="{B8DD1CA2-CD1D-C7E0-2049-275C2013D1C8}"/>
              </a:ext>
            </a:extLst>
          </p:cNvPr>
          <p:cNvSpPr/>
          <p:nvPr/>
        </p:nvSpPr>
        <p:spPr>
          <a:xfrm>
            <a:off x="3865117" y="4444484"/>
            <a:ext cx="120650" cy="120650"/>
          </a:xfrm>
          <a:prstGeom prst="ellipse">
            <a:avLst/>
          </a:prstGeom>
          <a:noFill/>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kumimoji="1" lang="ja-JP" altLang="en-US"/>
          </a:p>
        </p:txBody>
      </p:sp>
      <p:cxnSp>
        <p:nvCxnSpPr>
          <p:cNvPr id="93" name="直線コネクタ 92">
            <a:extLst>
              <a:ext uri="{FF2B5EF4-FFF2-40B4-BE49-F238E27FC236}">
                <a16:creationId xmlns:a16="http://schemas.microsoft.com/office/drawing/2014/main" id="{F125E06C-DB98-4C6B-574E-EA6BB68E119F}"/>
              </a:ext>
            </a:extLst>
          </p:cNvPr>
          <p:cNvCxnSpPr>
            <a:cxnSpLocks/>
            <a:stCxn id="92" idx="6"/>
            <a:endCxn id="100" idx="1"/>
          </p:cNvCxnSpPr>
          <p:nvPr/>
        </p:nvCxnSpPr>
        <p:spPr>
          <a:xfrm>
            <a:off x="3985767" y="4504809"/>
            <a:ext cx="616159" cy="0"/>
          </a:xfrm>
          <a:prstGeom prst="line">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94" name="コネクタ: カギ線 93">
            <a:extLst>
              <a:ext uri="{FF2B5EF4-FFF2-40B4-BE49-F238E27FC236}">
                <a16:creationId xmlns:a16="http://schemas.microsoft.com/office/drawing/2014/main" id="{D259E531-E587-5E82-788B-3CB6DA562CCB}"/>
              </a:ext>
            </a:extLst>
          </p:cNvPr>
          <p:cNvCxnSpPr>
            <a:cxnSpLocks/>
            <a:stCxn id="90" idx="3"/>
            <a:endCxn id="107" idx="1"/>
          </p:cNvCxnSpPr>
          <p:nvPr/>
        </p:nvCxnSpPr>
        <p:spPr>
          <a:xfrm>
            <a:off x="740166" y="4504809"/>
            <a:ext cx="1310646" cy="1066908"/>
          </a:xfrm>
          <a:prstGeom prst="bentConnector3">
            <a:avLst>
              <a:gd name="adj1" fmla="val 68992"/>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95" name="コネクタ: カギ線 94">
            <a:extLst>
              <a:ext uri="{FF2B5EF4-FFF2-40B4-BE49-F238E27FC236}">
                <a16:creationId xmlns:a16="http://schemas.microsoft.com/office/drawing/2014/main" id="{4322B6A5-F370-8CF8-E897-E3D0025242B1}"/>
              </a:ext>
            </a:extLst>
          </p:cNvPr>
          <p:cNvCxnSpPr>
            <a:cxnSpLocks/>
            <a:stCxn id="113" idx="0"/>
            <a:endCxn id="92" idx="4"/>
          </p:cNvCxnSpPr>
          <p:nvPr/>
        </p:nvCxnSpPr>
        <p:spPr>
          <a:xfrm flipV="1">
            <a:off x="3626488" y="4565134"/>
            <a:ext cx="298954" cy="1006584"/>
          </a:xfrm>
          <a:prstGeom prst="bentConnector2">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grpSp>
        <p:nvGrpSpPr>
          <p:cNvPr id="96" name="グループ化 95">
            <a:extLst>
              <a:ext uri="{FF2B5EF4-FFF2-40B4-BE49-F238E27FC236}">
                <a16:creationId xmlns:a16="http://schemas.microsoft.com/office/drawing/2014/main" id="{6F86A2DD-0BD6-A605-658C-30CA07E72B08}"/>
              </a:ext>
            </a:extLst>
          </p:cNvPr>
          <p:cNvGrpSpPr/>
          <p:nvPr/>
        </p:nvGrpSpPr>
        <p:grpSpPr>
          <a:xfrm>
            <a:off x="3047482" y="5238391"/>
            <a:ext cx="579005" cy="666654"/>
            <a:chOff x="3633715" y="4527650"/>
            <a:chExt cx="579005" cy="666654"/>
          </a:xfrm>
        </p:grpSpPr>
        <p:sp>
          <p:nvSpPr>
            <p:cNvPr id="113" name="二等辺三角形 112">
              <a:extLst>
                <a:ext uri="{FF2B5EF4-FFF2-40B4-BE49-F238E27FC236}">
                  <a16:creationId xmlns:a16="http://schemas.microsoft.com/office/drawing/2014/main" id="{4C3E01A4-E935-1E49-6544-732F473C1978}"/>
                </a:ext>
              </a:extLst>
            </p:cNvPr>
            <p:cNvSpPr/>
            <p:nvPr/>
          </p:nvSpPr>
          <p:spPr>
            <a:xfrm rot="5400000">
              <a:off x="3589891" y="4571474"/>
              <a:ext cx="666654" cy="579005"/>
            </a:xfrm>
            <a:prstGeom prst="triangle">
              <a:avLst/>
            </a:prstGeom>
            <a:noFill/>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vert="vert270" rtlCol="0" anchor="ctr"/>
            <a:lstStyle/>
            <a:p>
              <a:pPr algn="ctr"/>
              <a:endParaRPr kumimoji="1" lang="ja-JP" altLang="en-US" sz="1050" dirty="0"/>
            </a:p>
          </p:txBody>
        </p:sp>
        <p:sp>
          <p:nvSpPr>
            <p:cNvPr id="114" name="テキスト ボックス 113">
              <a:extLst>
                <a:ext uri="{FF2B5EF4-FFF2-40B4-BE49-F238E27FC236}">
                  <a16:creationId xmlns:a16="http://schemas.microsoft.com/office/drawing/2014/main" id="{6D58DE4B-911E-06D2-8281-F76E55B9AF25}"/>
                </a:ext>
              </a:extLst>
            </p:cNvPr>
            <p:cNvSpPr txBox="1"/>
            <p:nvPr/>
          </p:nvSpPr>
          <p:spPr>
            <a:xfrm>
              <a:off x="3664430" y="4722477"/>
              <a:ext cx="394339" cy="276999"/>
            </a:xfrm>
            <a:prstGeom prst="rect">
              <a:avLst/>
            </a:prstGeom>
            <a:noFill/>
          </p:spPr>
          <p:txBody>
            <a:bodyPr wrap="none" lIns="0" tIns="0" rIns="0" bIns="0" rtlCol="0">
              <a:spAutoFit/>
            </a:bodyPr>
            <a:lstStyle/>
            <a:p>
              <a:r>
                <a:rPr lang="ja-JP" altLang="en-US" dirty="0"/>
                <a:t>✕</a:t>
              </a:r>
              <a:r>
                <a:rPr lang="en-US" altLang="ja-JP" dirty="0"/>
                <a:t>-1</a:t>
              </a:r>
              <a:endParaRPr lang="ja-JP" altLang="en-US" dirty="0"/>
            </a:p>
          </p:txBody>
        </p:sp>
      </p:grpSp>
      <p:cxnSp>
        <p:nvCxnSpPr>
          <p:cNvPr id="97" name="直線コネクタ 96">
            <a:extLst>
              <a:ext uri="{FF2B5EF4-FFF2-40B4-BE49-F238E27FC236}">
                <a16:creationId xmlns:a16="http://schemas.microsoft.com/office/drawing/2014/main" id="{3E9FCB21-9FD0-3502-FE34-0089B1551FC1}"/>
              </a:ext>
            </a:extLst>
          </p:cNvPr>
          <p:cNvCxnSpPr>
            <a:cxnSpLocks/>
            <a:stCxn id="107" idx="3"/>
            <a:endCxn id="113" idx="3"/>
          </p:cNvCxnSpPr>
          <p:nvPr/>
        </p:nvCxnSpPr>
        <p:spPr>
          <a:xfrm>
            <a:off x="2713752" y="5571717"/>
            <a:ext cx="333731" cy="1"/>
          </a:xfrm>
          <a:prstGeom prst="line">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98" name="テキスト ボックス 97">
            <a:extLst>
              <a:ext uri="{FF2B5EF4-FFF2-40B4-BE49-F238E27FC236}">
                <a16:creationId xmlns:a16="http://schemas.microsoft.com/office/drawing/2014/main" id="{C7380556-B434-F605-E280-46A1375AD40F}"/>
              </a:ext>
            </a:extLst>
          </p:cNvPr>
          <p:cNvSpPr txBox="1"/>
          <p:nvPr/>
        </p:nvSpPr>
        <p:spPr>
          <a:xfrm>
            <a:off x="3699021" y="4259818"/>
            <a:ext cx="153888" cy="184666"/>
          </a:xfrm>
          <a:prstGeom prst="rect">
            <a:avLst/>
          </a:prstGeom>
          <a:noFill/>
        </p:spPr>
        <p:txBody>
          <a:bodyPr wrap="none" lIns="0" tIns="0" rIns="0" bIns="0" rtlCol="0">
            <a:spAutoFit/>
          </a:bodyPr>
          <a:lstStyle/>
          <a:p>
            <a:pPr algn="l"/>
            <a:r>
              <a:rPr kumimoji="1" lang="ja-JP" altLang="en-US" sz="1200" dirty="0">
                <a:solidFill>
                  <a:schemeClr val="tx1">
                    <a:lumMod val="90000"/>
                    <a:lumOff val="10000"/>
                  </a:schemeClr>
                </a:solidFill>
              </a:rPr>
              <a:t>＋</a:t>
            </a:r>
          </a:p>
        </p:txBody>
      </p:sp>
      <p:sp>
        <p:nvSpPr>
          <p:cNvPr id="99" name="テキスト ボックス 98">
            <a:extLst>
              <a:ext uri="{FF2B5EF4-FFF2-40B4-BE49-F238E27FC236}">
                <a16:creationId xmlns:a16="http://schemas.microsoft.com/office/drawing/2014/main" id="{D02E3BAD-272D-849D-9E7D-6FF0E0037CCB}"/>
              </a:ext>
            </a:extLst>
          </p:cNvPr>
          <p:cNvSpPr txBox="1"/>
          <p:nvPr/>
        </p:nvSpPr>
        <p:spPr>
          <a:xfrm>
            <a:off x="3754054" y="4594601"/>
            <a:ext cx="153888" cy="184666"/>
          </a:xfrm>
          <a:prstGeom prst="rect">
            <a:avLst/>
          </a:prstGeom>
          <a:noFill/>
        </p:spPr>
        <p:txBody>
          <a:bodyPr wrap="none" lIns="0" tIns="0" rIns="0" bIns="0" rtlCol="0">
            <a:spAutoFit/>
          </a:bodyPr>
          <a:lstStyle/>
          <a:p>
            <a:pPr algn="l"/>
            <a:r>
              <a:rPr kumimoji="1" lang="ja-JP" altLang="en-US" sz="1200" dirty="0">
                <a:solidFill>
                  <a:schemeClr val="tx1">
                    <a:lumMod val="90000"/>
                    <a:lumOff val="10000"/>
                  </a:schemeClr>
                </a:solidFill>
              </a:rPr>
              <a:t>＋</a:t>
            </a:r>
          </a:p>
        </p:txBody>
      </p:sp>
      <p:sp>
        <p:nvSpPr>
          <p:cNvPr id="100" name="正方形/長方形 99">
            <a:extLst>
              <a:ext uri="{FF2B5EF4-FFF2-40B4-BE49-F238E27FC236}">
                <a16:creationId xmlns:a16="http://schemas.microsoft.com/office/drawing/2014/main" id="{9EF32552-8110-B3FD-C16A-FD62FE9FF25F}"/>
              </a:ext>
            </a:extLst>
          </p:cNvPr>
          <p:cNvSpPr/>
          <p:nvPr/>
        </p:nvSpPr>
        <p:spPr>
          <a:xfrm>
            <a:off x="4601926" y="4047609"/>
            <a:ext cx="660400" cy="914400"/>
          </a:xfrm>
          <a:prstGeom prst="rect">
            <a:avLst/>
          </a:prstGeom>
          <a:noFill/>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kumimoji="1" lang="ja-JP" altLang="en-US"/>
          </a:p>
        </p:txBody>
      </p:sp>
      <p:grpSp>
        <p:nvGrpSpPr>
          <p:cNvPr id="101" name="グループ化 100">
            <a:extLst>
              <a:ext uri="{FF2B5EF4-FFF2-40B4-BE49-F238E27FC236}">
                <a16:creationId xmlns:a16="http://schemas.microsoft.com/office/drawing/2014/main" id="{22118B12-3AFA-3184-6755-F5CA04A78C41}"/>
              </a:ext>
            </a:extLst>
          </p:cNvPr>
          <p:cNvGrpSpPr/>
          <p:nvPr/>
        </p:nvGrpSpPr>
        <p:grpSpPr>
          <a:xfrm>
            <a:off x="4728132" y="4134602"/>
            <a:ext cx="407988" cy="740414"/>
            <a:chOff x="5257800" y="2134549"/>
            <a:chExt cx="603250" cy="740414"/>
          </a:xfrm>
        </p:grpSpPr>
        <p:cxnSp>
          <p:nvCxnSpPr>
            <p:cNvPr id="109" name="直線コネクタ 108">
              <a:extLst>
                <a:ext uri="{FF2B5EF4-FFF2-40B4-BE49-F238E27FC236}">
                  <a16:creationId xmlns:a16="http://schemas.microsoft.com/office/drawing/2014/main" id="{35EE9849-E326-354E-C39C-57D0DF079074}"/>
                </a:ext>
              </a:extLst>
            </p:cNvPr>
            <p:cNvCxnSpPr/>
            <p:nvPr/>
          </p:nvCxnSpPr>
          <p:spPr>
            <a:xfrm>
              <a:off x="5559425" y="2139950"/>
              <a:ext cx="301625" cy="0"/>
            </a:xfrm>
            <a:prstGeom prst="line">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110" name="直線コネクタ 109">
              <a:extLst>
                <a:ext uri="{FF2B5EF4-FFF2-40B4-BE49-F238E27FC236}">
                  <a16:creationId xmlns:a16="http://schemas.microsoft.com/office/drawing/2014/main" id="{3EC31D24-0417-AF29-5208-01EB93F507D8}"/>
                </a:ext>
              </a:extLst>
            </p:cNvPr>
            <p:cNvCxnSpPr>
              <a:cxnSpLocks/>
            </p:cNvCxnSpPr>
            <p:nvPr/>
          </p:nvCxnSpPr>
          <p:spPr>
            <a:xfrm flipV="1">
              <a:off x="5559426" y="2134549"/>
              <a:ext cx="0" cy="740414"/>
            </a:xfrm>
            <a:prstGeom prst="line">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111" name="直線コネクタ 110">
              <a:extLst>
                <a:ext uri="{FF2B5EF4-FFF2-40B4-BE49-F238E27FC236}">
                  <a16:creationId xmlns:a16="http://schemas.microsoft.com/office/drawing/2014/main" id="{29F4409E-92DA-1659-0845-59331129E6A1}"/>
                </a:ext>
              </a:extLst>
            </p:cNvPr>
            <p:cNvCxnSpPr/>
            <p:nvPr/>
          </p:nvCxnSpPr>
          <p:spPr>
            <a:xfrm>
              <a:off x="5257800" y="2874963"/>
              <a:ext cx="301625" cy="0"/>
            </a:xfrm>
            <a:prstGeom prst="line">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112" name="直線コネクタ 111">
              <a:extLst>
                <a:ext uri="{FF2B5EF4-FFF2-40B4-BE49-F238E27FC236}">
                  <a16:creationId xmlns:a16="http://schemas.microsoft.com/office/drawing/2014/main" id="{C2945024-9E46-3763-D7B1-82004160384E}"/>
                </a:ext>
              </a:extLst>
            </p:cNvPr>
            <p:cNvCxnSpPr/>
            <p:nvPr/>
          </p:nvCxnSpPr>
          <p:spPr>
            <a:xfrm>
              <a:off x="5408612" y="2512590"/>
              <a:ext cx="301625" cy="0"/>
            </a:xfrm>
            <a:prstGeom prst="line">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grpSp>
      <mc:AlternateContent xmlns:mc="http://schemas.openxmlformats.org/markup-compatibility/2006" xmlns:a14="http://schemas.microsoft.com/office/drawing/2010/main">
        <mc:Choice Requires="a14">
          <p:sp>
            <p:nvSpPr>
              <p:cNvPr id="102" name="テキスト ボックス 101">
                <a:extLst>
                  <a:ext uri="{FF2B5EF4-FFF2-40B4-BE49-F238E27FC236}">
                    <a16:creationId xmlns:a16="http://schemas.microsoft.com/office/drawing/2014/main" id="{4682612B-9125-DEB7-3FE4-13E28458754D}"/>
                  </a:ext>
                </a:extLst>
              </p:cNvPr>
              <p:cNvSpPr txBox="1"/>
              <p:nvPr/>
            </p:nvSpPr>
            <p:spPr>
              <a:xfrm>
                <a:off x="8826546" y="4320143"/>
                <a:ext cx="269113" cy="369332"/>
              </a:xfrm>
              <a:prstGeom prst="rect">
                <a:avLst/>
              </a:prstGeom>
              <a:noFill/>
            </p:spPr>
            <p:txBody>
              <a:bodyPr wrap="none" lIns="0" tIns="0" rIns="0" bIns="0" rtlCol="0">
                <a:spAutoFit/>
              </a:bodyPr>
              <a:lstStyle/>
              <a:p>
                <a:pPr algn="l"/>
                <a14:m>
                  <m:oMathPara xmlns:m="http://schemas.openxmlformats.org/officeDocument/2006/math">
                    <m:oMath>
                      <m:acc>
                        <m:accPr>
                          <m:chr m:val="̂"/>
                          <m:ctrlPr>
                            <a:rPr kumimoji="1" lang="en-US" altLang="ja-JP" sz="2400" b="0" i="1" smtClean="0">
                              <a:solidFill>
                                <a:schemeClr val="tx1">
                                  <a:lumMod val="90000"/>
                                  <a:lumOff val="10000"/>
                                </a:schemeClr>
                              </a:solidFill>
                              <a:latin typeface="Cambria Math" panose="02040503050406030204" pitchFamily="18" charset="0"/>
                            </a:rPr>
                          </m:ctrlPr>
                        </m:accPr>
                        <m:e>
                          <m:r>
                            <a:rPr kumimoji="1" lang="en-US" altLang="ja-JP" sz="2400" b="0" i="1" smtClean="0">
                              <a:solidFill>
                                <a:schemeClr val="tx1">
                                  <a:lumMod val="90000"/>
                                  <a:lumOff val="10000"/>
                                </a:schemeClr>
                              </a:solidFill>
                              <a:latin typeface="Cambria Math" panose="02040503050406030204" pitchFamily="18" charset="0"/>
                            </a:rPr>
                            <m:t>𝑢</m:t>
                          </m:r>
                        </m:e>
                      </m:acc>
                    </m:oMath>
                  </m:oMathPara>
                </a14:m>
                <a:endParaRPr kumimoji="1" lang="ja-JP" altLang="en-US" sz="2400" dirty="0">
                  <a:solidFill>
                    <a:schemeClr val="tx1">
                      <a:lumMod val="90000"/>
                      <a:lumOff val="10000"/>
                    </a:schemeClr>
                  </a:solidFill>
                </a:endParaRPr>
              </a:p>
            </p:txBody>
          </p:sp>
        </mc:Choice>
        <mc:Fallback xmlns="">
          <p:sp>
            <p:nvSpPr>
              <p:cNvPr id="102" name="テキスト ボックス 101">
                <a:extLst>
                  <a:ext uri="{FF2B5EF4-FFF2-40B4-BE49-F238E27FC236}">
                    <a16:creationId xmlns:a16="http://schemas.microsoft.com/office/drawing/2014/main" id="{4682612B-9125-DEB7-3FE4-13E28458754D}"/>
                  </a:ext>
                </a:extLst>
              </p:cNvPr>
              <p:cNvSpPr txBox="1">
                <a:spLocks noRot="1" noChangeAspect="1" noMove="1" noResize="1" noEditPoints="1" noAdjustHandles="1" noChangeArrowheads="1" noChangeShapeType="1" noTextEdit="1"/>
              </p:cNvSpPr>
              <p:nvPr/>
            </p:nvSpPr>
            <p:spPr>
              <a:xfrm>
                <a:off x="8826546" y="4320143"/>
                <a:ext cx="269113" cy="369332"/>
              </a:xfrm>
              <a:prstGeom prst="rect">
                <a:avLst/>
              </a:prstGeom>
              <a:blipFill>
                <a:blip r:embed="rId3"/>
                <a:stretch>
                  <a:fillRect l="-13636" t="-15000" r="-70455" b="-1667"/>
                </a:stretch>
              </a:blipFill>
            </p:spPr>
            <p:txBody>
              <a:bodyPr/>
              <a:lstStyle/>
              <a:p>
                <a:r>
                  <a:rPr lang="ja-JP" altLang="en-US">
                    <a:noFill/>
                  </a:rPr>
                  <a:t> </a:t>
                </a:r>
              </a:p>
            </p:txBody>
          </p:sp>
        </mc:Fallback>
      </mc:AlternateContent>
      <p:cxnSp>
        <p:nvCxnSpPr>
          <p:cNvPr id="103" name="直線コネクタ 102">
            <a:extLst>
              <a:ext uri="{FF2B5EF4-FFF2-40B4-BE49-F238E27FC236}">
                <a16:creationId xmlns:a16="http://schemas.microsoft.com/office/drawing/2014/main" id="{FBB43B38-1507-4656-E73F-0EE801D9B951}"/>
              </a:ext>
            </a:extLst>
          </p:cNvPr>
          <p:cNvCxnSpPr>
            <a:cxnSpLocks/>
            <a:stCxn id="100" idx="3"/>
            <a:endCxn id="123" idx="2"/>
          </p:cNvCxnSpPr>
          <p:nvPr/>
        </p:nvCxnSpPr>
        <p:spPr>
          <a:xfrm>
            <a:off x="5262326" y="4504809"/>
            <a:ext cx="849956" cy="0"/>
          </a:xfrm>
          <a:prstGeom prst="line">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grpSp>
        <p:nvGrpSpPr>
          <p:cNvPr id="104" name="グループ化 103">
            <a:extLst>
              <a:ext uri="{FF2B5EF4-FFF2-40B4-BE49-F238E27FC236}">
                <a16:creationId xmlns:a16="http://schemas.microsoft.com/office/drawing/2014/main" id="{44883D00-B997-9B57-7A21-7C82CCD9A0A8}"/>
              </a:ext>
            </a:extLst>
          </p:cNvPr>
          <p:cNvGrpSpPr/>
          <p:nvPr/>
        </p:nvGrpSpPr>
        <p:grpSpPr>
          <a:xfrm flipV="1">
            <a:off x="2050812" y="5163412"/>
            <a:ext cx="662940" cy="816610"/>
            <a:chOff x="9274810" y="4104640"/>
            <a:chExt cx="662940" cy="816610"/>
          </a:xfrm>
        </p:grpSpPr>
        <p:sp>
          <p:nvSpPr>
            <p:cNvPr id="107" name="正方形/長方形 106">
              <a:extLst>
                <a:ext uri="{FF2B5EF4-FFF2-40B4-BE49-F238E27FC236}">
                  <a16:creationId xmlns:a16="http://schemas.microsoft.com/office/drawing/2014/main" id="{73EEADFC-21D3-3FC6-2703-1443081C3C9E}"/>
                </a:ext>
              </a:extLst>
            </p:cNvPr>
            <p:cNvSpPr/>
            <p:nvPr/>
          </p:nvSpPr>
          <p:spPr>
            <a:xfrm>
              <a:off x="9274810" y="4104640"/>
              <a:ext cx="662940" cy="816610"/>
            </a:xfrm>
            <a:prstGeom prst="rect">
              <a:avLst/>
            </a:prstGeom>
            <a:noFill/>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kumimoji="1" lang="ja-JP" altLang="en-US"/>
            </a:p>
          </p:txBody>
        </p:sp>
        <p:sp>
          <p:nvSpPr>
            <p:cNvPr id="108" name="二等辺三角形 107">
              <a:extLst>
                <a:ext uri="{FF2B5EF4-FFF2-40B4-BE49-F238E27FC236}">
                  <a16:creationId xmlns:a16="http://schemas.microsoft.com/office/drawing/2014/main" id="{16C94FBA-5360-1BAA-6848-AA8F1C57591B}"/>
                </a:ext>
              </a:extLst>
            </p:cNvPr>
            <p:cNvSpPr/>
            <p:nvPr/>
          </p:nvSpPr>
          <p:spPr>
            <a:xfrm rot="10800000">
              <a:off x="9439592" y="4104640"/>
              <a:ext cx="333375" cy="161925"/>
            </a:xfrm>
            <a:prstGeom prst="triangle">
              <a:avLst/>
            </a:prstGeom>
            <a:noFill/>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kumimoji="1" lang="ja-JP" altLang="en-US"/>
            </a:p>
          </p:txBody>
        </p:sp>
      </p:grpSp>
      <mc:AlternateContent xmlns:mc="http://schemas.openxmlformats.org/markup-compatibility/2006" xmlns:a14="http://schemas.microsoft.com/office/drawing/2010/main">
        <mc:Choice Requires="a14">
          <p:sp>
            <p:nvSpPr>
              <p:cNvPr id="105" name="テキスト ボックス 104">
                <a:extLst>
                  <a:ext uri="{FF2B5EF4-FFF2-40B4-BE49-F238E27FC236}">
                    <a16:creationId xmlns:a16="http://schemas.microsoft.com/office/drawing/2014/main" id="{215C9DE2-C690-06FF-C235-E44ABB009F6C}"/>
                  </a:ext>
                </a:extLst>
              </p:cNvPr>
              <p:cNvSpPr txBox="1"/>
              <p:nvPr/>
            </p:nvSpPr>
            <p:spPr>
              <a:xfrm>
                <a:off x="1342947" y="6106348"/>
                <a:ext cx="502766" cy="369332"/>
              </a:xfrm>
              <a:prstGeom prst="rect">
                <a:avLst/>
              </a:prstGeom>
              <a:noFill/>
            </p:spPr>
            <p:txBody>
              <a:bodyPr wrap="square" lIns="0" tIns="0" rIns="0" bIns="0" rtlCol="0">
                <a:spAutoFit/>
              </a:bodyPr>
              <a:lstStyle/>
              <a:p>
                <a:pPr algn="l"/>
                <a14:m>
                  <m:oMathPara xmlns:m="http://schemas.openxmlformats.org/officeDocument/2006/math">
                    <m:oMath>
                      <m:r>
                        <a:rPr kumimoji="1" lang="en-US" altLang="ja-JP" sz="2400" b="0" i="1" smtClean="0">
                          <a:solidFill>
                            <a:schemeClr val="tx1">
                              <a:lumMod val="90000"/>
                              <a:lumOff val="10000"/>
                            </a:schemeClr>
                          </a:solidFill>
                          <a:latin typeface="Cambria Math" panose="02040503050406030204" pitchFamily="18" charset="0"/>
                        </a:rPr>
                        <m:t>𝑐𝑙𝑘</m:t>
                      </m:r>
                    </m:oMath>
                  </m:oMathPara>
                </a14:m>
                <a:endParaRPr kumimoji="1" lang="ja-JP" altLang="en-US" sz="2400" dirty="0">
                  <a:solidFill>
                    <a:schemeClr val="tx1">
                      <a:lumMod val="90000"/>
                      <a:lumOff val="10000"/>
                    </a:schemeClr>
                  </a:solidFill>
                </a:endParaRPr>
              </a:p>
            </p:txBody>
          </p:sp>
        </mc:Choice>
        <mc:Fallback xmlns="">
          <p:sp>
            <p:nvSpPr>
              <p:cNvPr id="105" name="テキスト ボックス 104">
                <a:extLst>
                  <a:ext uri="{FF2B5EF4-FFF2-40B4-BE49-F238E27FC236}">
                    <a16:creationId xmlns:a16="http://schemas.microsoft.com/office/drawing/2014/main" id="{215C9DE2-C690-06FF-C235-E44ABB009F6C}"/>
                  </a:ext>
                </a:extLst>
              </p:cNvPr>
              <p:cNvSpPr txBox="1">
                <a:spLocks noRot="1" noChangeAspect="1" noMove="1" noResize="1" noEditPoints="1" noAdjustHandles="1" noChangeArrowheads="1" noChangeShapeType="1" noTextEdit="1"/>
              </p:cNvSpPr>
              <p:nvPr/>
            </p:nvSpPr>
            <p:spPr>
              <a:xfrm>
                <a:off x="1342947" y="6106348"/>
                <a:ext cx="502766" cy="369332"/>
              </a:xfrm>
              <a:prstGeom prst="rect">
                <a:avLst/>
              </a:prstGeom>
              <a:blipFill>
                <a:blip r:embed="rId4"/>
                <a:stretch>
                  <a:fillRect l="-13253" r="-10843" b="-11667"/>
                </a:stretch>
              </a:blipFill>
            </p:spPr>
            <p:txBody>
              <a:bodyPr/>
              <a:lstStyle/>
              <a:p>
                <a:r>
                  <a:rPr lang="ja-JP" altLang="en-US">
                    <a:noFill/>
                  </a:rPr>
                  <a:t> </a:t>
                </a:r>
              </a:p>
            </p:txBody>
          </p:sp>
        </mc:Fallback>
      </mc:AlternateContent>
      <p:cxnSp>
        <p:nvCxnSpPr>
          <p:cNvPr id="106" name="コネクタ: カギ線 105">
            <a:extLst>
              <a:ext uri="{FF2B5EF4-FFF2-40B4-BE49-F238E27FC236}">
                <a16:creationId xmlns:a16="http://schemas.microsoft.com/office/drawing/2014/main" id="{B4117C69-0877-EC8A-A5F6-06265368705C}"/>
              </a:ext>
            </a:extLst>
          </p:cNvPr>
          <p:cNvCxnSpPr>
            <a:cxnSpLocks/>
            <a:stCxn id="105" idx="3"/>
            <a:endCxn id="108" idx="3"/>
          </p:cNvCxnSpPr>
          <p:nvPr/>
        </p:nvCxnSpPr>
        <p:spPr>
          <a:xfrm flipV="1">
            <a:off x="1845713" y="5980022"/>
            <a:ext cx="536568" cy="310992"/>
          </a:xfrm>
          <a:prstGeom prst="bentConnector2">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grpSp>
        <p:nvGrpSpPr>
          <p:cNvPr id="117" name="グループ化 116">
            <a:extLst>
              <a:ext uri="{FF2B5EF4-FFF2-40B4-BE49-F238E27FC236}">
                <a16:creationId xmlns:a16="http://schemas.microsoft.com/office/drawing/2014/main" id="{B4E15D70-BDBB-31EE-8191-EF39820E9204}"/>
              </a:ext>
            </a:extLst>
          </p:cNvPr>
          <p:cNvGrpSpPr/>
          <p:nvPr/>
        </p:nvGrpSpPr>
        <p:grpSpPr>
          <a:xfrm flipV="1">
            <a:off x="6712239" y="4096504"/>
            <a:ext cx="662940" cy="816610"/>
            <a:chOff x="9274810" y="4104640"/>
            <a:chExt cx="662940" cy="816610"/>
          </a:xfrm>
        </p:grpSpPr>
        <p:sp>
          <p:nvSpPr>
            <p:cNvPr id="118" name="正方形/長方形 117">
              <a:extLst>
                <a:ext uri="{FF2B5EF4-FFF2-40B4-BE49-F238E27FC236}">
                  <a16:creationId xmlns:a16="http://schemas.microsoft.com/office/drawing/2014/main" id="{3C53770C-4561-D0D7-DEDF-77A714BC59BE}"/>
                </a:ext>
              </a:extLst>
            </p:cNvPr>
            <p:cNvSpPr/>
            <p:nvPr/>
          </p:nvSpPr>
          <p:spPr>
            <a:xfrm>
              <a:off x="9274810" y="4104640"/>
              <a:ext cx="662940" cy="816610"/>
            </a:xfrm>
            <a:prstGeom prst="rect">
              <a:avLst/>
            </a:prstGeom>
            <a:noFill/>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kumimoji="1" lang="ja-JP" altLang="en-US"/>
            </a:p>
          </p:txBody>
        </p:sp>
        <p:sp>
          <p:nvSpPr>
            <p:cNvPr id="119" name="二等辺三角形 118">
              <a:extLst>
                <a:ext uri="{FF2B5EF4-FFF2-40B4-BE49-F238E27FC236}">
                  <a16:creationId xmlns:a16="http://schemas.microsoft.com/office/drawing/2014/main" id="{D10E812E-52CB-4A22-95D2-61C0BA5CD821}"/>
                </a:ext>
              </a:extLst>
            </p:cNvPr>
            <p:cNvSpPr/>
            <p:nvPr/>
          </p:nvSpPr>
          <p:spPr>
            <a:xfrm rot="10800000">
              <a:off x="9439592" y="4104640"/>
              <a:ext cx="333375" cy="161925"/>
            </a:xfrm>
            <a:prstGeom prst="triangle">
              <a:avLst/>
            </a:prstGeom>
            <a:noFill/>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kumimoji="1" lang="ja-JP" altLang="en-US"/>
            </a:p>
          </p:txBody>
        </p:sp>
      </p:grpSp>
      <p:sp>
        <p:nvSpPr>
          <p:cNvPr id="123" name="楕円 122">
            <a:extLst>
              <a:ext uri="{FF2B5EF4-FFF2-40B4-BE49-F238E27FC236}">
                <a16:creationId xmlns:a16="http://schemas.microsoft.com/office/drawing/2014/main" id="{A33AEA7E-1AEF-EAEF-52C7-4659DAF24FD8}"/>
              </a:ext>
            </a:extLst>
          </p:cNvPr>
          <p:cNvSpPr/>
          <p:nvPr/>
        </p:nvSpPr>
        <p:spPr>
          <a:xfrm>
            <a:off x="6112282" y="4444484"/>
            <a:ext cx="120650" cy="120650"/>
          </a:xfrm>
          <a:prstGeom prst="ellipse">
            <a:avLst/>
          </a:prstGeom>
          <a:noFill/>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kumimoji="1" lang="ja-JP" altLang="en-US"/>
          </a:p>
        </p:txBody>
      </p:sp>
      <p:sp>
        <p:nvSpPr>
          <p:cNvPr id="124" name="テキスト ボックス 123">
            <a:extLst>
              <a:ext uri="{FF2B5EF4-FFF2-40B4-BE49-F238E27FC236}">
                <a16:creationId xmlns:a16="http://schemas.microsoft.com/office/drawing/2014/main" id="{B4227F47-150D-564D-CF04-275BAC190AB3}"/>
              </a:ext>
            </a:extLst>
          </p:cNvPr>
          <p:cNvSpPr txBox="1"/>
          <p:nvPr/>
        </p:nvSpPr>
        <p:spPr>
          <a:xfrm>
            <a:off x="5946186" y="4546479"/>
            <a:ext cx="153888" cy="184666"/>
          </a:xfrm>
          <a:prstGeom prst="rect">
            <a:avLst/>
          </a:prstGeom>
          <a:noFill/>
        </p:spPr>
        <p:txBody>
          <a:bodyPr wrap="none" lIns="0" tIns="0" rIns="0" bIns="0" rtlCol="0">
            <a:spAutoFit/>
          </a:bodyPr>
          <a:lstStyle/>
          <a:p>
            <a:pPr algn="l"/>
            <a:r>
              <a:rPr kumimoji="1" lang="ja-JP" altLang="en-US" sz="1200" dirty="0">
                <a:solidFill>
                  <a:schemeClr val="tx1">
                    <a:lumMod val="90000"/>
                    <a:lumOff val="10000"/>
                  </a:schemeClr>
                </a:solidFill>
              </a:rPr>
              <a:t>＋</a:t>
            </a:r>
          </a:p>
        </p:txBody>
      </p:sp>
      <p:sp>
        <p:nvSpPr>
          <p:cNvPr id="125" name="テキスト ボックス 124">
            <a:extLst>
              <a:ext uri="{FF2B5EF4-FFF2-40B4-BE49-F238E27FC236}">
                <a16:creationId xmlns:a16="http://schemas.microsoft.com/office/drawing/2014/main" id="{B348B552-03FA-AA98-C0BE-7A764C607E3C}"/>
              </a:ext>
            </a:extLst>
          </p:cNvPr>
          <p:cNvSpPr txBox="1"/>
          <p:nvPr/>
        </p:nvSpPr>
        <p:spPr>
          <a:xfrm>
            <a:off x="6226087" y="4289980"/>
            <a:ext cx="153888" cy="184666"/>
          </a:xfrm>
          <a:prstGeom prst="rect">
            <a:avLst/>
          </a:prstGeom>
          <a:noFill/>
        </p:spPr>
        <p:txBody>
          <a:bodyPr wrap="none" lIns="0" tIns="0" rIns="0" bIns="0" rtlCol="0">
            <a:spAutoFit/>
          </a:bodyPr>
          <a:lstStyle/>
          <a:p>
            <a:pPr algn="l"/>
            <a:r>
              <a:rPr kumimoji="1" lang="ja-JP" altLang="en-US" sz="1200" dirty="0">
                <a:solidFill>
                  <a:schemeClr val="tx1">
                    <a:lumMod val="90000"/>
                    <a:lumOff val="10000"/>
                  </a:schemeClr>
                </a:solidFill>
              </a:rPr>
              <a:t>＋</a:t>
            </a:r>
          </a:p>
        </p:txBody>
      </p:sp>
      <p:cxnSp>
        <p:nvCxnSpPr>
          <p:cNvPr id="128" name="直線コネクタ 127">
            <a:extLst>
              <a:ext uri="{FF2B5EF4-FFF2-40B4-BE49-F238E27FC236}">
                <a16:creationId xmlns:a16="http://schemas.microsoft.com/office/drawing/2014/main" id="{97501155-1CA3-5CC9-C024-DD4161EAE8F5}"/>
              </a:ext>
            </a:extLst>
          </p:cNvPr>
          <p:cNvCxnSpPr>
            <a:cxnSpLocks/>
            <a:stCxn id="123" idx="6"/>
            <a:endCxn id="118" idx="1"/>
          </p:cNvCxnSpPr>
          <p:nvPr/>
        </p:nvCxnSpPr>
        <p:spPr>
          <a:xfrm>
            <a:off x="6232932" y="4504809"/>
            <a:ext cx="479307" cy="0"/>
          </a:xfrm>
          <a:prstGeom prst="line">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33" name="コネクタ: カギ線 132">
            <a:extLst>
              <a:ext uri="{FF2B5EF4-FFF2-40B4-BE49-F238E27FC236}">
                <a16:creationId xmlns:a16="http://schemas.microsoft.com/office/drawing/2014/main" id="{1373E077-A466-3BCC-749F-D2588A8B289D}"/>
              </a:ext>
            </a:extLst>
          </p:cNvPr>
          <p:cNvCxnSpPr>
            <a:cxnSpLocks/>
            <a:stCxn id="118" idx="3"/>
            <a:endCxn id="123" idx="0"/>
          </p:cNvCxnSpPr>
          <p:nvPr/>
        </p:nvCxnSpPr>
        <p:spPr>
          <a:xfrm flipH="1" flipV="1">
            <a:off x="6172607" y="4444484"/>
            <a:ext cx="1202572" cy="60325"/>
          </a:xfrm>
          <a:prstGeom prst="bentConnector4">
            <a:avLst>
              <a:gd name="adj1" fmla="val -44223"/>
              <a:gd name="adj2" fmla="val 1055789"/>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38" name="直線コネクタ 137">
            <a:extLst>
              <a:ext uri="{FF2B5EF4-FFF2-40B4-BE49-F238E27FC236}">
                <a16:creationId xmlns:a16="http://schemas.microsoft.com/office/drawing/2014/main" id="{BC9FE279-1AD2-89F1-BD31-91DFF7D57D6F}"/>
              </a:ext>
            </a:extLst>
          </p:cNvPr>
          <p:cNvCxnSpPr>
            <a:cxnSpLocks/>
            <a:stCxn id="118" idx="3"/>
            <a:endCxn id="102" idx="1"/>
          </p:cNvCxnSpPr>
          <p:nvPr/>
        </p:nvCxnSpPr>
        <p:spPr>
          <a:xfrm>
            <a:off x="7375179" y="4504809"/>
            <a:ext cx="1451367" cy="0"/>
          </a:xfrm>
          <a:prstGeom prst="line">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46" name="テキスト ボックス 145">
            <a:extLst>
              <a:ext uri="{FF2B5EF4-FFF2-40B4-BE49-F238E27FC236}">
                <a16:creationId xmlns:a16="http://schemas.microsoft.com/office/drawing/2014/main" id="{EA554343-9C31-3620-4790-215F4F519BA3}"/>
              </a:ext>
            </a:extLst>
          </p:cNvPr>
          <p:cNvSpPr txBox="1"/>
          <p:nvPr/>
        </p:nvSpPr>
        <p:spPr>
          <a:xfrm>
            <a:off x="4130846" y="6095890"/>
            <a:ext cx="1313180" cy="461665"/>
          </a:xfrm>
          <a:prstGeom prst="rect">
            <a:avLst/>
          </a:prstGeom>
          <a:noFill/>
        </p:spPr>
        <p:txBody>
          <a:bodyPr wrap="none" rtlCol="0">
            <a:spAutoFit/>
          </a:bodyPr>
          <a:lstStyle/>
          <a:p>
            <a:pPr algn="l"/>
            <a:r>
              <a:rPr kumimoji="1" lang="en-US" altLang="ja-JP" sz="2400" dirty="0">
                <a:solidFill>
                  <a:schemeClr val="tx1">
                    <a:lumMod val="90000"/>
                    <a:lumOff val="10000"/>
                  </a:schemeClr>
                </a:solidFill>
              </a:rPr>
              <a:t>Δ</a:t>
            </a:r>
            <a:r>
              <a:rPr kumimoji="1" lang="ja-JP" altLang="en-US" sz="2400" dirty="0">
                <a:solidFill>
                  <a:schemeClr val="tx1">
                    <a:lumMod val="90000"/>
                    <a:lumOff val="10000"/>
                  </a:schemeClr>
                </a:solidFill>
              </a:rPr>
              <a:t>（微分）</a:t>
            </a:r>
          </a:p>
        </p:txBody>
      </p:sp>
      <p:sp>
        <p:nvSpPr>
          <p:cNvPr id="147" name="テキスト ボックス 146">
            <a:extLst>
              <a:ext uri="{FF2B5EF4-FFF2-40B4-BE49-F238E27FC236}">
                <a16:creationId xmlns:a16="http://schemas.microsoft.com/office/drawing/2014/main" id="{E17A8183-FEF5-0590-99BD-56E91914B2F0}"/>
              </a:ext>
            </a:extLst>
          </p:cNvPr>
          <p:cNvSpPr txBox="1"/>
          <p:nvPr/>
        </p:nvSpPr>
        <p:spPr>
          <a:xfrm>
            <a:off x="6172607" y="6080462"/>
            <a:ext cx="1298753" cy="461665"/>
          </a:xfrm>
          <a:prstGeom prst="rect">
            <a:avLst/>
          </a:prstGeom>
          <a:noFill/>
        </p:spPr>
        <p:txBody>
          <a:bodyPr wrap="none" rtlCol="0">
            <a:spAutoFit/>
          </a:bodyPr>
          <a:lstStyle/>
          <a:p>
            <a:r>
              <a:rPr lang="en-US" altLang="ja-JP" sz="2400" dirty="0">
                <a:solidFill>
                  <a:schemeClr val="tx1">
                    <a:lumMod val="90000"/>
                    <a:lumOff val="10000"/>
                  </a:schemeClr>
                </a:solidFill>
              </a:rPr>
              <a:t>Σ</a:t>
            </a:r>
            <a:r>
              <a:rPr lang="ja-JP" altLang="en-US" sz="2400" dirty="0">
                <a:solidFill>
                  <a:schemeClr val="tx1">
                    <a:lumMod val="90000"/>
                    <a:lumOff val="10000"/>
                  </a:schemeClr>
                </a:solidFill>
              </a:rPr>
              <a:t>（積分）</a:t>
            </a:r>
            <a:endParaRPr lang="en-US" altLang="ja-JP" sz="2400" dirty="0">
              <a:solidFill>
                <a:schemeClr val="tx1">
                  <a:lumMod val="90000"/>
                  <a:lumOff val="10000"/>
                </a:schemeClr>
              </a:solidFill>
            </a:endParaRPr>
          </a:p>
        </p:txBody>
      </p:sp>
      <mc:AlternateContent xmlns:mc="http://schemas.openxmlformats.org/markup-compatibility/2006" xmlns:a14="http://schemas.microsoft.com/office/drawing/2010/main">
        <mc:Choice Requires="a14">
          <p:sp>
            <p:nvSpPr>
              <p:cNvPr id="152" name="テキスト ボックス 151">
                <a:extLst>
                  <a:ext uri="{FF2B5EF4-FFF2-40B4-BE49-F238E27FC236}">
                    <a16:creationId xmlns:a16="http://schemas.microsoft.com/office/drawing/2014/main" id="{7C9DC5FA-3306-F1FB-BC73-5EE922E4F887}"/>
                  </a:ext>
                </a:extLst>
              </p:cNvPr>
              <p:cNvSpPr txBox="1"/>
              <p:nvPr/>
            </p:nvSpPr>
            <p:spPr>
              <a:xfrm>
                <a:off x="6001652" y="5142670"/>
                <a:ext cx="502766" cy="369332"/>
              </a:xfrm>
              <a:prstGeom prst="rect">
                <a:avLst/>
              </a:prstGeom>
              <a:noFill/>
            </p:spPr>
            <p:txBody>
              <a:bodyPr wrap="square" lIns="0" tIns="0" rIns="0" bIns="0" rtlCol="0">
                <a:spAutoFit/>
              </a:bodyPr>
              <a:lstStyle/>
              <a:p>
                <a:pPr algn="l"/>
                <a14:m>
                  <m:oMathPara xmlns:m="http://schemas.openxmlformats.org/officeDocument/2006/math">
                    <m:oMath>
                      <m:r>
                        <a:rPr kumimoji="1" lang="en-US" altLang="ja-JP" sz="2400" b="0" i="1" smtClean="0">
                          <a:solidFill>
                            <a:schemeClr val="tx1">
                              <a:lumMod val="90000"/>
                              <a:lumOff val="10000"/>
                            </a:schemeClr>
                          </a:solidFill>
                          <a:latin typeface="Cambria Math" panose="02040503050406030204" pitchFamily="18" charset="0"/>
                        </a:rPr>
                        <m:t>𝑐𝑙𝑘</m:t>
                      </m:r>
                    </m:oMath>
                  </m:oMathPara>
                </a14:m>
                <a:endParaRPr kumimoji="1" lang="ja-JP" altLang="en-US" sz="2400" dirty="0">
                  <a:solidFill>
                    <a:schemeClr val="tx1">
                      <a:lumMod val="90000"/>
                      <a:lumOff val="10000"/>
                    </a:schemeClr>
                  </a:solidFill>
                </a:endParaRPr>
              </a:p>
            </p:txBody>
          </p:sp>
        </mc:Choice>
        <mc:Fallback xmlns="">
          <p:sp>
            <p:nvSpPr>
              <p:cNvPr id="152" name="テキスト ボックス 151">
                <a:extLst>
                  <a:ext uri="{FF2B5EF4-FFF2-40B4-BE49-F238E27FC236}">
                    <a16:creationId xmlns:a16="http://schemas.microsoft.com/office/drawing/2014/main" id="{7C9DC5FA-3306-F1FB-BC73-5EE922E4F887}"/>
                  </a:ext>
                </a:extLst>
              </p:cNvPr>
              <p:cNvSpPr txBox="1">
                <a:spLocks noRot="1" noChangeAspect="1" noMove="1" noResize="1" noEditPoints="1" noAdjustHandles="1" noChangeArrowheads="1" noChangeShapeType="1" noTextEdit="1"/>
              </p:cNvSpPr>
              <p:nvPr/>
            </p:nvSpPr>
            <p:spPr>
              <a:xfrm>
                <a:off x="6001652" y="5142670"/>
                <a:ext cx="502766" cy="369332"/>
              </a:xfrm>
              <a:prstGeom prst="rect">
                <a:avLst/>
              </a:prstGeom>
              <a:blipFill>
                <a:blip r:embed="rId5"/>
                <a:stretch>
                  <a:fillRect l="-13415" r="-12195" b="-11667"/>
                </a:stretch>
              </a:blipFill>
            </p:spPr>
            <p:txBody>
              <a:bodyPr/>
              <a:lstStyle/>
              <a:p>
                <a:r>
                  <a:rPr lang="ja-JP" altLang="en-US">
                    <a:noFill/>
                  </a:rPr>
                  <a:t> </a:t>
                </a:r>
              </a:p>
            </p:txBody>
          </p:sp>
        </mc:Fallback>
      </mc:AlternateContent>
      <p:cxnSp>
        <p:nvCxnSpPr>
          <p:cNvPr id="153" name="コネクタ: カギ線 152">
            <a:extLst>
              <a:ext uri="{FF2B5EF4-FFF2-40B4-BE49-F238E27FC236}">
                <a16:creationId xmlns:a16="http://schemas.microsoft.com/office/drawing/2014/main" id="{16283812-B53F-5517-952F-D1B8FA58F5BE}"/>
              </a:ext>
            </a:extLst>
          </p:cNvPr>
          <p:cNvCxnSpPr>
            <a:cxnSpLocks/>
            <a:stCxn id="152" idx="3"/>
            <a:endCxn id="119" idx="3"/>
          </p:cNvCxnSpPr>
          <p:nvPr/>
        </p:nvCxnSpPr>
        <p:spPr>
          <a:xfrm flipV="1">
            <a:off x="6504418" y="4913114"/>
            <a:ext cx="539290" cy="414222"/>
          </a:xfrm>
          <a:prstGeom prst="bentConnector2">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56" name="直線コネクタ 155">
            <a:extLst>
              <a:ext uri="{FF2B5EF4-FFF2-40B4-BE49-F238E27FC236}">
                <a16:creationId xmlns:a16="http://schemas.microsoft.com/office/drawing/2014/main" id="{5DADE07F-2C58-A251-9034-5513FBF12305}"/>
              </a:ext>
            </a:extLst>
          </p:cNvPr>
          <p:cNvCxnSpPr>
            <a:cxnSpLocks/>
          </p:cNvCxnSpPr>
          <p:nvPr/>
        </p:nvCxnSpPr>
        <p:spPr>
          <a:xfrm flipH="1" flipV="1">
            <a:off x="7431718" y="4953295"/>
            <a:ext cx="955777" cy="636532"/>
          </a:xfrm>
          <a:prstGeom prst="line">
            <a:avLst/>
          </a:pr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57" name="テキスト ボックス 156">
            <a:extLst>
              <a:ext uri="{FF2B5EF4-FFF2-40B4-BE49-F238E27FC236}">
                <a16:creationId xmlns:a16="http://schemas.microsoft.com/office/drawing/2014/main" id="{2103568F-0B28-DBC2-6D1F-1275D259A72A}"/>
              </a:ext>
            </a:extLst>
          </p:cNvPr>
          <p:cNvSpPr txBox="1"/>
          <p:nvPr/>
        </p:nvSpPr>
        <p:spPr>
          <a:xfrm>
            <a:off x="8387495" y="5577707"/>
            <a:ext cx="2190023" cy="461665"/>
          </a:xfrm>
          <a:prstGeom prst="rect">
            <a:avLst/>
          </a:prstGeom>
          <a:noFill/>
        </p:spPr>
        <p:txBody>
          <a:bodyPr wrap="none" rtlCol="0">
            <a:spAutoFit/>
          </a:bodyPr>
          <a:lstStyle/>
          <a:p>
            <a:pPr algn="l"/>
            <a:r>
              <a:rPr lang="ja-JP" altLang="en-US" sz="2400" dirty="0">
                <a:solidFill>
                  <a:schemeClr val="tx1">
                    <a:lumMod val="90000"/>
                    <a:lumOff val="10000"/>
                  </a:schemeClr>
                </a:solidFill>
              </a:rPr>
              <a:t>複数ビットある</a:t>
            </a:r>
            <a:endParaRPr kumimoji="1" lang="ja-JP" altLang="en-US" sz="2400" dirty="0">
              <a:solidFill>
                <a:schemeClr val="tx1">
                  <a:lumMod val="90000"/>
                  <a:lumOff val="10000"/>
                </a:schemeClr>
              </a:solidFill>
            </a:endParaRPr>
          </a:p>
        </p:txBody>
      </p:sp>
      <p:cxnSp>
        <p:nvCxnSpPr>
          <p:cNvPr id="158" name="直線コネクタ 157">
            <a:extLst>
              <a:ext uri="{FF2B5EF4-FFF2-40B4-BE49-F238E27FC236}">
                <a16:creationId xmlns:a16="http://schemas.microsoft.com/office/drawing/2014/main" id="{3E548E85-BE72-5C48-5EAA-54D275165897}"/>
              </a:ext>
            </a:extLst>
          </p:cNvPr>
          <p:cNvCxnSpPr>
            <a:cxnSpLocks/>
          </p:cNvCxnSpPr>
          <p:nvPr/>
        </p:nvCxnSpPr>
        <p:spPr>
          <a:xfrm flipH="1" flipV="1">
            <a:off x="9148525" y="4565055"/>
            <a:ext cx="453599" cy="277727"/>
          </a:xfrm>
          <a:prstGeom prst="line">
            <a:avLst/>
          </a:pr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mc:AlternateContent xmlns:mc="http://schemas.openxmlformats.org/markup-compatibility/2006" xmlns:a14="http://schemas.microsoft.com/office/drawing/2010/main">
        <mc:Choice Requires="a14">
          <p:sp>
            <p:nvSpPr>
              <p:cNvPr id="161" name="テキスト ボックス 160">
                <a:extLst>
                  <a:ext uri="{FF2B5EF4-FFF2-40B4-BE49-F238E27FC236}">
                    <a16:creationId xmlns:a16="http://schemas.microsoft.com/office/drawing/2014/main" id="{8ECD5B51-3FD5-9390-6EC5-CE0AC9644425}"/>
                  </a:ext>
                </a:extLst>
              </p:cNvPr>
              <p:cNvSpPr txBox="1"/>
              <p:nvPr/>
            </p:nvSpPr>
            <p:spPr>
              <a:xfrm>
                <a:off x="9602124" y="4859625"/>
                <a:ext cx="2474652" cy="369332"/>
              </a:xfrm>
              <a:prstGeom prst="rect">
                <a:avLst/>
              </a:prstGeom>
              <a:noFill/>
            </p:spPr>
            <p:txBody>
              <a:bodyPr wrap="none" lIns="0" tIns="0" rIns="0" bIns="0" rtlCol="0">
                <a:spAutoFit/>
              </a:bodyPr>
              <a:lstStyle/>
              <a:p>
                <a:pPr algn="l"/>
                <a14:m>
                  <m:oMath xmlns:m="http://schemas.openxmlformats.org/officeDocument/2006/math">
                    <m:r>
                      <a:rPr kumimoji="1" lang="en-US" altLang="ja-JP" sz="2400" b="0" i="1" smtClean="0">
                        <a:solidFill>
                          <a:schemeClr val="tx1">
                            <a:lumMod val="90000"/>
                            <a:lumOff val="10000"/>
                          </a:schemeClr>
                        </a:solidFill>
                        <a:latin typeface="Cambria Math" panose="02040503050406030204" pitchFamily="18" charset="0"/>
                      </a:rPr>
                      <m:t>𝑢</m:t>
                    </m:r>
                  </m:oMath>
                </a14:m>
                <a:r>
                  <a:rPr kumimoji="1" lang="ja-JP" altLang="en-US" sz="2400" dirty="0">
                    <a:solidFill>
                      <a:schemeClr val="tx1">
                        <a:lumMod val="90000"/>
                        <a:lumOff val="10000"/>
                      </a:schemeClr>
                    </a:solidFill>
                  </a:rPr>
                  <a:t>とは異なるので</a:t>
                </a:r>
                <a14:m>
                  <m:oMath xmlns:m="http://schemas.openxmlformats.org/officeDocument/2006/math">
                    <m:acc>
                      <m:accPr>
                        <m:chr m:val="̂"/>
                        <m:ctrlPr>
                          <a:rPr kumimoji="1" lang="en-US" altLang="ja-JP" sz="2400" b="0" i="1" smtClean="0">
                            <a:solidFill>
                              <a:schemeClr val="tx1">
                                <a:lumMod val="90000"/>
                                <a:lumOff val="10000"/>
                              </a:schemeClr>
                            </a:solidFill>
                            <a:latin typeface="Cambria Math" panose="02040503050406030204" pitchFamily="18" charset="0"/>
                          </a:rPr>
                        </m:ctrlPr>
                      </m:accPr>
                      <m:e>
                        <m:r>
                          <a:rPr kumimoji="1" lang="en-US" altLang="ja-JP" sz="2400" b="0" i="1" smtClean="0">
                            <a:solidFill>
                              <a:schemeClr val="tx1">
                                <a:lumMod val="90000"/>
                                <a:lumOff val="10000"/>
                              </a:schemeClr>
                            </a:solidFill>
                            <a:latin typeface="Cambria Math" panose="02040503050406030204" pitchFamily="18" charset="0"/>
                          </a:rPr>
                          <m:t>𝑢</m:t>
                        </m:r>
                      </m:e>
                    </m:acc>
                  </m:oMath>
                </a14:m>
                <a:endParaRPr kumimoji="1" lang="ja-JP" altLang="en-US" sz="2400" dirty="0">
                  <a:solidFill>
                    <a:schemeClr val="tx1">
                      <a:lumMod val="90000"/>
                      <a:lumOff val="10000"/>
                    </a:schemeClr>
                  </a:solidFill>
                </a:endParaRPr>
              </a:p>
            </p:txBody>
          </p:sp>
        </mc:Choice>
        <mc:Fallback xmlns="">
          <p:sp>
            <p:nvSpPr>
              <p:cNvPr id="161" name="テキスト ボックス 160">
                <a:extLst>
                  <a:ext uri="{FF2B5EF4-FFF2-40B4-BE49-F238E27FC236}">
                    <a16:creationId xmlns:a16="http://schemas.microsoft.com/office/drawing/2014/main" id="{8ECD5B51-3FD5-9390-6EC5-CE0AC9644425}"/>
                  </a:ext>
                </a:extLst>
              </p:cNvPr>
              <p:cNvSpPr txBox="1">
                <a:spLocks noRot="1" noChangeAspect="1" noMove="1" noResize="1" noEditPoints="1" noAdjustHandles="1" noChangeArrowheads="1" noChangeShapeType="1" noTextEdit="1"/>
              </p:cNvSpPr>
              <p:nvPr/>
            </p:nvSpPr>
            <p:spPr>
              <a:xfrm>
                <a:off x="9602124" y="4859625"/>
                <a:ext cx="2474652" cy="369332"/>
              </a:xfrm>
              <a:prstGeom prst="rect">
                <a:avLst/>
              </a:prstGeom>
              <a:blipFill>
                <a:blip r:embed="rId6"/>
                <a:stretch>
                  <a:fillRect l="-2956" t="-31148" r="-18719" b="-42623"/>
                </a:stretch>
              </a:blipFill>
            </p:spPr>
            <p:txBody>
              <a:bodyPr/>
              <a:lstStyle/>
              <a:p>
                <a:r>
                  <a:rPr lang="ja-JP" altLang="en-US">
                    <a:noFill/>
                  </a:rPr>
                  <a:t> </a:t>
                </a:r>
              </a:p>
            </p:txBody>
          </p:sp>
        </mc:Fallback>
      </mc:AlternateContent>
      <p:cxnSp>
        <p:nvCxnSpPr>
          <p:cNvPr id="165" name="直線コネクタ 164">
            <a:extLst>
              <a:ext uri="{FF2B5EF4-FFF2-40B4-BE49-F238E27FC236}">
                <a16:creationId xmlns:a16="http://schemas.microsoft.com/office/drawing/2014/main" id="{5EECFF65-D5BE-BDB9-8DFF-4D955B77516D}"/>
              </a:ext>
            </a:extLst>
          </p:cNvPr>
          <p:cNvCxnSpPr>
            <a:cxnSpLocks/>
          </p:cNvCxnSpPr>
          <p:nvPr/>
        </p:nvCxnSpPr>
        <p:spPr>
          <a:xfrm flipV="1">
            <a:off x="9781453" y="2982803"/>
            <a:ext cx="130541" cy="307739"/>
          </a:xfrm>
          <a:prstGeom prst="line">
            <a:avLst/>
          </a:pr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67" name="テキスト ボックス 166">
            <a:extLst>
              <a:ext uri="{FF2B5EF4-FFF2-40B4-BE49-F238E27FC236}">
                <a16:creationId xmlns:a16="http://schemas.microsoft.com/office/drawing/2014/main" id="{BECABE71-4FD3-3C81-5107-5FC6BDEE3EBE}"/>
              </a:ext>
            </a:extLst>
          </p:cNvPr>
          <p:cNvSpPr txBox="1"/>
          <p:nvPr/>
        </p:nvSpPr>
        <p:spPr>
          <a:xfrm>
            <a:off x="9325899" y="3336385"/>
            <a:ext cx="2426946" cy="369332"/>
          </a:xfrm>
          <a:prstGeom prst="rect">
            <a:avLst/>
          </a:prstGeom>
          <a:noFill/>
        </p:spPr>
        <p:txBody>
          <a:bodyPr wrap="none" lIns="0" tIns="0" rIns="0" bIns="0" rtlCol="0">
            <a:spAutoFit/>
          </a:bodyPr>
          <a:lstStyle/>
          <a:p>
            <a:pPr algn="l"/>
            <a:r>
              <a:rPr kumimoji="1" lang="ja-JP" altLang="en-US" sz="2400" dirty="0">
                <a:solidFill>
                  <a:schemeClr val="tx1">
                    <a:lumMod val="90000"/>
                    <a:lumOff val="10000"/>
                  </a:schemeClr>
                </a:solidFill>
              </a:rPr>
              <a:t>もとの波形が再現</a:t>
            </a:r>
          </a:p>
        </p:txBody>
      </p:sp>
      <p:grpSp>
        <p:nvGrpSpPr>
          <p:cNvPr id="169" name="グループ化 168">
            <a:extLst>
              <a:ext uri="{FF2B5EF4-FFF2-40B4-BE49-F238E27FC236}">
                <a16:creationId xmlns:a16="http://schemas.microsoft.com/office/drawing/2014/main" id="{8F52A8EF-65A8-BDB7-0CB3-A6A36A1E14AF}"/>
              </a:ext>
            </a:extLst>
          </p:cNvPr>
          <p:cNvGrpSpPr/>
          <p:nvPr/>
        </p:nvGrpSpPr>
        <p:grpSpPr>
          <a:xfrm>
            <a:off x="572156" y="2112528"/>
            <a:ext cx="1693073" cy="1022701"/>
            <a:chOff x="7092152" y="4018929"/>
            <a:chExt cx="1693073" cy="1022701"/>
          </a:xfrm>
        </p:grpSpPr>
        <p:sp>
          <p:nvSpPr>
            <p:cNvPr id="170" name="円弧 169">
              <a:extLst>
                <a:ext uri="{FF2B5EF4-FFF2-40B4-BE49-F238E27FC236}">
                  <a16:creationId xmlns:a16="http://schemas.microsoft.com/office/drawing/2014/main" id="{0A702A2E-7D60-D1A3-C08B-5A6469621ADB}"/>
                </a:ext>
              </a:extLst>
            </p:cNvPr>
            <p:cNvSpPr/>
            <p:nvPr/>
          </p:nvSpPr>
          <p:spPr>
            <a:xfrm>
              <a:off x="7092152" y="4154040"/>
              <a:ext cx="887590" cy="887590"/>
            </a:xfrm>
            <a:prstGeom prst="arc">
              <a:avLst>
                <a:gd name="adj1" fmla="val 20071322"/>
                <a:gd name="adj2" fmla="val 0"/>
              </a:avLst>
            </a:prstGeom>
            <a:ln w="1270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kumimoji="1" lang="ja-JP" altLang="en-US"/>
            </a:p>
          </p:txBody>
        </p:sp>
        <p:grpSp>
          <p:nvGrpSpPr>
            <p:cNvPr id="171" name="グループ化 170">
              <a:extLst>
                <a:ext uri="{FF2B5EF4-FFF2-40B4-BE49-F238E27FC236}">
                  <a16:creationId xmlns:a16="http://schemas.microsoft.com/office/drawing/2014/main" id="{55F2CFDA-0461-00BE-3AA4-6241B0712025}"/>
                </a:ext>
              </a:extLst>
            </p:cNvPr>
            <p:cNvGrpSpPr/>
            <p:nvPr/>
          </p:nvGrpSpPr>
          <p:grpSpPr>
            <a:xfrm>
              <a:off x="7332306" y="4018929"/>
              <a:ext cx="1452919" cy="761964"/>
              <a:chOff x="7332306" y="4018929"/>
              <a:chExt cx="1452919" cy="761964"/>
            </a:xfrm>
          </p:grpSpPr>
          <p:cxnSp>
            <p:nvCxnSpPr>
              <p:cNvPr id="172" name="直線コネクタ 171">
                <a:extLst>
                  <a:ext uri="{FF2B5EF4-FFF2-40B4-BE49-F238E27FC236}">
                    <a16:creationId xmlns:a16="http://schemas.microsoft.com/office/drawing/2014/main" id="{128C7500-554F-72E2-02E0-457510EF1942}"/>
                  </a:ext>
                </a:extLst>
              </p:cNvPr>
              <p:cNvCxnSpPr>
                <a:cxnSpLocks/>
              </p:cNvCxnSpPr>
              <p:nvPr/>
            </p:nvCxnSpPr>
            <p:spPr>
              <a:xfrm flipV="1">
                <a:off x="7332306" y="4018929"/>
                <a:ext cx="1390010" cy="678358"/>
              </a:xfrm>
              <a:prstGeom prst="line">
                <a:avLst/>
              </a:prstGeom>
              <a:ln w="9525" cap="flat" cmpd="sng" algn="ctr">
                <a:solidFill>
                  <a:schemeClr val="accent1"/>
                </a:solidFill>
                <a:prstDash val="sys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73" name="直線コネクタ 172">
                <a:extLst>
                  <a:ext uri="{FF2B5EF4-FFF2-40B4-BE49-F238E27FC236}">
                    <a16:creationId xmlns:a16="http://schemas.microsoft.com/office/drawing/2014/main" id="{0ABC2A4E-18FB-ABDF-4979-4DA5CA4534C9}"/>
                  </a:ext>
                </a:extLst>
              </p:cNvPr>
              <p:cNvCxnSpPr>
                <a:cxnSpLocks/>
                <a:stCxn id="177" idx="2"/>
              </p:cNvCxnSpPr>
              <p:nvPr/>
            </p:nvCxnSpPr>
            <p:spPr>
              <a:xfrm flipV="1">
                <a:off x="7493614" y="4597835"/>
                <a:ext cx="899416" cy="1"/>
              </a:xfrm>
              <a:prstGeom prst="line">
                <a:avLst/>
              </a:prstGeom>
              <a:ln>
                <a:headEnd type="none" w="med" len="med"/>
                <a:tailEnd type="none" w="med" len="med"/>
              </a:ln>
            </p:spPr>
            <p:style>
              <a:lnRef idx="3">
                <a:schemeClr val="accent1"/>
              </a:lnRef>
              <a:fillRef idx="0">
                <a:schemeClr val="accent1"/>
              </a:fillRef>
              <a:effectRef idx="2">
                <a:schemeClr val="accent1"/>
              </a:effectRef>
              <a:fontRef idx="minor">
                <a:schemeClr val="tx1"/>
              </a:fontRef>
            </p:style>
          </p:cxnSp>
          <p:cxnSp>
            <p:nvCxnSpPr>
              <p:cNvPr id="174" name="直線コネクタ 173">
                <a:extLst>
                  <a:ext uri="{FF2B5EF4-FFF2-40B4-BE49-F238E27FC236}">
                    <a16:creationId xmlns:a16="http://schemas.microsoft.com/office/drawing/2014/main" id="{F362654C-3067-EAD6-8060-7CA4663A7145}"/>
                  </a:ext>
                </a:extLst>
              </p:cNvPr>
              <p:cNvCxnSpPr>
                <a:cxnSpLocks/>
                <a:stCxn id="178" idx="0"/>
              </p:cNvCxnSpPr>
              <p:nvPr/>
            </p:nvCxnSpPr>
            <p:spPr>
              <a:xfrm flipH="1">
                <a:off x="8393030" y="4141500"/>
                <a:ext cx="1" cy="456335"/>
              </a:xfrm>
              <a:prstGeom prst="line">
                <a:avLst/>
              </a:prstGeom>
              <a:ln>
                <a:headEnd type="none" w="med" len="med"/>
                <a:tailEnd type="none" w="med" len="med"/>
              </a:ln>
            </p:spPr>
            <p:style>
              <a:lnRef idx="3">
                <a:schemeClr val="accent1"/>
              </a:lnRef>
              <a:fillRef idx="0">
                <a:schemeClr val="accent1"/>
              </a:fillRef>
              <a:effectRef idx="2">
                <a:schemeClr val="accent1"/>
              </a:effectRef>
              <a:fontRef idx="minor">
                <a:schemeClr val="tx1"/>
              </a:fontRef>
            </p:style>
          </p:cxnSp>
          <p:cxnSp>
            <p:nvCxnSpPr>
              <p:cNvPr id="175" name="直線コネクタ 174">
                <a:extLst>
                  <a:ext uri="{FF2B5EF4-FFF2-40B4-BE49-F238E27FC236}">
                    <a16:creationId xmlns:a16="http://schemas.microsoft.com/office/drawing/2014/main" id="{F57167D9-F60E-603F-7E72-4242112C50B4}"/>
                  </a:ext>
                </a:extLst>
              </p:cNvPr>
              <p:cNvCxnSpPr>
                <a:cxnSpLocks/>
              </p:cNvCxnSpPr>
              <p:nvPr/>
            </p:nvCxnSpPr>
            <p:spPr>
              <a:xfrm>
                <a:off x="7539040" y="4595702"/>
                <a:ext cx="0" cy="185191"/>
              </a:xfrm>
              <a:prstGeom prst="line">
                <a:avLst/>
              </a:prstGeom>
              <a:ln>
                <a:headEnd type="none" w="med" len="med"/>
                <a:tailEnd type="none" w="med" len="med"/>
              </a:ln>
            </p:spPr>
            <p:style>
              <a:lnRef idx="3">
                <a:schemeClr val="accent1"/>
              </a:lnRef>
              <a:fillRef idx="0">
                <a:schemeClr val="accent1"/>
              </a:fillRef>
              <a:effectRef idx="2">
                <a:schemeClr val="accent1"/>
              </a:effectRef>
              <a:fontRef idx="minor">
                <a:schemeClr val="tx1"/>
              </a:fontRef>
            </p:style>
          </p:cxnSp>
          <p:cxnSp>
            <p:nvCxnSpPr>
              <p:cNvPr id="176" name="直線コネクタ 175">
                <a:extLst>
                  <a:ext uri="{FF2B5EF4-FFF2-40B4-BE49-F238E27FC236}">
                    <a16:creationId xmlns:a16="http://schemas.microsoft.com/office/drawing/2014/main" id="{E963F30A-81CE-86B4-A3FC-D08B270F13FA}"/>
                  </a:ext>
                </a:extLst>
              </p:cNvPr>
              <p:cNvCxnSpPr>
                <a:cxnSpLocks/>
              </p:cNvCxnSpPr>
              <p:nvPr/>
            </p:nvCxnSpPr>
            <p:spPr>
              <a:xfrm>
                <a:off x="8393030" y="4183834"/>
                <a:ext cx="392195" cy="0"/>
              </a:xfrm>
              <a:prstGeom prst="line">
                <a:avLst/>
              </a:prstGeom>
              <a:ln>
                <a:headEnd type="none" w="med" len="med"/>
                <a:tailEnd type="none" w="med" len="med"/>
              </a:ln>
            </p:spPr>
            <p:style>
              <a:lnRef idx="3">
                <a:schemeClr val="accent1"/>
              </a:lnRef>
              <a:fillRef idx="0">
                <a:schemeClr val="accent1"/>
              </a:fillRef>
              <a:effectRef idx="2">
                <a:schemeClr val="accent1"/>
              </a:effectRef>
              <a:fontRef idx="minor">
                <a:schemeClr val="tx1"/>
              </a:fontRef>
            </p:style>
          </p:cxnSp>
          <p:sp>
            <p:nvSpPr>
              <p:cNvPr id="177" name="楕円 176">
                <a:extLst>
                  <a:ext uri="{FF2B5EF4-FFF2-40B4-BE49-F238E27FC236}">
                    <a16:creationId xmlns:a16="http://schemas.microsoft.com/office/drawing/2014/main" id="{EBBCBBBA-1DCA-F759-A732-8F5CD22D6611}"/>
                  </a:ext>
                </a:extLst>
              </p:cNvPr>
              <p:cNvSpPr/>
              <p:nvPr/>
            </p:nvSpPr>
            <p:spPr>
              <a:xfrm>
                <a:off x="7493614" y="4555502"/>
                <a:ext cx="84667" cy="84667"/>
              </a:xfrm>
              <a:prstGeom prst="ellipse">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kumimoji="1" lang="ja-JP" altLang="en-US"/>
              </a:p>
            </p:txBody>
          </p:sp>
          <p:sp>
            <p:nvSpPr>
              <p:cNvPr id="178" name="楕円 177">
                <a:extLst>
                  <a:ext uri="{FF2B5EF4-FFF2-40B4-BE49-F238E27FC236}">
                    <a16:creationId xmlns:a16="http://schemas.microsoft.com/office/drawing/2014/main" id="{F8A0E976-0816-FD63-FD56-6171769B3756}"/>
                  </a:ext>
                </a:extLst>
              </p:cNvPr>
              <p:cNvSpPr/>
              <p:nvPr/>
            </p:nvSpPr>
            <p:spPr>
              <a:xfrm>
                <a:off x="8350697" y="4141500"/>
                <a:ext cx="84667" cy="84667"/>
              </a:xfrm>
              <a:prstGeom prst="ellipse">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kumimoji="1" lang="ja-JP" altLang="en-US"/>
              </a:p>
            </p:txBody>
          </p:sp>
        </p:grpSp>
      </p:grpSp>
      <p:sp>
        <p:nvSpPr>
          <p:cNvPr id="26" name="フリーフォーム: 図形 25">
            <a:extLst>
              <a:ext uri="{FF2B5EF4-FFF2-40B4-BE49-F238E27FC236}">
                <a16:creationId xmlns:a16="http://schemas.microsoft.com/office/drawing/2014/main" id="{F5C79561-0386-197C-F633-1F6FE45B8564}"/>
              </a:ext>
            </a:extLst>
          </p:cNvPr>
          <p:cNvSpPr/>
          <p:nvPr/>
        </p:nvSpPr>
        <p:spPr>
          <a:xfrm>
            <a:off x="1511567" y="2603652"/>
            <a:ext cx="319253" cy="445055"/>
          </a:xfrm>
          <a:custGeom>
            <a:avLst/>
            <a:gdLst>
              <a:gd name="csX0" fmla="*/ 427037 w 427037"/>
              <a:gd name="csY0" fmla="*/ 595312 h 595312"/>
              <a:gd name="csX1" fmla="*/ 69850 w 427037"/>
              <a:gd name="csY1" fmla="*/ 323850 h 595312"/>
              <a:gd name="csX2" fmla="*/ 358775 w 427037"/>
              <a:gd name="csY2" fmla="*/ 276225 h 595312"/>
              <a:gd name="csX3" fmla="*/ 0 w 427037"/>
              <a:gd name="csY3" fmla="*/ 0 h 595312"/>
            </a:gdLst>
            <a:ahLst/>
            <a:cxnLst>
              <a:cxn ang="0">
                <a:pos x="csX0" y="csY0"/>
              </a:cxn>
              <a:cxn ang="0">
                <a:pos x="csX1" y="csY1"/>
              </a:cxn>
              <a:cxn ang="0">
                <a:pos x="csX2" y="csY2"/>
              </a:cxn>
              <a:cxn ang="0">
                <a:pos x="csX3" y="csY3"/>
              </a:cxn>
            </a:cxnLst>
            <a:rect l="l" t="t" r="r" b="b"/>
            <a:pathLst>
              <a:path w="427037" h="595312">
                <a:moveTo>
                  <a:pt x="427037" y="595312"/>
                </a:moveTo>
                <a:cubicBezTo>
                  <a:pt x="254132" y="486171"/>
                  <a:pt x="81227" y="377031"/>
                  <a:pt x="69850" y="323850"/>
                </a:cubicBezTo>
                <a:cubicBezTo>
                  <a:pt x="58473" y="270669"/>
                  <a:pt x="370417" y="330200"/>
                  <a:pt x="358775" y="276225"/>
                </a:cubicBezTo>
                <a:cubicBezTo>
                  <a:pt x="347133" y="222250"/>
                  <a:pt x="173566" y="111125"/>
                  <a:pt x="0" y="0"/>
                </a:cubicBezTo>
              </a:path>
            </a:pathLst>
          </a:custGeom>
          <a:ln w="9525"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kumimoji="1" lang="ja-JP" altLang="en-US"/>
          </a:p>
        </p:txBody>
      </p:sp>
      <p:grpSp>
        <p:nvGrpSpPr>
          <p:cNvPr id="198" name="グループ化 197">
            <a:extLst>
              <a:ext uri="{FF2B5EF4-FFF2-40B4-BE49-F238E27FC236}">
                <a16:creationId xmlns:a16="http://schemas.microsoft.com/office/drawing/2014/main" id="{6933AE55-6BDD-3140-C998-5849F28A2E9F}"/>
              </a:ext>
            </a:extLst>
          </p:cNvPr>
          <p:cNvGrpSpPr/>
          <p:nvPr/>
        </p:nvGrpSpPr>
        <p:grpSpPr>
          <a:xfrm>
            <a:off x="8849272" y="1808889"/>
            <a:ext cx="1831161" cy="1357715"/>
            <a:chOff x="8849272" y="1808889"/>
            <a:chExt cx="1831161" cy="1357715"/>
          </a:xfrm>
        </p:grpSpPr>
        <p:sp>
          <p:nvSpPr>
            <p:cNvPr id="48" name="テキスト ボックス 47">
              <a:extLst>
                <a:ext uri="{FF2B5EF4-FFF2-40B4-BE49-F238E27FC236}">
                  <a16:creationId xmlns:a16="http://schemas.microsoft.com/office/drawing/2014/main" id="{950477B7-5285-63AE-221C-DBDBF560527C}"/>
                </a:ext>
              </a:extLst>
            </p:cNvPr>
            <p:cNvSpPr txBox="1"/>
            <p:nvPr/>
          </p:nvSpPr>
          <p:spPr>
            <a:xfrm>
              <a:off x="10223745" y="2433913"/>
              <a:ext cx="327334" cy="400110"/>
            </a:xfrm>
            <a:prstGeom prst="rect">
              <a:avLst/>
            </a:prstGeom>
            <a:noFill/>
          </p:spPr>
          <p:txBody>
            <a:bodyPr wrap="none" rtlCol="0">
              <a:spAutoFit/>
            </a:bodyPr>
            <a:lstStyle/>
            <a:p>
              <a:pPr algn="l"/>
              <a:r>
                <a:rPr kumimoji="1" lang="en-US" altLang="ja-JP" sz="2000" dirty="0">
                  <a:solidFill>
                    <a:schemeClr val="tx1">
                      <a:lumMod val="90000"/>
                      <a:lumOff val="10000"/>
                    </a:schemeClr>
                  </a:solidFill>
                </a:rPr>
                <a:t>a</a:t>
              </a:r>
              <a:endParaRPr kumimoji="1" lang="ja-JP" altLang="en-US" sz="2000" dirty="0">
                <a:solidFill>
                  <a:schemeClr val="tx1">
                    <a:lumMod val="90000"/>
                    <a:lumOff val="10000"/>
                  </a:schemeClr>
                </a:solidFill>
              </a:endParaRPr>
            </a:p>
          </p:txBody>
        </p:sp>
        <p:cxnSp>
          <p:nvCxnSpPr>
            <p:cNvPr id="50" name="直線コネクタ 49">
              <a:extLst>
                <a:ext uri="{FF2B5EF4-FFF2-40B4-BE49-F238E27FC236}">
                  <a16:creationId xmlns:a16="http://schemas.microsoft.com/office/drawing/2014/main" id="{9DB96F3D-74F5-82B6-976D-85354A589F8C}"/>
                </a:ext>
              </a:extLst>
            </p:cNvPr>
            <p:cNvCxnSpPr/>
            <p:nvPr/>
          </p:nvCxnSpPr>
          <p:spPr>
            <a:xfrm flipV="1">
              <a:off x="9267534" y="1946275"/>
              <a:ext cx="0" cy="1036528"/>
            </a:xfrm>
            <a:prstGeom prst="line">
              <a:avLst/>
            </a:prstGeom>
            <a:ln w="9525" cap="flat" cmpd="sng" algn="ctr">
              <a:solidFill>
                <a:schemeClr val="accent6"/>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85" name="直線コネクタ 84">
              <a:extLst>
                <a:ext uri="{FF2B5EF4-FFF2-40B4-BE49-F238E27FC236}">
                  <a16:creationId xmlns:a16="http://schemas.microsoft.com/office/drawing/2014/main" id="{F2B99C54-1FFE-5264-1F93-85962C460AD9}"/>
                </a:ext>
              </a:extLst>
            </p:cNvPr>
            <p:cNvCxnSpPr/>
            <p:nvPr/>
          </p:nvCxnSpPr>
          <p:spPr>
            <a:xfrm>
              <a:off x="10387412" y="2160650"/>
              <a:ext cx="0" cy="292112"/>
            </a:xfrm>
            <a:prstGeom prst="line">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86" name="直線コネクタ 85">
              <a:extLst>
                <a:ext uri="{FF2B5EF4-FFF2-40B4-BE49-F238E27FC236}">
                  <a16:creationId xmlns:a16="http://schemas.microsoft.com/office/drawing/2014/main" id="{84D9722C-0728-54BB-7E99-DD4DB0967C75}"/>
                </a:ext>
              </a:extLst>
            </p:cNvPr>
            <p:cNvCxnSpPr>
              <a:cxnSpLocks/>
            </p:cNvCxnSpPr>
            <p:nvPr/>
          </p:nvCxnSpPr>
          <p:spPr>
            <a:xfrm flipV="1">
              <a:off x="10387412" y="2874492"/>
              <a:ext cx="0" cy="292112"/>
            </a:xfrm>
            <a:prstGeom prst="line">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87" name="直線コネクタ 86">
              <a:extLst>
                <a:ext uri="{FF2B5EF4-FFF2-40B4-BE49-F238E27FC236}">
                  <a16:creationId xmlns:a16="http://schemas.microsoft.com/office/drawing/2014/main" id="{7AF827E0-D93D-B671-867E-7449A9669DEF}"/>
                </a:ext>
              </a:extLst>
            </p:cNvPr>
            <p:cNvCxnSpPr>
              <a:cxnSpLocks/>
            </p:cNvCxnSpPr>
            <p:nvPr/>
          </p:nvCxnSpPr>
          <p:spPr>
            <a:xfrm>
              <a:off x="10120190" y="2858011"/>
              <a:ext cx="478005" cy="0"/>
            </a:xfrm>
            <a:prstGeom prst="line">
              <a:avLst/>
            </a:prstGeom>
            <a:ln w="9525" cap="flat" cmpd="sng" algn="ctr">
              <a:solidFill>
                <a:schemeClr val="accent1"/>
              </a:solidFill>
              <a:prstDash val="sys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80" name="直線矢印コネクタ 179">
              <a:extLst>
                <a:ext uri="{FF2B5EF4-FFF2-40B4-BE49-F238E27FC236}">
                  <a16:creationId xmlns:a16="http://schemas.microsoft.com/office/drawing/2014/main" id="{BEB5AEF5-029B-2C9E-4D4F-2109755083C2}"/>
                </a:ext>
              </a:extLst>
            </p:cNvPr>
            <p:cNvCxnSpPr>
              <a:cxnSpLocks/>
            </p:cNvCxnSpPr>
            <p:nvPr/>
          </p:nvCxnSpPr>
          <p:spPr>
            <a:xfrm>
              <a:off x="8849272" y="2870926"/>
              <a:ext cx="1831161"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81" name="直線矢印コネクタ 180">
              <a:extLst>
                <a:ext uri="{FF2B5EF4-FFF2-40B4-BE49-F238E27FC236}">
                  <a16:creationId xmlns:a16="http://schemas.microsoft.com/office/drawing/2014/main" id="{265352A6-3E86-7174-5955-64470B87EF26}"/>
                </a:ext>
              </a:extLst>
            </p:cNvPr>
            <p:cNvCxnSpPr>
              <a:cxnSpLocks/>
            </p:cNvCxnSpPr>
            <p:nvPr/>
          </p:nvCxnSpPr>
          <p:spPr>
            <a:xfrm flipV="1">
              <a:off x="9045034" y="1808889"/>
              <a:ext cx="0" cy="1284178"/>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85" name="直線コネクタ 184">
              <a:extLst>
                <a:ext uri="{FF2B5EF4-FFF2-40B4-BE49-F238E27FC236}">
                  <a16:creationId xmlns:a16="http://schemas.microsoft.com/office/drawing/2014/main" id="{F07660E7-9A65-94E0-24C2-27CF3361C27F}"/>
                </a:ext>
              </a:extLst>
            </p:cNvPr>
            <p:cNvCxnSpPr>
              <a:cxnSpLocks/>
            </p:cNvCxnSpPr>
            <p:nvPr/>
          </p:nvCxnSpPr>
          <p:spPr>
            <a:xfrm flipV="1">
              <a:off x="9267534" y="2291865"/>
              <a:ext cx="1184227" cy="577931"/>
            </a:xfrm>
            <a:prstGeom prst="line">
              <a:avLst/>
            </a:prstGeom>
            <a:ln w="9525" cap="flat" cmpd="sng" algn="ctr">
              <a:solidFill>
                <a:schemeClr val="accent1"/>
              </a:solidFill>
              <a:prstDash val="sys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86" name="直線コネクタ 185">
              <a:extLst>
                <a:ext uri="{FF2B5EF4-FFF2-40B4-BE49-F238E27FC236}">
                  <a16:creationId xmlns:a16="http://schemas.microsoft.com/office/drawing/2014/main" id="{F22DD78E-E3DF-2471-3900-AD1C0C6E8D56}"/>
                </a:ext>
              </a:extLst>
            </p:cNvPr>
            <p:cNvCxnSpPr>
              <a:cxnSpLocks/>
            </p:cNvCxnSpPr>
            <p:nvPr/>
          </p:nvCxnSpPr>
          <p:spPr>
            <a:xfrm>
              <a:off x="9267534" y="2866763"/>
              <a:ext cx="854941" cy="0"/>
            </a:xfrm>
            <a:prstGeom prst="line">
              <a:avLst/>
            </a:prstGeom>
            <a:ln w="28575">
              <a:headEnd type="none" w="med" len="med"/>
              <a:tailEnd type="none" w="med" len="med"/>
            </a:ln>
          </p:spPr>
          <p:style>
            <a:lnRef idx="3">
              <a:schemeClr val="accent3"/>
            </a:lnRef>
            <a:fillRef idx="0">
              <a:schemeClr val="accent3"/>
            </a:fillRef>
            <a:effectRef idx="2">
              <a:schemeClr val="accent3"/>
            </a:effectRef>
            <a:fontRef idx="minor">
              <a:schemeClr val="tx1"/>
            </a:fontRef>
          </p:style>
        </p:cxnSp>
        <p:cxnSp>
          <p:nvCxnSpPr>
            <p:cNvPr id="189" name="直線コネクタ 188">
              <a:extLst>
                <a:ext uri="{FF2B5EF4-FFF2-40B4-BE49-F238E27FC236}">
                  <a16:creationId xmlns:a16="http://schemas.microsoft.com/office/drawing/2014/main" id="{0F479F80-932D-DBB4-C992-142C2B17A20A}"/>
                </a:ext>
              </a:extLst>
            </p:cNvPr>
            <p:cNvCxnSpPr>
              <a:cxnSpLocks/>
            </p:cNvCxnSpPr>
            <p:nvPr/>
          </p:nvCxnSpPr>
          <p:spPr>
            <a:xfrm>
              <a:off x="10122475" y="2452762"/>
              <a:ext cx="392195" cy="0"/>
            </a:xfrm>
            <a:prstGeom prst="line">
              <a:avLst/>
            </a:prstGeom>
            <a:ln w="28575">
              <a:headEnd type="none" w="med" len="med"/>
              <a:tailEnd type="none" w="med" len="med"/>
            </a:ln>
          </p:spPr>
          <p:style>
            <a:lnRef idx="3">
              <a:schemeClr val="accent3"/>
            </a:lnRef>
            <a:fillRef idx="0">
              <a:schemeClr val="accent3"/>
            </a:fillRef>
            <a:effectRef idx="2">
              <a:schemeClr val="accent3"/>
            </a:effectRef>
            <a:fontRef idx="minor">
              <a:schemeClr val="tx1"/>
            </a:fontRef>
          </p:style>
        </p:cxnSp>
        <p:cxnSp>
          <p:nvCxnSpPr>
            <p:cNvPr id="192" name="直線コネクタ 191">
              <a:extLst>
                <a:ext uri="{FF2B5EF4-FFF2-40B4-BE49-F238E27FC236}">
                  <a16:creationId xmlns:a16="http://schemas.microsoft.com/office/drawing/2014/main" id="{3E17CDBF-E9DB-E631-DD90-F64DF0D18CA0}"/>
                </a:ext>
              </a:extLst>
            </p:cNvPr>
            <p:cNvCxnSpPr/>
            <p:nvPr/>
          </p:nvCxnSpPr>
          <p:spPr>
            <a:xfrm flipV="1">
              <a:off x="10121609" y="1946275"/>
              <a:ext cx="0" cy="1036528"/>
            </a:xfrm>
            <a:prstGeom prst="line">
              <a:avLst/>
            </a:prstGeom>
            <a:ln w="9525" cap="flat" cmpd="sng" algn="ctr">
              <a:solidFill>
                <a:schemeClr val="accent6"/>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87" name="直線コネクタ 186">
              <a:extLst>
                <a:ext uri="{FF2B5EF4-FFF2-40B4-BE49-F238E27FC236}">
                  <a16:creationId xmlns:a16="http://schemas.microsoft.com/office/drawing/2014/main" id="{F0E4AEE8-68BE-8A5B-8831-83118957EEE1}"/>
                </a:ext>
              </a:extLst>
            </p:cNvPr>
            <p:cNvCxnSpPr>
              <a:cxnSpLocks/>
            </p:cNvCxnSpPr>
            <p:nvPr/>
          </p:nvCxnSpPr>
          <p:spPr>
            <a:xfrm>
              <a:off x="10122475" y="2452762"/>
              <a:ext cx="0" cy="414001"/>
            </a:xfrm>
            <a:prstGeom prst="line">
              <a:avLst/>
            </a:prstGeom>
            <a:ln w="28575">
              <a:headEnd type="none" w="med" len="med"/>
              <a:tailEnd type="none" w="med" len="med"/>
            </a:ln>
          </p:spPr>
          <p:style>
            <a:lnRef idx="3">
              <a:schemeClr val="accent3"/>
            </a:lnRef>
            <a:fillRef idx="0">
              <a:schemeClr val="accent3"/>
            </a:fillRef>
            <a:effectRef idx="2">
              <a:schemeClr val="accent3"/>
            </a:effectRef>
            <a:fontRef idx="minor">
              <a:schemeClr val="tx1"/>
            </a:fontRef>
          </p:style>
        </p:cxnSp>
      </p:grpSp>
    </p:spTree>
    <p:extLst>
      <p:ext uri="{BB962C8B-B14F-4D97-AF65-F5344CB8AC3E}">
        <p14:creationId xmlns:p14="http://schemas.microsoft.com/office/powerpoint/2010/main" val="166811297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1F2F7E8-09D8-E3DA-E55B-07EBAEFD56AB}"/>
              </a:ext>
            </a:extLst>
          </p:cNvPr>
          <p:cNvSpPr>
            <a:spLocks noGrp="1"/>
          </p:cNvSpPr>
          <p:nvPr>
            <p:ph type="title"/>
          </p:nvPr>
        </p:nvSpPr>
        <p:spPr/>
        <p:txBody>
          <a:bodyPr/>
          <a:lstStyle/>
          <a:p>
            <a:r>
              <a:rPr kumimoji="1" lang="ja-JP" altLang="en-US" dirty="0"/>
              <a:t>もう少し考えてみる</a:t>
            </a:r>
          </a:p>
        </p:txBody>
      </p:sp>
      <p:sp>
        <p:nvSpPr>
          <p:cNvPr id="3" name="スライド番号プレースホルダー 2">
            <a:extLst>
              <a:ext uri="{FF2B5EF4-FFF2-40B4-BE49-F238E27FC236}">
                <a16:creationId xmlns:a16="http://schemas.microsoft.com/office/drawing/2014/main" id="{288A7762-17F2-097E-46CF-16D9567A8283}"/>
              </a:ext>
            </a:extLst>
          </p:cNvPr>
          <p:cNvSpPr>
            <a:spLocks noGrp="1"/>
          </p:cNvSpPr>
          <p:nvPr>
            <p:ph type="sldNum" sz="quarter" idx="12"/>
          </p:nvPr>
        </p:nvSpPr>
        <p:spPr/>
        <p:txBody>
          <a:bodyPr/>
          <a:lstStyle/>
          <a:p>
            <a:fld id="{336D103E-743F-4B05-B1B2-74D6FB9408BE}" type="slidenum">
              <a:rPr kumimoji="1" lang="ja-JP" altLang="en-US" smtClean="0"/>
              <a:t>20</a:t>
            </a:fld>
            <a:endParaRPr kumimoji="1" lang="ja-JP" altLang="en-US"/>
          </a:p>
        </p:txBody>
      </p:sp>
      <p:sp>
        <p:nvSpPr>
          <p:cNvPr id="4" name="テキスト ボックス 3">
            <a:extLst>
              <a:ext uri="{FF2B5EF4-FFF2-40B4-BE49-F238E27FC236}">
                <a16:creationId xmlns:a16="http://schemas.microsoft.com/office/drawing/2014/main" id="{CEDE5DE5-EB0B-D463-D4F3-062DF6E477EE}"/>
              </a:ext>
            </a:extLst>
          </p:cNvPr>
          <p:cNvSpPr txBox="1"/>
          <p:nvPr/>
        </p:nvSpPr>
        <p:spPr>
          <a:xfrm>
            <a:off x="336551" y="1085850"/>
            <a:ext cx="6498895" cy="461665"/>
          </a:xfrm>
          <a:prstGeom prst="rect">
            <a:avLst/>
          </a:prstGeom>
          <a:noFill/>
        </p:spPr>
        <p:txBody>
          <a:bodyPr wrap="none" rtlCol="0">
            <a:spAutoFit/>
          </a:bodyPr>
          <a:lstStyle/>
          <a:p>
            <a:pPr algn="l"/>
            <a:r>
              <a:rPr kumimoji="1" lang="en-US" altLang="ja-JP" sz="2400" dirty="0">
                <a:solidFill>
                  <a:schemeClr val="tx1">
                    <a:lumMod val="90000"/>
                    <a:lumOff val="10000"/>
                  </a:schemeClr>
                </a:solidFill>
              </a:rPr>
              <a:t>2</a:t>
            </a:r>
            <a:r>
              <a:rPr kumimoji="1" lang="ja-JP" altLang="en-US" sz="2400" dirty="0">
                <a:solidFill>
                  <a:schemeClr val="tx1">
                    <a:lumMod val="90000"/>
                    <a:lumOff val="10000"/>
                  </a:schemeClr>
                </a:solidFill>
              </a:rPr>
              <a:t>値化器は誤差</a:t>
            </a:r>
            <a:r>
              <a:rPr kumimoji="1" lang="en-US" altLang="ja-JP" sz="2400" dirty="0">
                <a:solidFill>
                  <a:schemeClr val="tx1">
                    <a:lumMod val="90000"/>
                    <a:lumOff val="10000"/>
                  </a:schemeClr>
                </a:solidFill>
              </a:rPr>
              <a:t>e</a:t>
            </a:r>
            <a:r>
              <a:rPr kumimoji="1" lang="ja-JP" altLang="en-US" sz="2400" dirty="0">
                <a:solidFill>
                  <a:schemeClr val="tx1">
                    <a:lumMod val="90000"/>
                    <a:lumOff val="10000"/>
                  </a:schemeClr>
                </a:solidFill>
              </a:rPr>
              <a:t>を与えるものとして考えてみる</a:t>
            </a:r>
          </a:p>
        </p:txBody>
      </p:sp>
      <mc:AlternateContent xmlns:mc="http://schemas.openxmlformats.org/markup-compatibility/2006" xmlns:a14="http://schemas.microsoft.com/office/drawing/2010/main">
        <mc:Choice Requires="a14">
          <p:sp>
            <p:nvSpPr>
              <p:cNvPr id="5" name="テキスト ボックス 4">
                <a:extLst>
                  <a:ext uri="{FF2B5EF4-FFF2-40B4-BE49-F238E27FC236}">
                    <a16:creationId xmlns:a16="http://schemas.microsoft.com/office/drawing/2014/main" id="{DD046C7F-7B20-AC57-206C-B79B9370EA70}"/>
                  </a:ext>
                </a:extLst>
              </p:cNvPr>
              <p:cNvSpPr txBox="1"/>
              <p:nvPr/>
            </p:nvSpPr>
            <p:spPr>
              <a:xfrm>
                <a:off x="514581" y="2811383"/>
                <a:ext cx="423769" cy="369332"/>
              </a:xfrm>
              <a:prstGeom prst="rect">
                <a:avLst/>
              </a:prstGeom>
              <a:noFill/>
            </p:spPr>
            <p:txBody>
              <a:bodyPr wrap="none" lIns="0" tIns="0" rIns="0" bIns="0" rtlCol="0">
                <a:spAutoFit/>
              </a:bodyPr>
              <a:lstStyle/>
              <a:p>
                <a:pPr algn="l"/>
                <a14:m>
                  <m:oMathPara xmlns:m="http://schemas.openxmlformats.org/officeDocument/2006/math">
                    <m:oMath>
                      <m:sSub>
                        <m:sSubPr>
                          <m:ctrlPr>
                            <a:rPr kumimoji="1" lang="en-US" altLang="ja-JP" sz="2400" b="0" i="1" smtClean="0">
                              <a:solidFill>
                                <a:schemeClr val="tx1">
                                  <a:lumMod val="90000"/>
                                  <a:lumOff val="10000"/>
                                </a:schemeClr>
                              </a:solidFill>
                              <a:latin typeface="Cambria Math" panose="02040503050406030204" pitchFamily="18" charset="0"/>
                            </a:rPr>
                          </m:ctrlPr>
                        </m:sSubPr>
                        <m:e>
                          <m:r>
                            <a:rPr kumimoji="1" lang="en-US" altLang="ja-JP" sz="2400" b="0" i="1" smtClean="0">
                              <a:solidFill>
                                <a:schemeClr val="tx1">
                                  <a:lumMod val="90000"/>
                                  <a:lumOff val="10000"/>
                                </a:schemeClr>
                              </a:solidFill>
                              <a:latin typeface="Cambria Math" panose="02040503050406030204" pitchFamily="18" charset="0"/>
                            </a:rPr>
                            <m:t>𝑢</m:t>
                          </m:r>
                        </m:e>
                        <m:sub>
                          <m:r>
                            <a:rPr kumimoji="1" lang="en-US" altLang="ja-JP" sz="2400" b="0" i="1" smtClean="0">
                              <a:solidFill>
                                <a:schemeClr val="tx1">
                                  <a:lumMod val="90000"/>
                                  <a:lumOff val="10000"/>
                                </a:schemeClr>
                              </a:solidFill>
                              <a:latin typeface="Cambria Math" panose="02040503050406030204" pitchFamily="18" charset="0"/>
                            </a:rPr>
                            <m:t>𝑛</m:t>
                          </m:r>
                        </m:sub>
                      </m:sSub>
                    </m:oMath>
                  </m:oMathPara>
                </a14:m>
                <a:endParaRPr kumimoji="1" lang="ja-JP" altLang="en-US" sz="2400" dirty="0">
                  <a:solidFill>
                    <a:schemeClr val="tx1">
                      <a:lumMod val="90000"/>
                      <a:lumOff val="10000"/>
                    </a:schemeClr>
                  </a:solidFill>
                </a:endParaRPr>
              </a:p>
            </p:txBody>
          </p:sp>
        </mc:Choice>
        <mc:Fallback xmlns="">
          <p:sp>
            <p:nvSpPr>
              <p:cNvPr id="5" name="テキスト ボックス 4">
                <a:extLst>
                  <a:ext uri="{FF2B5EF4-FFF2-40B4-BE49-F238E27FC236}">
                    <a16:creationId xmlns:a16="http://schemas.microsoft.com/office/drawing/2014/main" id="{DD046C7F-7B20-AC57-206C-B79B9370EA70}"/>
                  </a:ext>
                </a:extLst>
              </p:cNvPr>
              <p:cNvSpPr txBox="1">
                <a:spLocks noRot="1" noChangeAspect="1" noMove="1" noResize="1" noEditPoints="1" noAdjustHandles="1" noChangeArrowheads="1" noChangeShapeType="1" noTextEdit="1"/>
              </p:cNvSpPr>
              <p:nvPr/>
            </p:nvSpPr>
            <p:spPr>
              <a:xfrm>
                <a:off x="514581" y="2811383"/>
                <a:ext cx="423769" cy="369332"/>
              </a:xfrm>
              <a:prstGeom prst="rect">
                <a:avLst/>
              </a:prstGeom>
              <a:blipFill>
                <a:blip r:embed="rId2"/>
                <a:stretch>
                  <a:fillRect l="-7143" b="-13115"/>
                </a:stretch>
              </a:blipFill>
            </p:spPr>
            <p:txBody>
              <a:bodyPr/>
              <a:lstStyle/>
              <a:p>
                <a:r>
                  <a:rPr lang="ja-JP" altLang="en-US">
                    <a:noFill/>
                  </a:rPr>
                  <a:t> </a:t>
                </a:r>
              </a:p>
            </p:txBody>
          </p:sp>
        </mc:Fallback>
      </mc:AlternateContent>
      <p:cxnSp>
        <p:nvCxnSpPr>
          <p:cNvPr id="6" name="直線コネクタ 5">
            <a:extLst>
              <a:ext uri="{FF2B5EF4-FFF2-40B4-BE49-F238E27FC236}">
                <a16:creationId xmlns:a16="http://schemas.microsoft.com/office/drawing/2014/main" id="{E52F73DE-31A6-DF79-60A5-E6CBE4B24050}"/>
              </a:ext>
            </a:extLst>
          </p:cNvPr>
          <p:cNvCxnSpPr>
            <a:cxnSpLocks/>
            <a:stCxn id="5" idx="3"/>
            <a:endCxn id="7" idx="2"/>
          </p:cNvCxnSpPr>
          <p:nvPr/>
        </p:nvCxnSpPr>
        <p:spPr>
          <a:xfrm>
            <a:off x="938350" y="2996049"/>
            <a:ext cx="2331137" cy="0"/>
          </a:xfrm>
          <a:prstGeom prst="line">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7" name="楕円 6">
            <a:extLst>
              <a:ext uri="{FF2B5EF4-FFF2-40B4-BE49-F238E27FC236}">
                <a16:creationId xmlns:a16="http://schemas.microsoft.com/office/drawing/2014/main" id="{6F8C4023-3B3F-DAC0-2D1A-23BE037CBB3F}"/>
              </a:ext>
            </a:extLst>
          </p:cNvPr>
          <p:cNvSpPr/>
          <p:nvPr/>
        </p:nvSpPr>
        <p:spPr>
          <a:xfrm>
            <a:off x="3269487" y="2935724"/>
            <a:ext cx="120650" cy="120650"/>
          </a:xfrm>
          <a:prstGeom prst="ellipse">
            <a:avLst/>
          </a:prstGeom>
          <a:noFill/>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kumimoji="1" lang="ja-JP" altLang="en-US"/>
          </a:p>
        </p:txBody>
      </p:sp>
      <p:cxnSp>
        <p:nvCxnSpPr>
          <p:cNvPr id="8" name="直線コネクタ 7">
            <a:extLst>
              <a:ext uri="{FF2B5EF4-FFF2-40B4-BE49-F238E27FC236}">
                <a16:creationId xmlns:a16="http://schemas.microsoft.com/office/drawing/2014/main" id="{176F2C92-908C-1DA6-A905-735DB20D1C1C}"/>
              </a:ext>
            </a:extLst>
          </p:cNvPr>
          <p:cNvCxnSpPr>
            <a:cxnSpLocks/>
            <a:stCxn id="7" idx="6"/>
            <a:endCxn id="47" idx="2"/>
          </p:cNvCxnSpPr>
          <p:nvPr/>
        </p:nvCxnSpPr>
        <p:spPr>
          <a:xfrm>
            <a:off x="3390137" y="2996049"/>
            <a:ext cx="999510" cy="0"/>
          </a:xfrm>
          <a:prstGeom prst="line">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9" name="コネクタ: カギ線 8">
            <a:extLst>
              <a:ext uri="{FF2B5EF4-FFF2-40B4-BE49-F238E27FC236}">
                <a16:creationId xmlns:a16="http://schemas.microsoft.com/office/drawing/2014/main" id="{B8492C2B-EAF8-636E-2666-ABEFED0B7B11}"/>
              </a:ext>
            </a:extLst>
          </p:cNvPr>
          <p:cNvCxnSpPr>
            <a:cxnSpLocks/>
            <a:stCxn id="5" idx="3"/>
            <a:endCxn id="26" idx="1"/>
          </p:cNvCxnSpPr>
          <p:nvPr/>
        </p:nvCxnSpPr>
        <p:spPr>
          <a:xfrm>
            <a:off x="938350" y="2996049"/>
            <a:ext cx="516832" cy="806917"/>
          </a:xfrm>
          <a:prstGeom prst="bentConnector3">
            <a:avLst>
              <a:gd name="adj1" fmla="val 50000"/>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0" name="コネクタ: カギ線 9">
            <a:extLst>
              <a:ext uri="{FF2B5EF4-FFF2-40B4-BE49-F238E27FC236}">
                <a16:creationId xmlns:a16="http://schemas.microsoft.com/office/drawing/2014/main" id="{74F7EE8C-A1EC-26CC-4F1B-021AF2293815}"/>
              </a:ext>
            </a:extLst>
          </p:cNvPr>
          <p:cNvCxnSpPr>
            <a:cxnSpLocks/>
            <a:stCxn id="12" idx="0"/>
            <a:endCxn id="7" idx="4"/>
          </p:cNvCxnSpPr>
          <p:nvPr/>
        </p:nvCxnSpPr>
        <p:spPr>
          <a:xfrm flipV="1">
            <a:off x="3030858" y="3056374"/>
            <a:ext cx="298954" cy="746593"/>
          </a:xfrm>
          <a:prstGeom prst="bentConnector2">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grpSp>
        <p:nvGrpSpPr>
          <p:cNvPr id="11" name="グループ化 10">
            <a:extLst>
              <a:ext uri="{FF2B5EF4-FFF2-40B4-BE49-F238E27FC236}">
                <a16:creationId xmlns:a16="http://schemas.microsoft.com/office/drawing/2014/main" id="{5D55A131-E671-6BC8-58A3-A10F1D870E7B}"/>
              </a:ext>
            </a:extLst>
          </p:cNvPr>
          <p:cNvGrpSpPr/>
          <p:nvPr/>
        </p:nvGrpSpPr>
        <p:grpSpPr>
          <a:xfrm>
            <a:off x="2451852" y="3469640"/>
            <a:ext cx="579005" cy="666654"/>
            <a:chOff x="3633715" y="4527650"/>
            <a:chExt cx="579005" cy="666654"/>
          </a:xfrm>
        </p:grpSpPr>
        <p:sp>
          <p:nvSpPr>
            <p:cNvPr id="12" name="二等辺三角形 11">
              <a:extLst>
                <a:ext uri="{FF2B5EF4-FFF2-40B4-BE49-F238E27FC236}">
                  <a16:creationId xmlns:a16="http://schemas.microsoft.com/office/drawing/2014/main" id="{33F0A360-ECD4-0EB1-6D4F-52E3FB3CD920}"/>
                </a:ext>
              </a:extLst>
            </p:cNvPr>
            <p:cNvSpPr/>
            <p:nvPr/>
          </p:nvSpPr>
          <p:spPr>
            <a:xfrm rot="5400000">
              <a:off x="3589891" y="4571474"/>
              <a:ext cx="666654" cy="579005"/>
            </a:xfrm>
            <a:prstGeom prst="triangle">
              <a:avLst/>
            </a:prstGeom>
            <a:noFill/>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vert="vert270" rtlCol="0" anchor="ctr"/>
            <a:lstStyle/>
            <a:p>
              <a:pPr algn="ctr"/>
              <a:endParaRPr kumimoji="1" lang="ja-JP" altLang="en-US" sz="1050" dirty="0"/>
            </a:p>
          </p:txBody>
        </p:sp>
        <p:sp>
          <p:nvSpPr>
            <p:cNvPr id="13" name="テキスト ボックス 12">
              <a:extLst>
                <a:ext uri="{FF2B5EF4-FFF2-40B4-BE49-F238E27FC236}">
                  <a16:creationId xmlns:a16="http://schemas.microsoft.com/office/drawing/2014/main" id="{FD8F252B-B554-6009-CF1E-38FE00A6FF2B}"/>
                </a:ext>
              </a:extLst>
            </p:cNvPr>
            <p:cNvSpPr txBox="1"/>
            <p:nvPr/>
          </p:nvSpPr>
          <p:spPr>
            <a:xfrm>
              <a:off x="3664430" y="4722477"/>
              <a:ext cx="394339" cy="276999"/>
            </a:xfrm>
            <a:prstGeom prst="rect">
              <a:avLst/>
            </a:prstGeom>
            <a:noFill/>
          </p:spPr>
          <p:txBody>
            <a:bodyPr wrap="none" lIns="0" tIns="0" rIns="0" bIns="0" rtlCol="0">
              <a:spAutoFit/>
            </a:bodyPr>
            <a:lstStyle/>
            <a:p>
              <a:r>
                <a:rPr lang="ja-JP" altLang="en-US" dirty="0"/>
                <a:t>✕</a:t>
              </a:r>
              <a:r>
                <a:rPr lang="en-US" altLang="ja-JP" dirty="0"/>
                <a:t>-1</a:t>
              </a:r>
              <a:endParaRPr lang="ja-JP" altLang="en-US" dirty="0"/>
            </a:p>
          </p:txBody>
        </p:sp>
      </p:grpSp>
      <p:cxnSp>
        <p:nvCxnSpPr>
          <p:cNvPr id="14" name="直線コネクタ 13">
            <a:extLst>
              <a:ext uri="{FF2B5EF4-FFF2-40B4-BE49-F238E27FC236}">
                <a16:creationId xmlns:a16="http://schemas.microsoft.com/office/drawing/2014/main" id="{5847882F-A224-3F85-B786-857C031637C0}"/>
              </a:ext>
            </a:extLst>
          </p:cNvPr>
          <p:cNvCxnSpPr>
            <a:cxnSpLocks/>
            <a:stCxn id="26" idx="3"/>
            <a:endCxn id="12" idx="3"/>
          </p:cNvCxnSpPr>
          <p:nvPr/>
        </p:nvCxnSpPr>
        <p:spPr>
          <a:xfrm>
            <a:off x="2118122" y="3802966"/>
            <a:ext cx="333731" cy="1"/>
          </a:xfrm>
          <a:prstGeom prst="line">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5" name="テキスト ボックス 14">
            <a:extLst>
              <a:ext uri="{FF2B5EF4-FFF2-40B4-BE49-F238E27FC236}">
                <a16:creationId xmlns:a16="http://schemas.microsoft.com/office/drawing/2014/main" id="{6D4F5EA3-945E-9423-0ED4-0470CBF2AF13}"/>
              </a:ext>
            </a:extLst>
          </p:cNvPr>
          <p:cNvSpPr txBox="1"/>
          <p:nvPr/>
        </p:nvSpPr>
        <p:spPr>
          <a:xfrm>
            <a:off x="3103391" y="2751058"/>
            <a:ext cx="153888" cy="184666"/>
          </a:xfrm>
          <a:prstGeom prst="rect">
            <a:avLst/>
          </a:prstGeom>
          <a:noFill/>
        </p:spPr>
        <p:txBody>
          <a:bodyPr wrap="none" lIns="0" tIns="0" rIns="0" bIns="0" rtlCol="0">
            <a:spAutoFit/>
          </a:bodyPr>
          <a:lstStyle/>
          <a:p>
            <a:pPr algn="l"/>
            <a:r>
              <a:rPr kumimoji="1" lang="ja-JP" altLang="en-US" sz="1200" dirty="0">
                <a:solidFill>
                  <a:schemeClr val="tx1">
                    <a:lumMod val="90000"/>
                    <a:lumOff val="10000"/>
                  </a:schemeClr>
                </a:solidFill>
              </a:rPr>
              <a:t>＋</a:t>
            </a:r>
          </a:p>
        </p:txBody>
      </p:sp>
      <p:sp>
        <p:nvSpPr>
          <p:cNvPr id="16" name="テキスト ボックス 15">
            <a:extLst>
              <a:ext uri="{FF2B5EF4-FFF2-40B4-BE49-F238E27FC236}">
                <a16:creationId xmlns:a16="http://schemas.microsoft.com/office/drawing/2014/main" id="{271F649F-27A6-3CFA-B6D1-B56E4642F4BC}"/>
              </a:ext>
            </a:extLst>
          </p:cNvPr>
          <p:cNvSpPr txBox="1"/>
          <p:nvPr/>
        </p:nvSpPr>
        <p:spPr>
          <a:xfrm>
            <a:off x="3158424" y="3085841"/>
            <a:ext cx="153888" cy="184666"/>
          </a:xfrm>
          <a:prstGeom prst="rect">
            <a:avLst/>
          </a:prstGeom>
          <a:noFill/>
        </p:spPr>
        <p:txBody>
          <a:bodyPr wrap="none" lIns="0" tIns="0" rIns="0" bIns="0" rtlCol="0">
            <a:spAutoFit/>
          </a:bodyPr>
          <a:lstStyle/>
          <a:p>
            <a:pPr algn="l"/>
            <a:r>
              <a:rPr kumimoji="1" lang="ja-JP" altLang="en-US" sz="1200" dirty="0">
                <a:solidFill>
                  <a:schemeClr val="tx1">
                    <a:lumMod val="90000"/>
                    <a:lumOff val="10000"/>
                  </a:schemeClr>
                </a:solidFill>
              </a:rPr>
              <a:t>＋</a:t>
            </a:r>
          </a:p>
        </p:txBody>
      </p:sp>
      <mc:AlternateContent xmlns:mc="http://schemas.openxmlformats.org/markup-compatibility/2006" xmlns:a14="http://schemas.microsoft.com/office/drawing/2010/main">
        <mc:Choice Requires="a14">
          <p:sp>
            <p:nvSpPr>
              <p:cNvPr id="23" name="テキスト ボックス 22">
                <a:extLst>
                  <a:ext uri="{FF2B5EF4-FFF2-40B4-BE49-F238E27FC236}">
                    <a16:creationId xmlns:a16="http://schemas.microsoft.com/office/drawing/2014/main" id="{1A2285C0-373E-3CD6-CE04-4F9F34F943C2}"/>
                  </a:ext>
                </a:extLst>
              </p:cNvPr>
              <p:cNvSpPr txBox="1"/>
              <p:nvPr/>
            </p:nvSpPr>
            <p:spPr>
              <a:xfrm>
                <a:off x="8230916" y="2811383"/>
                <a:ext cx="423769" cy="369332"/>
              </a:xfrm>
              <a:prstGeom prst="rect">
                <a:avLst/>
              </a:prstGeom>
              <a:noFill/>
            </p:spPr>
            <p:txBody>
              <a:bodyPr wrap="none" lIns="0" tIns="0" rIns="0" bIns="0" rtlCol="0">
                <a:spAutoFit/>
              </a:bodyPr>
              <a:lstStyle/>
              <a:p>
                <a:pPr algn="l"/>
                <a14:m>
                  <m:oMathPara xmlns:m="http://schemas.openxmlformats.org/officeDocument/2006/math">
                    <m:oMath>
                      <m:acc>
                        <m:accPr>
                          <m:chr m:val="̂"/>
                          <m:ctrlPr>
                            <a:rPr kumimoji="1" lang="en-US" altLang="ja-JP" sz="2400" b="0" i="1" smtClean="0">
                              <a:solidFill>
                                <a:schemeClr val="tx1">
                                  <a:lumMod val="90000"/>
                                  <a:lumOff val="10000"/>
                                </a:schemeClr>
                              </a:solidFill>
                              <a:latin typeface="Cambria Math" panose="02040503050406030204" pitchFamily="18" charset="0"/>
                            </a:rPr>
                          </m:ctrlPr>
                        </m:accPr>
                        <m:e>
                          <m:sSub>
                            <m:sSubPr>
                              <m:ctrlPr>
                                <a:rPr kumimoji="1" lang="en-US" altLang="ja-JP" sz="2400" b="0" i="1" smtClean="0">
                                  <a:solidFill>
                                    <a:schemeClr val="tx1">
                                      <a:lumMod val="90000"/>
                                      <a:lumOff val="10000"/>
                                    </a:schemeClr>
                                  </a:solidFill>
                                  <a:latin typeface="Cambria Math" panose="02040503050406030204" pitchFamily="18" charset="0"/>
                                </a:rPr>
                              </m:ctrlPr>
                            </m:sSubPr>
                            <m:e>
                              <m:r>
                                <a:rPr kumimoji="1" lang="en-US" altLang="ja-JP" sz="2400" b="0" i="1" smtClean="0">
                                  <a:solidFill>
                                    <a:schemeClr val="tx1">
                                      <a:lumMod val="90000"/>
                                      <a:lumOff val="10000"/>
                                    </a:schemeClr>
                                  </a:solidFill>
                                  <a:latin typeface="Cambria Math" panose="02040503050406030204" pitchFamily="18" charset="0"/>
                                </a:rPr>
                                <m:t>𝑢</m:t>
                              </m:r>
                            </m:e>
                            <m:sub>
                              <m:r>
                                <a:rPr kumimoji="1" lang="en-US" altLang="ja-JP" sz="2400" b="0" i="1" smtClean="0">
                                  <a:solidFill>
                                    <a:schemeClr val="tx1">
                                      <a:lumMod val="90000"/>
                                      <a:lumOff val="10000"/>
                                    </a:schemeClr>
                                  </a:solidFill>
                                  <a:latin typeface="Cambria Math" panose="02040503050406030204" pitchFamily="18" charset="0"/>
                                </a:rPr>
                                <m:t>𝑛</m:t>
                              </m:r>
                            </m:sub>
                          </m:sSub>
                        </m:e>
                      </m:acc>
                    </m:oMath>
                  </m:oMathPara>
                </a14:m>
                <a:endParaRPr kumimoji="1" lang="ja-JP" altLang="en-US" sz="2400" dirty="0">
                  <a:solidFill>
                    <a:schemeClr val="tx1">
                      <a:lumMod val="90000"/>
                      <a:lumOff val="10000"/>
                    </a:schemeClr>
                  </a:solidFill>
                </a:endParaRPr>
              </a:p>
            </p:txBody>
          </p:sp>
        </mc:Choice>
        <mc:Fallback xmlns="">
          <p:sp>
            <p:nvSpPr>
              <p:cNvPr id="23" name="テキスト ボックス 22">
                <a:extLst>
                  <a:ext uri="{FF2B5EF4-FFF2-40B4-BE49-F238E27FC236}">
                    <a16:creationId xmlns:a16="http://schemas.microsoft.com/office/drawing/2014/main" id="{1A2285C0-373E-3CD6-CE04-4F9F34F943C2}"/>
                  </a:ext>
                </a:extLst>
              </p:cNvPr>
              <p:cNvSpPr txBox="1">
                <a:spLocks noRot="1" noChangeAspect="1" noMove="1" noResize="1" noEditPoints="1" noAdjustHandles="1" noChangeArrowheads="1" noChangeShapeType="1" noTextEdit="1"/>
              </p:cNvSpPr>
              <p:nvPr/>
            </p:nvSpPr>
            <p:spPr>
              <a:xfrm>
                <a:off x="8230916" y="2811383"/>
                <a:ext cx="423769" cy="369332"/>
              </a:xfrm>
              <a:prstGeom prst="rect">
                <a:avLst/>
              </a:prstGeom>
              <a:blipFill>
                <a:blip r:embed="rId3"/>
                <a:stretch>
                  <a:fillRect l="-8571" t="-13115" r="-42857" b="-13115"/>
                </a:stretch>
              </a:blipFill>
            </p:spPr>
            <p:txBody>
              <a:bodyPr/>
              <a:lstStyle/>
              <a:p>
                <a:r>
                  <a:rPr lang="ja-JP" altLang="en-US">
                    <a:noFill/>
                  </a:rPr>
                  <a:t> </a:t>
                </a:r>
              </a:p>
            </p:txBody>
          </p:sp>
        </mc:Fallback>
      </mc:AlternateContent>
      <p:cxnSp>
        <p:nvCxnSpPr>
          <p:cNvPr id="24" name="直線コネクタ 23">
            <a:extLst>
              <a:ext uri="{FF2B5EF4-FFF2-40B4-BE49-F238E27FC236}">
                <a16:creationId xmlns:a16="http://schemas.microsoft.com/office/drawing/2014/main" id="{C018CC27-540C-5A03-3A02-B11A47091482}"/>
              </a:ext>
            </a:extLst>
          </p:cNvPr>
          <p:cNvCxnSpPr>
            <a:cxnSpLocks/>
            <a:stCxn id="47" idx="6"/>
            <a:endCxn id="33" idx="2"/>
          </p:cNvCxnSpPr>
          <p:nvPr/>
        </p:nvCxnSpPr>
        <p:spPr>
          <a:xfrm>
            <a:off x="4510297" y="2996049"/>
            <a:ext cx="1006355" cy="0"/>
          </a:xfrm>
          <a:prstGeom prst="line">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grpSp>
        <p:nvGrpSpPr>
          <p:cNvPr id="25" name="グループ化 24">
            <a:extLst>
              <a:ext uri="{FF2B5EF4-FFF2-40B4-BE49-F238E27FC236}">
                <a16:creationId xmlns:a16="http://schemas.microsoft.com/office/drawing/2014/main" id="{916AA7C1-58C2-ED47-996C-7BE6C45513FA}"/>
              </a:ext>
            </a:extLst>
          </p:cNvPr>
          <p:cNvGrpSpPr/>
          <p:nvPr/>
        </p:nvGrpSpPr>
        <p:grpSpPr>
          <a:xfrm flipV="1">
            <a:off x="1455182" y="3394661"/>
            <a:ext cx="662940" cy="816610"/>
            <a:chOff x="9274810" y="4104640"/>
            <a:chExt cx="662940" cy="816610"/>
          </a:xfrm>
        </p:grpSpPr>
        <p:sp>
          <p:nvSpPr>
            <p:cNvPr id="26" name="正方形/長方形 25">
              <a:extLst>
                <a:ext uri="{FF2B5EF4-FFF2-40B4-BE49-F238E27FC236}">
                  <a16:creationId xmlns:a16="http://schemas.microsoft.com/office/drawing/2014/main" id="{6E36C863-9CAA-4897-1145-CFE9F8579441}"/>
                </a:ext>
              </a:extLst>
            </p:cNvPr>
            <p:cNvSpPr/>
            <p:nvPr/>
          </p:nvSpPr>
          <p:spPr>
            <a:xfrm>
              <a:off x="9274810" y="4104640"/>
              <a:ext cx="662940" cy="816610"/>
            </a:xfrm>
            <a:prstGeom prst="rect">
              <a:avLst/>
            </a:prstGeom>
            <a:noFill/>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kumimoji="1" lang="ja-JP" altLang="en-US"/>
            </a:p>
          </p:txBody>
        </p:sp>
        <p:sp>
          <p:nvSpPr>
            <p:cNvPr id="27" name="二等辺三角形 26">
              <a:extLst>
                <a:ext uri="{FF2B5EF4-FFF2-40B4-BE49-F238E27FC236}">
                  <a16:creationId xmlns:a16="http://schemas.microsoft.com/office/drawing/2014/main" id="{D6C27D45-335D-E93D-1AA6-18C87213F34B}"/>
                </a:ext>
              </a:extLst>
            </p:cNvPr>
            <p:cNvSpPr/>
            <p:nvPr/>
          </p:nvSpPr>
          <p:spPr>
            <a:xfrm rot="10800000">
              <a:off x="9439592" y="4104640"/>
              <a:ext cx="333375" cy="161925"/>
            </a:xfrm>
            <a:prstGeom prst="triangle">
              <a:avLst/>
            </a:prstGeom>
            <a:noFill/>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kumimoji="1" lang="ja-JP" altLang="en-US"/>
            </a:p>
          </p:txBody>
        </p:sp>
      </p:grpSp>
      <mc:AlternateContent xmlns:mc="http://schemas.openxmlformats.org/markup-compatibility/2006" xmlns:a14="http://schemas.microsoft.com/office/drawing/2010/main">
        <mc:Choice Requires="a14">
          <p:sp>
            <p:nvSpPr>
              <p:cNvPr id="28" name="テキスト ボックス 27">
                <a:extLst>
                  <a:ext uri="{FF2B5EF4-FFF2-40B4-BE49-F238E27FC236}">
                    <a16:creationId xmlns:a16="http://schemas.microsoft.com/office/drawing/2014/main" id="{CA192DF8-F07E-270F-96DA-9F57F1D09C92}"/>
                  </a:ext>
                </a:extLst>
              </p:cNvPr>
              <p:cNvSpPr txBox="1"/>
              <p:nvPr/>
            </p:nvSpPr>
            <p:spPr>
              <a:xfrm>
                <a:off x="747317" y="4337597"/>
                <a:ext cx="502766" cy="369332"/>
              </a:xfrm>
              <a:prstGeom prst="rect">
                <a:avLst/>
              </a:prstGeom>
              <a:noFill/>
            </p:spPr>
            <p:txBody>
              <a:bodyPr wrap="square" lIns="0" tIns="0" rIns="0" bIns="0" rtlCol="0">
                <a:spAutoFit/>
              </a:bodyPr>
              <a:lstStyle/>
              <a:p>
                <a:pPr algn="l"/>
                <a14:m>
                  <m:oMathPara xmlns:m="http://schemas.openxmlformats.org/officeDocument/2006/math">
                    <m:oMath>
                      <m:r>
                        <a:rPr kumimoji="1" lang="en-US" altLang="ja-JP" sz="2400" b="0" i="1" smtClean="0">
                          <a:solidFill>
                            <a:schemeClr val="tx1">
                              <a:lumMod val="90000"/>
                              <a:lumOff val="10000"/>
                            </a:schemeClr>
                          </a:solidFill>
                          <a:latin typeface="Cambria Math" panose="02040503050406030204" pitchFamily="18" charset="0"/>
                        </a:rPr>
                        <m:t>𝑐𝑙𝑘</m:t>
                      </m:r>
                    </m:oMath>
                  </m:oMathPara>
                </a14:m>
                <a:endParaRPr kumimoji="1" lang="ja-JP" altLang="en-US" sz="2400" dirty="0">
                  <a:solidFill>
                    <a:schemeClr val="tx1">
                      <a:lumMod val="90000"/>
                      <a:lumOff val="10000"/>
                    </a:schemeClr>
                  </a:solidFill>
                </a:endParaRPr>
              </a:p>
            </p:txBody>
          </p:sp>
        </mc:Choice>
        <mc:Fallback xmlns="">
          <p:sp>
            <p:nvSpPr>
              <p:cNvPr id="28" name="テキスト ボックス 27">
                <a:extLst>
                  <a:ext uri="{FF2B5EF4-FFF2-40B4-BE49-F238E27FC236}">
                    <a16:creationId xmlns:a16="http://schemas.microsoft.com/office/drawing/2014/main" id="{CA192DF8-F07E-270F-96DA-9F57F1D09C92}"/>
                  </a:ext>
                </a:extLst>
              </p:cNvPr>
              <p:cNvSpPr txBox="1">
                <a:spLocks noRot="1" noChangeAspect="1" noMove="1" noResize="1" noEditPoints="1" noAdjustHandles="1" noChangeArrowheads="1" noChangeShapeType="1" noTextEdit="1"/>
              </p:cNvSpPr>
              <p:nvPr/>
            </p:nvSpPr>
            <p:spPr>
              <a:xfrm>
                <a:off x="747317" y="4337597"/>
                <a:ext cx="502766" cy="369332"/>
              </a:xfrm>
              <a:prstGeom prst="rect">
                <a:avLst/>
              </a:prstGeom>
              <a:blipFill>
                <a:blip r:embed="rId4"/>
                <a:stretch>
                  <a:fillRect l="-13415" r="-12195" b="-11667"/>
                </a:stretch>
              </a:blipFill>
            </p:spPr>
            <p:txBody>
              <a:bodyPr/>
              <a:lstStyle/>
              <a:p>
                <a:r>
                  <a:rPr lang="ja-JP" altLang="en-US">
                    <a:noFill/>
                  </a:rPr>
                  <a:t> </a:t>
                </a:r>
              </a:p>
            </p:txBody>
          </p:sp>
        </mc:Fallback>
      </mc:AlternateContent>
      <p:cxnSp>
        <p:nvCxnSpPr>
          <p:cNvPr id="29" name="コネクタ: カギ線 28">
            <a:extLst>
              <a:ext uri="{FF2B5EF4-FFF2-40B4-BE49-F238E27FC236}">
                <a16:creationId xmlns:a16="http://schemas.microsoft.com/office/drawing/2014/main" id="{942760C9-A55E-E36E-6E5A-ADB9D0EB5222}"/>
              </a:ext>
            </a:extLst>
          </p:cNvPr>
          <p:cNvCxnSpPr>
            <a:cxnSpLocks/>
            <a:stCxn id="28" idx="3"/>
            <a:endCxn id="27" idx="3"/>
          </p:cNvCxnSpPr>
          <p:nvPr/>
        </p:nvCxnSpPr>
        <p:spPr>
          <a:xfrm flipV="1">
            <a:off x="1250083" y="4211271"/>
            <a:ext cx="536568" cy="310992"/>
          </a:xfrm>
          <a:prstGeom prst="bentConnector2">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grpSp>
        <p:nvGrpSpPr>
          <p:cNvPr id="30" name="グループ化 29">
            <a:extLst>
              <a:ext uri="{FF2B5EF4-FFF2-40B4-BE49-F238E27FC236}">
                <a16:creationId xmlns:a16="http://schemas.microsoft.com/office/drawing/2014/main" id="{1B917034-7CB2-8ECB-7901-700301AD0432}"/>
              </a:ext>
            </a:extLst>
          </p:cNvPr>
          <p:cNvGrpSpPr/>
          <p:nvPr/>
        </p:nvGrpSpPr>
        <p:grpSpPr>
          <a:xfrm flipV="1">
            <a:off x="6116609" y="2587744"/>
            <a:ext cx="662940" cy="816610"/>
            <a:chOff x="9274810" y="4104640"/>
            <a:chExt cx="662940" cy="816610"/>
          </a:xfrm>
        </p:grpSpPr>
        <p:sp>
          <p:nvSpPr>
            <p:cNvPr id="31" name="正方形/長方形 30">
              <a:extLst>
                <a:ext uri="{FF2B5EF4-FFF2-40B4-BE49-F238E27FC236}">
                  <a16:creationId xmlns:a16="http://schemas.microsoft.com/office/drawing/2014/main" id="{5101BF8C-5F5B-6740-F9AE-ECCF73D37305}"/>
                </a:ext>
              </a:extLst>
            </p:cNvPr>
            <p:cNvSpPr/>
            <p:nvPr/>
          </p:nvSpPr>
          <p:spPr>
            <a:xfrm>
              <a:off x="9274810" y="4104640"/>
              <a:ext cx="662940" cy="816610"/>
            </a:xfrm>
            <a:prstGeom prst="rect">
              <a:avLst/>
            </a:prstGeom>
            <a:noFill/>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kumimoji="1" lang="ja-JP" altLang="en-US"/>
            </a:p>
          </p:txBody>
        </p:sp>
        <p:sp>
          <p:nvSpPr>
            <p:cNvPr id="32" name="二等辺三角形 31">
              <a:extLst>
                <a:ext uri="{FF2B5EF4-FFF2-40B4-BE49-F238E27FC236}">
                  <a16:creationId xmlns:a16="http://schemas.microsoft.com/office/drawing/2014/main" id="{C4D1F279-62AB-A597-09C8-E5711CEEDB86}"/>
                </a:ext>
              </a:extLst>
            </p:cNvPr>
            <p:cNvSpPr/>
            <p:nvPr/>
          </p:nvSpPr>
          <p:spPr>
            <a:xfrm rot="10800000">
              <a:off x="9439592" y="4104640"/>
              <a:ext cx="333375" cy="161925"/>
            </a:xfrm>
            <a:prstGeom prst="triangle">
              <a:avLst/>
            </a:prstGeom>
            <a:noFill/>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kumimoji="1" lang="ja-JP" altLang="en-US"/>
            </a:p>
          </p:txBody>
        </p:sp>
      </p:grpSp>
      <p:sp>
        <p:nvSpPr>
          <p:cNvPr id="33" name="楕円 32">
            <a:extLst>
              <a:ext uri="{FF2B5EF4-FFF2-40B4-BE49-F238E27FC236}">
                <a16:creationId xmlns:a16="http://schemas.microsoft.com/office/drawing/2014/main" id="{622F404E-9F95-B052-88B2-D34E5A459E51}"/>
              </a:ext>
            </a:extLst>
          </p:cNvPr>
          <p:cNvSpPr/>
          <p:nvPr/>
        </p:nvSpPr>
        <p:spPr>
          <a:xfrm>
            <a:off x="5516652" y="2935724"/>
            <a:ext cx="120650" cy="120650"/>
          </a:xfrm>
          <a:prstGeom prst="ellipse">
            <a:avLst/>
          </a:prstGeom>
          <a:noFill/>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kumimoji="1" lang="ja-JP" altLang="en-US"/>
          </a:p>
        </p:txBody>
      </p:sp>
      <p:sp>
        <p:nvSpPr>
          <p:cNvPr id="34" name="テキスト ボックス 33">
            <a:extLst>
              <a:ext uri="{FF2B5EF4-FFF2-40B4-BE49-F238E27FC236}">
                <a16:creationId xmlns:a16="http://schemas.microsoft.com/office/drawing/2014/main" id="{F4CE5CB6-3017-C65C-36A6-DA4EDADFE331}"/>
              </a:ext>
            </a:extLst>
          </p:cNvPr>
          <p:cNvSpPr txBox="1"/>
          <p:nvPr/>
        </p:nvSpPr>
        <p:spPr>
          <a:xfrm>
            <a:off x="5350556" y="3037719"/>
            <a:ext cx="153888" cy="184666"/>
          </a:xfrm>
          <a:prstGeom prst="rect">
            <a:avLst/>
          </a:prstGeom>
          <a:noFill/>
        </p:spPr>
        <p:txBody>
          <a:bodyPr wrap="none" lIns="0" tIns="0" rIns="0" bIns="0" rtlCol="0">
            <a:spAutoFit/>
          </a:bodyPr>
          <a:lstStyle/>
          <a:p>
            <a:pPr algn="l"/>
            <a:r>
              <a:rPr kumimoji="1" lang="ja-JP" altLang="en-US" sz="1200" dirty="0">
                <a:solidFill>
                  <a:schemeClr val="tx1">
                    <a:lumMod val="90000"/>
                    <a:lumOff val="10000"/>
                  </a:schemeClr>
                </a:solidFill>
              </a:rPr>
              <a:t>＋</a:t>
            </a:r>
          </a:p>
        </p:txBody>
      </p:sp>
      <p:sp>
        <p:nvSpPr>
          <p:cNvPr id="35" name="テキスト ボックス 34">
            <a:extLst>
              <a:ext uri="{FF2B5EF4-FFF2-40B4-BE49-F238E27FC236}">
                <a16:creationId xmlns:a16="http://schemas.microsoft.com/office/drawing/2014/main" id="{74E9E17D-3751-3490-B667-85BE7426B02D}"/>
              </a:ext>
            </a:extLst>
          </p:cNvPr>
          <p:cNvSpPr txBox="1"/>
          <p:nvPr/>
        </p:nvSpPr>
        <p:spPr>
          <a:xfrm>
            <a:off x="5630457" y="2781220"/>
            <a:ext cx="153888" cy="184666"/>
          </a:xfrm>
          <a:prstGeom prst="rect">
            <a:avLst/>
          </a:prstGeom>
          <a:noFill/>
        </p:spPr>
        <p:txBody>
          <a:bodyPr wrap="none" lIns="0" tIns="0" rIns="0" bIns="0" rtlCol="0">
            <a:spAutoFit/>
          </a:bodyPr>
          <a:lstStyle/>
          <a:p>
            <a:pPr algn="l"/>
            <a:r>
              <a:rPr kumimoji="1" lang="ja-JP" altLang="en-US" sz="1200" dirty="0">
                <a:solidFill>
                  <a:schemeClr val="tx1">
                    <a:lumMod val="90000"/>
                    <a:lumOff val="10000"/>
                  </a:schemeClr>
                </a:solidFill>
              </a:rPr>
              <a:t>＋</a:t>
            </a:r>
          </a:p>
        </p:txBody>
      </p:sp>
      <p:cxnSp>
        <p:nvCxnSpPr>
          <p:cNvPr id="36" name="直線コネクタ 35">
            <a:extLst>
              <a:ext uri="{FF2B5EF4-FFF2-40B4-BE49-F238E27FC236}">
                <a16:creationId xmlns:a16="http://schemas.microsoft.com/office/drawing/2014/main" id="{3B61E646-82BC-8DC2-3AE8-9BA356E06213}"/>
              </a:ext>
            </a:extLst>
          </p:cNvPr>
          <p:cNvCxnSpPr>
            <a:cxnSpLocks/>
            <a:stCxn id="33" idx="6"/>
            <a:endCxn id="31" idx="1"/>
          </p:cNvCxnSpPr>
          <p:nvPr/>
        </p:nvCxnSpPr>
        <p:spPr>
          <a:xfrm>
            <a:off x="5637302" y="2996049"/>
            <a:ext cx="479307" cy="0"/>
          </a:xfrm>
          <a:prstGeom prst="line">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37" name="コネクタ: カギ線 36">
            <a:extLst>
              <a:ext uri="{FF2B5EF4-FFF2-40B4-BE49-F238E27FC236}">
                <a16:creationId xmlns:a16="http://schemas.microsoft.com/office/drawing/2014/main" id="{09D65FB6-3971-D2E9-6E19-639609399D44}"/>
              </a:ext>
            </a:extLst>
          </p:cNvPr>
          <p:cNvCxnSpPr>
            <a:cxnSpLocks/>
            <a:stCxn id="31" idx="3"/>
            <a:endCxn id="33" idx="0"/>
          </p:cNvCxnSpPr>
          <p:nvPr/>
        </p:nvCxnSpPr>
        <p:spPr>
          <a:xfrm flipH="1" flipV="1">
            <a:off x="5576977" y="2935724"/>
            <a:ext cx="1202572" cy="60325"/>
          </a:xfrm>
          <a:prstGeom prst="bentConnector4">
            <a:avLst>
              <a:gd name="adj1" fmla="val -44223"/>
              <a:gd name="adj2" fmla="val 1055789"/>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38" name="直線コネクタ 37">
            <a:extLst>
              <a:ext uri="{FF2B5EF4-FFF2-40B4-BE49-F238E27FC236}">
                <a16:creationId xmlns:a16="http://schemas.microsoft.com/office/drawing/2014/main" id="{B54FA487-220A-81B3-B4F9-76B78B17D498}"/>
              </a:ext>
            </a:extLst>
          </p:cNvPr>
          <p:cNvCxnSpPr>
            <a:cxnSpLocks/>
            <a:stCxn id="31" idx="3"/>
            <a:endCxn id="23" idx="1"/>
          </p:cNvCxnSpPr>
          <p:nvPr/>
        </p:nvCxnSpPr>
        <p:spPr>
          <a:xfrm>
            <a:off x="6779549" y="2996049"/>
            <a:ext cx="1451367" cy="0"/>
          </a:xfrm>
          <a:prstGeom prst="line">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mc:AlternateContent xmlns:mc="http://schemas.openxmlformats.org/markup-compatibility/2006" xmlns:a14="http://schemas.microsoft.com/office/drawing/2010/main">
        <mc:Choice Requires="a14">
          <p:sp>
            <p:nvSpPr>
              <p:cNvPr id="41" name="テキスト ボックス 40">
                <a:extLst>
                  <a:ext uri="{FF2B5EF4-FFF2-40B4-BE49-F238E27FC236}">
                    <a16:creationId xmlns:a16="http://schemas.microsoft.com/office/drawing/2014/main" id="{1B1F08D6-F69B-960F-BE61-5ECFEDCC76CF}"/>
                  </a:ext>
                </a:extLst>
              </p:cNvPr>
              <p:cNvSpPr txBox="1"/>
              <p:nvPr/>
            </p:nvSpPr>
            <p:spPr>
              <a:xfrm>
                <a:off x="5406022" y="3633910"/>
                <a:ext cx="502766" cy="369332"/>
              </a:xfrm>
              <a:prstGeom prst="rect">
                <a:avLst/>
              </a:prstGeom>
              <a:noFill/>
            </p:spPr>
            <p:txBody>
              <a:bodyPr wrap="square" lIns="0" tIns="0" rIns="0" bIns="0" rtlCol="0">
                <a:spAutoFit/>
              </a:bodyPr>
              <a:lstStyle/>
              <a:p>
                <a:pPr algn="l"/>
                <a14:m>
                  <m:oMathPara xmlns:m="http://schemas.openxmlformats.org/officeDocument/2006/math">
                    <m:oMath>
                      <m:r>
                        <a:rPr kumimoji="1" lang="en-US" altLang="ja-JP" sz="2400" b="0" i="1" smtClean="0">
                          <a:solidFill>
                            <a:schemeClr val="tx1">
                              <a:lumMod val="90000"/>
                              <a:lumOff val="10000"/>
                            </a:schemeClr>
                          </a:solidFill>
                          <a:latin typeface="Cambria Math" panose="02040503050406030204" pitchFamily="18" charset="0"/>
                        </a:rPr>
                        <m:t>𝑐𝑙𝑘</m:t>
                      </m:r>
                    </m:oMath>
                  </m:oMathPara>
                </a14:m>
                <a:endParaRPr kumimoji="1" lang="ja-JP" altLang="en-US" sz="2400" dirty="0">
                  <a:solidFill>
                    <a:schemeClr val="tx1">
                      <a:lumMod val="90000"/>
                      <a:lumOff val="10000"/>
                    </a:schemeClr>
                  </a:solidFill>
                </a:endParaRPr>
              </a:p>
            </p:txBody>
          </p:sp>
        </mc:Choice>
        <mc:Fallback xmlns="">
          <p:sp>
            <p:nvSpPr>
              <p:cNvPr id="41" name="テキスト ボックス 40">
                <a:extLst>
                  <a:ext uri="{FF2B5EF4-FFF2-40B4-BE49-F238E27FC236}">
                    <a16:creationId xmlns:a16="http://schemas.microsoft.com/office/drawing/2014/main" id="{1B1F08D6-F69B-960F-BE61-5ECFEDCC76CF}"/>
                  </a:ext>
                </a:extLst>
              </p:cNvPr>
              <p:cNvSpPr txBox="1">
                <a:spLocks noRot="1" noChangeAspect="1" noMove="1" noResize="1" noEditPoints="1" noAdjustHandles="1" noChangeArrowheads="1" noChangeShapeType="1" noTextEdit="1"/>
              </p:cNvSpPr>
              <p:nvPr/>
            </p:nvSpPr>
            <p:spPr>
              <a:xfrm>
                <a:off x="5406022" y="3633910"/>
                <a:ext cx="502766" cy="369332"/>
              </a:xfrm>
              <a:prstGeom prst="rect">
                <a:avLst/>
              </a:prstGeom>
              <a:blipFill>
                <a:blip r:embed="rId5"/>
                <a:stretch>
                  <a:fillRect l="-13415" r="-12195" b="-9836"/>
                </a:stretch>
              </a:blipFill>
            </p:spPr>
            <p:txBody>
              <a:bodyPr/>
              <a:lstStyle/>
              <a:p>
                <a:r>
                  <a:rPr lang="ja-JP" altLang="en-US">
                    <a:noFill/>
                  </a:rPr>
                  <a:t> </a:t>
                </a:r>
              </a:p>
            </p:txBody>
          </p:sp>
        </mc:Fallback>
      </mc:AlternateContent>
      <p:cxnSp>
        <p:nvCxnSpPr>
          <p:cNvPr id="42" name="コネクタ: カギ線 41">
            <a:extLst>
              <a:ext uri="{FF2B5EF4-FFF2-40B4-BE49-F238E27FC236}">
                <a16:creationId xmlns:a16="http://schemas.microsoft.com/office/drawing/2014/main" id="{0A5D97A7-0E98-BA0C-1918-996D3771F004}"/>
              </a:ext>
            </a:extLst>
          </p:cNvPr>
          <p:cNvCxnSpPr>
            <a:cxnSpLocks/>
            <a:stCxn id="41" idx="3"/>
            <a:endCxn id="32" idx="3"/>
          </p:cNvCxnSpPr>
          <p:nvPr/>
        </p:nvCxnSpPr>
        <p:spPr>
          <a:xfrm flipV="1">
            <a:off x="5908788" y="3404354"/>
            <a:ext cx="539290" cy="414222"/>
          </a:xfrm>
          <a:prstGeom prst="bentConnector2">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47" name="楕円 46">
            <a:extLst>
              <a:ext uri="{FF2B5EF4-FFF2-40B4-BE49-F238E27FC236}">
                <a16:creationId xmlns:a16="http://schemas.microsoft.com/office/drawing/2014/main" id="{B3303326-D8A2-A05D-1F31-08CDEBEA110B}"/>
              </a:ext>
            </a:extLst>
          </p:cNvPr>
          <p:cNvSpPr/>
          <p:nvPr/>
        </p:nvSpPr>
        <p:spPr>
          <a:xfrm>
            <a:off x="4389647" y="2935724"/>
            <a:ext cx="120650" cy="120650"/>
          </a:xfrm>
          <a:prstGeom prst="ellipse">
            <a:avLst/>
          </a:prstGeom>
          <a:noFill/>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kumimoji="1" lang="ja-JP" altLang="en-US"/>
          </a:p>
        </p:txBody>
      </p:sp>
      <mc:AlternateContent xmlns:mc="http://schemas.openxmlformats.org/markup-compatibility/2006" xmlns:a14="http://schemas.microsoft.com/office/drawing/2010/main">
        <mc:Choice Requires="a14">
          <p:sp>
            <p:nvSpPr>
              <p:cNvPr id="59" name="テキスト ボックス 58">
                <a:extLst>
                  <a:ext uri="{FF2B5EF4-FFF2-40B4-BE49-F238E27FC236}">
                    <a16:creationId xmlns:a16="http://schemas.microsoft.com/office/drawing/2014/main" id="{54529136-6BD4-2EBF-00F9-1FD0A74C39C7}"/>
                  </a:ext>
                </a:extLst>
              </p:cNvPr>
              <p:cNvSpPr txBox="1"/>
              <p:nvPr/>
            </p:nvSpPr>
            <p:spPr>
              <a:xfrm>
                <a:off x="4254630" y="2077273"/>
                <a:ext cx="390683" cy="369332"/>
              </a:xfrm>
              <a:prstGeom prst="rect">
                <a:avLst/>
              </a:prstGeom>
              <a:noFill/>
            </p:spPr>
            <p:txBody>
              <a:bodyPr wrap="none" lIns="0" tIns="0" rIns="0" bIns="0" rtlCol="0">
                <a:spAutoFit/>
              </a:bodyPr>
              <a:lstStyle/>
              <a:p>
                <a:pPr algn="l"/>
                <a14:m>
                  <m:oMathPara xmlns:m="http://schemas.openxmlformats.org/officeDocument/2006/math">
                    <m:oMath>
                      <m:sSub>
                        <m:sSubPr>
                          <m:ctrlPr>
                            <a:rPr kumimoji="1" lang="en-US" altLang="ja-JP" sz="2400" b="0" i="1" smtClean="0">
                              <a:solidFill>
                                <a:schemeClr val="tx1">
                                  <a:lumMod val="90000"/>
                                  <a:lumOff val="10000"/>
                                </a:schemeClr>
                              </a:solidFill>
                              <a:latin typeface="Cambria Math" panose="02040503050406030204" pitchFamily="18" charset="0"/>
                            </a:rPr>
                          </m:ctrlPr>
                        </m:sSubPr>
                        <m:e>
                          <m:r>
                            <a:rPr kumimoji="1" lang="en-US" altLang="ja-JP" sz="2400" b="0" i="1" smtClean="0">
                              <a:solidFill>
                                <a:schemeClr val="tx1">
                                  <a:lumMod val="90000"/>
                                  <a:lumOff val="10000"/>
                                </a:schemeClr>
                              </a:solidFill>
                              <a:latin typeface="Cambria Math" panose="02040503050406030204" pitchFamily="18" charset="0"/>
                            </a:rPr>
                            <m:t>𝑒</m:t>
                          </m:r>
                        </m:e>
                        <m:sub>
                          <m:r>
                            <a:rPr kumimoji="1" lang="en-US" altLang="ja-JP" sz="2400" b="0" i="1" smtClean="0">
                              <a:solidFill>
                                <a:schemeClr val="tx1">
                                  <a:lumMod val="90000"/>
                                  <a:lumOff val="10000"/>
                                </a:schemeClr>
                              </a:solidFill>
                              <a:latin typeface="Cambria Math" panose="02040503050406030204" pitchFamily="18" charset="0"/>
                            </a:rPr>
                            <m:t>𝑛</m:t>
                          </m:r>
                        </m:sub>
                      </m:sSub>
                    </m:oMath>
                  </m:oMathPara>
                </a14:m>
                <a:endParaRPr kumimoji="1" lang="ja-JP" altLang="en-US" sz="2400" dirty="0">
                  <a:solidFill>
                    <a:schemeClr val="tx1">
                      <a:lumMod val="90000"/>
                      <a:lumOff val="10000"/>
                    </a:schemeClr>
                  </a:solidFill>
                </a:endParaRPr>
              </a:p>
            </p:txBody>
          </p:sp>
        </mc:Choice>
        <mc:Fallback xmlns="">
          <p:sp>
            <p:nvSpPr>
              <p:cNvPr id="59" name="テキスト ボックス 58">
                <a:extLst>
                  <a:ext uri="{FF2B5EF4-FFF2-40B4-BE49-F238E27FC236}">
                    <a16:creationId xmlns:a16="http://schemas.microsoft.com/office/drawing/2014/main" id="{54529136-6BD4-2EBF-00F9-1FD0A74C39C7}"/>
                  </a:ext>
                </a:extLst>
              </p:cNvPr>
              <p:cNvSpPr txBox="1">
                <a:spLocks noRot="1" noChangeAspect="1" noMove="1" noResize="1" noEditPoints="1" noAdjustHandles="1" noChangeArrowheads="1" noChangeShapeType="1" noTextEdit="1"/>
              </p:cNvSpPr>
              <p:nvPr/>
            </p:nvSpPr>
            <p:spPr>
              <a:xfrm>
                <a:off x="4254630" y="2077273"/>
                <a:ext cx="390683" cy="369332"/>
              </a:xfrm>
              <a:prstGeom prst="rect">
                <a:avLst/>
              </a:prstGeom>
              <a:blipFill>
                <a:blip r:embed="rId6"/>
                <a:stretch>
                  <a:fillRect l="-9375" b="-13333"/>
                </a:stretch>
              </a:blipFill>
            </p:spPr>
            <p:txBody>
              <a:bodyPr/>
              <a:lstStyle/>
              <a:p>
                <a:r>
                  <a:rPr lang="ja-JP" altLang="en-US">
                    <a:noFill/>
                  </a:rPr>
                  <a:t> </a:t>
                </a:r>
              </a:p>
            </p:txBody>
          </p:sp>
        </mc:Fallback>
      </mc:AlternateContent>
      <p:cxnSp>
        <p:nvCxnSpPr>
          <p:cNvPr id="60" name="直線コネクタ 59">
            <a:extLst>
              <a:ext uri="{FF2B5EF4-FFF2-40B4-BE49-F238E27FC236}">
                <a16:creationId xmlns:a16="http://schemas.microsoft.com/office/drawing/2014/main" id="{D1C42000-48C5-6526-9B5B-058DF0AC8947}"/>
              </a:ext>
            </a:extLst>
          </p:cNvPr>
          <p:cNvCxnSpPr>
            <a:cxnSpLocks/>
            <a:stCxn id="59" idx="2"/>
            <a:endCxn id="47" idx="0"/>
          </p:cNvCxnSpPr>
          <p:nvPr/>
        </p:nvCxnSpPr>
        <p:spPr>
          <a:xfrm>
            <a:off x="4449972" y="2446605"/>
            <a:ext cx="0" cy="489119"/>
          </a:xfrm>
          <a:prstGeom prst="line">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mc:AlternateContent xmlns:mc="http://schemas.openxmlformats.org/markup-compatibility/2006" xmlns:a14="http://schemas.microsoft.com/office/drawing/2010/main">
        <mc:Choice Requires="a14">
          <p:sp>
            <p:nvSpPr>
              <p:cNvPr id="68" name="テキスト ボックス 67">
                <a:extLst>
                  <a:ext uri="{FF2B5EF4-FFF2-40B4-BE49-F238E27FC236}">
                    <a16:creationId xmlns:a16="http://schemas.microsoft.com/office/drawing/2014/main" id="{16BEB00C-E68C-4A77-F4DC-A3D9565AA499}"/>
                  </a:ext>
                </a:extLst>
              </p:cNvPr>
              <p:cNvSpPr txBox="1"/>
              <p:nvPr/>
            </p:nvSpPr>
            <p:spPr>
              <a:xfrm>
                <a:off x="2741355" y="4240551"/>
                <a:ext cx="946349" cy="369332"/>
              </a:xfrm>
              <a:prstGeom prst="rect">
                <a:avLst/>
              </a:prstGeom>
              <a:noFill/>
            </p:spPr>
            <p:txBody>
              <a:bodyPr wrap="none" lIns="0" tIns="0" rIns="0" bIns="0" rtlCol="0">
                <a:spAutoFit/>
              </a:bodyPr>
              <a:lstStyle/>
              <a:p>
                <a:pPr algn="l"/>
                <a14:m>
                  <m:oMathPara xmlns:m="http://schemas.openxmlformats.org/officeDocument/2006/math">
                    <m:oMath>
                      <m:sSub>
                        <m:sSubPr>
                          <m:ctrlPr>
                            <a:rPr kumimoji="1" lang="en-US" altLang="ja-JP" sz="2400" b="0" i="1" smtClean="0">
                              <a:solidFill>
                                <a:schemeClr val="tx1">
                                  <a:lumMod val="90000"/>
                                  <a:lumOff val="10000"/>
                                </a:schemeClr>
                              </a:solidFill>
                              <a:latin typeface="Cambria Math" panose="02040503050406030204" pitchFamily="18" charset="0"/>
                            </a:rPr>
                          </m:ctrlPr>
                        </m:sSubPr>
                        <m:e>
                          <m:r>
                            <a:rPr kumimoji="1" lang="en-US" altLang="ja-JP" sz="2400" b="0" i="1" smtClean="0">
                              <a:solidFill>
                                <a:schemeClr val="tx1">
                                  <a:lumMod val="90000"/>
                                  <a:lumOff val="10000"/>
                                </a:schemeClr>
                              </a:solidFill>
                              <a:latin typeface="Cambria Math" panose="02040503050406030204" pitchFamily="18" charset="0"/>
                            </a:rPr>
                            <m:t>−</m:t>
                          </m:r>
                          <m:r>
                            <a:rPr kumimoji="1" lang="en-US" altLang="ja-JP" sz="2400" b="0" i="1" smtClean="0">
                              <a:solidFill>
                                <a:schemeClr val="tx1">
                                  <a:lumMod val="90000"/>
                                  <a:lumOff val="10000"/>
                                </a:schemeClr>
                              </a:solidFill>
                              <a:latin typeface="Cambria Math" panose="02040503050406030204" pitchFamily="18" charset="0"/>
                            </a:rPr>
                            <m:t>𝑢</m:t>
                          </m:r>
                        </m:e>
                        <m:sub>
                          <m:r>
                            <a:rPr kumimoji="1" lang="en-US" altLang="ja-JP" sz="2400" b="0" i="1" smtClean="0">
                              <a:solidFill>
                                <a:schemeClr val="tx1">
                                  <a:lumMod val="90000"/>
                                  <a:lumOff val="10000"/>
                                </a:schemeClr>
                              </a:solidFill>
                              <a:latin typeface="Cambria Math" panose="02040503050406030204" pitchFamily="18" charset="0"/>
                            </a:rPr>
                            <m:t>𝑛</m:t>
                          </m:r>
                          <m:r>
                            <a:rPr kumimoji="1" lang="en-US" altLang="ja-JP" sz="2400" b="0" i="1" smtClean="0">
                              <a:solidFill>
                                <a:schemeClr val="tx1">
                                  <a:lumMod val="90000"/>
                                  <a:lumOff val="10000"/>
                                </a:schemeClr>
                              </a:solidFill>
                              <a:latin typeface="Cambria Math" panose="02040503050406030204" pitchFamily="18" charset="0"/>
                            </a:rPr>
                            <m:t>−1</m:t>
                          </m:r>
                        </m:sub>
                      </m:sSub>
                    </m:oMath>
                  </m:oMathPara>
                </a14:m>
                <a:endParaRPr kumimoji="1" lang="ja-JP" altLang="en-US" sz="2400" dirty="0">
                  <a:solidFill>
                    <a:schemeClr val="tx1">
                      <a:lumMod val="90000"/>
                      <a:lumOff val="10000"/>
                    </a:schemeClr>
                  </a:solidFill>
                </a:endParaRPr>
              </a:p>
            </p:txBody>
          </p:sp>
        </mc:Choice>
        <mc:Fallback xmlns="">
          <p:sp>
            <p:nvSpPr>
              <p:cNvPr id="68" name="テキスト ボックス 67">
                <a:extLst>
                  <a:ext uri="{FF2B5EF4-FFF2-40B4-BE49-F238E27FC236}">
                    <a16:creationId xmlns:a16="http://schemas.microsoft.com/office/drawing/2014/main" id="{16BEB00C-E68C-4A77-F4DC-A3D9565AA499}"/>
                  </a:ext>
                </a:extLst>
              </p:cNvPr>
              <p:cNvSpPr txBox="1">
                <a:spLocks noRot="1" noChangeAspect="1" noMove="1" noResize="1" noEditPoints="1" noAdjustHandles="1" noChangeArrowheads="1" noChangeShapeType="1" noTextEdit="1"/>
              </p:cNvSpPr>
              <p:nvPr/>
            </p:nvSpPr>
            <p:spPr>
              <a:xfrm>
                <a:off x="2741355" y="4240551"/>
                <a:ext cx="946349" cy="369332"/>
              </a:xfrm>
              <a:prstGeom prst="rect">
                <a:avLst/>
              </a:prstGeom>
              <a:blipFill>
                <a:blip r:embed="rId7"/>
                <a:stretch>
                  <a:fillRect l="-645" r="-1935" b="-18333"/>
                </a:stretch>
              </a:blipFill>
            </p:spPr>
            <p:txBody>
              <a:bodyPr/>
              <a:lstStyle/>
              <a:p>
                <a:r>
                  <a:rPr lang="ja-JP" altLang="en-US">
                    <a:noFill/>
                  </a:rPr>
                  <a:t> </a:t>
                </a:r>
              </a:p>
            </p:txBody>
          </p:sp>
        </mc:Fallback>
      </mc:AlternateContent>
      <p:sp>
        <p:nvSpPr>
          <p:cNvPr id="71" name="フリーフォーム: 図形 70">
            <a:extLst>
              <a:ext uri="{FF2B5EF4-FFF2-40B4-BE49-F238E27FC236}">
                <a16:creationId xmlns:a16="http://schemas.microsoft.com/office/drawing/2014/main" id="{D009A5BB-D0E3-DD34-9966-0EF37E7A2DC6}"/>
              </a:ext>
            </a:extLst>
          </p:cNvPr>
          <p:cNvSpPr/>
          <p:nvPr/>
        </p:nvSpPr>
        <p:spPr>
          <a:xfrm>
            <a:off x="3161854" y="3861223"/>
            <a:ext cx="135746" cy="510117"/>
          </a:xfrm>
          <a:custGeom>
            <a:avLst/>
            <a:gdLst>
              <a:gd name="csX0" fmla="*/ 71566 w 135746"/>
              <a:gd name="csY0" fmla="*/ 510117 h 510117"/>
              <a:gd name="csX1" fmla="*/ 1716 w 135746"/>
              <a:gd name="csY1" fmla="*/ 294217 h 510117"/>
              <a:gd name="csX2" fmla="*/ 135066 w 135746"/>
              <a:gd name="csY2" fmla="*/ 243417 h 510117"/>
              <a:gd name="csX3" fmla="*/ 44049 w 135746"/>
              <a:gd name="csY3" fmla="*/ 0 h 510117"/>
            </a:gdLst>
            <a:ahLst/>
            <a:cxnLst>
              <a:cxn ang="0">
                <a:pos x="csX0" y="csY0"/>
              </a:cxn>
              <a:cxn ang="0">
                <a:pos x="csX1" y="csY1"/>
              </a:cxn>
              <a:cxn ang="0">
                <a:pos x="csX2" y="csY2"/>
              </a:cxn>
              <a:cxn ang="0">
                <a:pos x="csX3" y="csY3"/>
              </a:cxn>
            </a:cxnLst>
            <a:rect l="l" t="t" r="r" b="b"/>
            <a:pathLst>
              <a:path w="135746" h="510117">
                <a:moveTo>
                  <a:pt x="71566" y="510117"/>
                </a:moveTo>
                <a:cubicBezTo>
                  <a:pt x="31349" y="424392"/>
                  <a:pt x="-8867" y="338667"/>
                  <a:pt x="1716" y="294217"/>
                </a:cubicBezTo>
                <a:cubicBezTo>
                  <a:pt x="12299" y="249767"/>
                  <a:pt x="128011" y="292453"/>
                  <a:pt x="135066" y="243417"/>
                </a:cubicBezTo>
                <a:cubicBezTo>
                  <a:pt x="142122" y="194381"/>
                  <a:pt x="93085" y="97190"/>
                  <a:pt x="44049" y="0"/>
                </a:cubicBezTo>
              </a:path>
            </a:pathLst>
          </a:cu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kumimoji="1" lang="ja-JP" altLang="en-US"/>
          </a:p>
        </p:txBody>
      </p:sp>
      <p:sp>
        <p:nvSpPr>
          <p:cNvPr id="72" name="フリーフォーム: 図形 71">
            <a:extLst>
              <a:ext uri="{FF2B5EF4-FFF2-40B4-BE49-F238E27FC236}">
                <a16:creationId xmlns:a16="http://schemas.microsoft.com/office/drawing/2014/main" id="{7387518C-6C7C-A406-FDBA-0E8C69429745}"/>
              </a:ext>
            </a:extLst>
          </p:cNvPr>
          <p:cNvSpPr/>
          <p:nvPr/>
        </p:nvSpPr>
        <p:spPr>
          <a:xfrm>
            <a:off x="3821412" y="3068332"/>
            <a:ext cx="135746" cy="510117"/>
          </a:xfrm>
          <a:custGeom>
            <a:avLst/>
            <a:gdLst>
              <a:gd name="csX0" fmla="*/ 71566 w 135746"/>
              <a:gd name="csY0" fmla="*/ 510117 h 510117"/>
              <a:gd name="csX1" fmla="*/ 1716 w 135746"/>
              <a:gd name="csY1" fmla="*/ 294217 h 510117"/>
              <a:gd name="csX2" fmla="*/ 135066 w 135746"/>
              <a:gd name="csY2" fmla="*/ 243417 h 510117"/>
              <a:gd name="csX3" fmla="*/ 44049 w 135746"/>
              <a:gd name="csY3" fmla="*/ 0 h 510117"/>
            </a:gdLst>
            <a:ahLst/>
            <a:cxnLst>
              <a:cxn ang="0">
                <a:pos x="csX0" y="csY0"/>
              </a:cxn>
              <a:cxn ang="0">
                <a:pos x="csX1" y="csY1"/>
              </a:cxn>
              <a:cxn ang="0">
                <a:pos x="csX2" y="csY2"/>
              </a:cxn>
              <a:cxn ang="0">
                <a:pos x="csX3" y="csY3"/>
              </a:cxn>
            </a:cxnLst>
            <a:rect l="l" t="t" r="r" b="b"/>
            <a:pathLst>
              <a:path w="135746" h="510117">
                <a:moveTo>
                  <a:pt x="71566" y="510117"/>
                </a:moveTo>
                <a:cubicBezTo>
                  <a:pt x="31349" y="424392"/>
                  <a:pt x="-8867" y="338667"/>
                  <a:pt x="1716" y="294217"/>
                </a:cubicBezTo>
                <a:cubicBezTo>
                  <a:pt x="12299" y="249767"/>
                  <a:pt x="128011" y="292453"/>
                  <a:pt x="135066" y="243417"/>
                </a:cubicBezTo>
                <a:cubicBezTo>
                  <a:pt x="142122" y="194381"/>
                  <a:pt x="93085" y="97190"/>
                  <a:pt x="44049" y="0"/>
                </a:cubicBezTo>
              </a:path>
            </a:pathLst>
          </a:cu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kumimoji="1" lang="ja-JP" altLang="en-US"/>
          </a:p>
        </p:txBody>
      </p:sp>
      <mc:AlternateContent xmlns:mc="http://schemas.openxmlformats.org/markup-compatibility/2006" xmlns:a14="http://schemas.microsoft.com/office/drawing/2010/main">
        <mc:Choice Requires="a14">
          <p:sp>
            <p:nvSpPr>
              <p:cNvPr id="73" name="テキスト ボックス 72">
                <a:extLst>
                  <a:ext uri="{FF2B5EF4-FFF2-40B4-BE49-F238E27FC236}">
                    <a16:creationId xmlns:a16="http://schemas.microsoft.com/office/drawing/2014/main" id="{4C13C86E-7D0D-F894-28F3-CFEFE71DFE5C}"/>
                  </a:ext>
                </a:extLst>
              </p:cNvPr>
              <p:cNvSpPr txBox="1"/>
              <p:nvPr/>
            </p:nvSpPr>
            <p:spPr>
              <a:xfrm>
                <a:off x="3676588" y="3605818"/>
                <a:ext cx="1420902" cy="369332"/>
              </a:xfrm>
              <a:prstGeom prst="rect">
                <a:avLst/>
              </a:prstGeom>
              <a:noFill/>
            </p:spPr>
            <p:txBody>
              <a:bodyPr wrap="none" lIns="0" tIns="0" rIns="0" bIns="0" rtlCol="0">
                <a:spAutoFit/>
              </a:bodyPr>
              <a:lstStyle/>
              <a:p>
                <a:pPr algn="l"/>
                <a14:m>
                  <m:oMathPara xmlns:m="http://schemas.openxmlformats.org/officeDocument/2006/math">
                    <m:oMath>
                      <m:sSub>
                        <m:sSubPr>
                          <m:ctrlPr>
                            <a:rPr kumimoji="1" lang="en-US" altLang="ja-JP" sz="2400" b="0" i="1" smtClean="0">
                              <a:solidFill>
                                <a:schemeClr val="tx1">
                                  <a:lumMod val="90000"/>
                                  <a:lumOff val="10000"/>
                                </a:schemeClr>
                              </a:solidFill>
                              <a:latin typeface="Cambria Math" panose="02040503050406030204" pitchFamily="18" charset="0"/>
                            </a:rPr>
                          </m:ctrlPr>
                        </m:sSubPr>
                        <m:e>
                          <m:r>
                            <a:rPr kumimoji="1" lang="en-US" altLang="ja-JP" sz="2400" b="0" i="1" smtClean="0">
                              <a:solidFill>
                                <a:schemeClr val="tx1">
                                  <a:lumMod val="90000"/>
                                  <a:lumOff val="10000"/>
                                </a:schemeClr>
                              </a:solidFill>
                              <a:latin typeface="Cambria Math" panose="02040503050406030204" pitchFamily="18" charset="0"/>
                            </a:rPr>
                            <m:t>𝑢</m:t>
                          </m:r>
                        </m:e>
                        <m:sub>
                          <m:r>
                            <a:rPr kumimoji="1" lang="en-US" altLang="ja-JP" sz="2400" b="0" i="1" smtClean="0">
                              <a:solidFill>
                                <a:schemeClr val="tx1">
                                  <a:lumMod val="90000"/>
                                  <a:lumOff val="10000"/>
                                </a:schemeClr>
                              </a:solidFill>
                              <a:latin typeface="Cambria Math" panose="02040503050406030204" pitchFamily="18" charset="0"/>
                            </a:rPr>
                            <m:t>𝑛</m:t>
                          </m:r>
                        </m:sub>
                      </m:sSub>
                      <m:sSub>
                        <m:sSubPr>
                          <m:ctrlPr>
                            <a:rPr kumimoji="1" lang="en-US" altLang="ja-JP" sz="2400" b="0" i="1" smtClean="0">
                              <a:solidFill>
                                <a:schemeClr val="tx1">
                                  <a:lumMod val="90000"/>
                                  <a:lumOff val="10000"/>
                                </a:schemeClr>
                              </a:solidFill>
                              <a:latin typeface="Cambria Math" panose="02040503050406030204" pitchFamily="18" charset="0"/>
                            </a:rPr>
                          </m:ctrlPr>
                        </m:sSubPr>
                        <m:e>
                          <m:r>
                            <a:rPr kumimoji="1" lang="en-US" altLang="ja-JP" sz="2400" b="0" i="1" smtClean="0">
                              <a:solidFill>
                                <a:schemeClr val="tx1">
                                  <a:lumMod val="90000"/>
                                  <a:lumOff val="10000"/>
                                </a:schemeClr>
                              </a:solidFill>
                              <a:latin typeface="Cambria Math" panose="02040503050406030204" pitchFamily="18" charset="0"/>
                            </a:rPr>
                            <m:t>− </m:t>
                          </m:r>
                          <m:r>
                            <a:rPr kumimoji="1" lang="en-US" altLang="ja-JP" sz="2400" b="0" i="1" smtClean="0">
                              <a:solidFill>
                                <a:schemeClr val="tx1">
                                  <a:lumMod val="90000"/>
                                  <a:lumOff val="10000"/>
                                </a:schemeClr>
                              </a:solidFill>
                              <a:latin typeface="Cambria Math" panose="02040503050406030204" pitchFamily="18" charset="0"/>
                            </a:rPr>
                            <m:t>𝑢</m:t>
                          </m:r>
                        </m:e>
                        <m:sub>
                          <m:r>
                            <a:rPr kumimoji="1" lang="en-US" altLang="ja-JP" sz="2400" b="0" i="1" smtClean="0">
                              <a:solidFill>
                                <a:schemeClr val="tx1">
                                  <a:lumMod val="90000"/>
                                  <a:lumOff val="10000"/>
                                </a:schemeClr>
                              </a:solidFill>
                              <a:latin typeface="Cambria Math" panose="02040503050406030204" pitchFamily="18" charset="0"/>
                            </a:rPr>
                            <m:t>𝑛</m:t>
                          </m:r>
                          <m:r>
                            <a:rPr kumimoji="1" lang="en-US" altLang="ja-JP" sz="2400" b="0" i="1" smtClean="0">
                              <a:solidFill>
                                <a:schemeClr val="tx1">
                                  <a:lumMod val="90000"/>
                                  <a:lumOff val="10000"/>
                                </a:schemeClr>
                              </a:solidFill>
                              <a:latin typeface="Cambria Math" panose="02040503050406030204" pitchFamily="18" charset="0"/>
                            </a:rPr>
                            <m:t>−1</m:t>
                          </m:r>
                        </m:sub>
                      </m:sSub>
                    </m:oMath>
                  </m:oMathPara>
                </a14:m>
                <a:endParaRPr kumimoji="1" lang="ja-JP" altLang="en-US" sz="2400" dirty="0">
                  <a:solidFill>
                    <a:schemeClr val="tx1">
                      <a:lumMod val="90000"/>
                      <a:lumOff val="10000"/>
                    </a:schemeClr>
                  </a:solidFill>
                </a:endParaRPr>
              </a:p>
            </p:txBody>
          </p:sp>
        </mc:Choice>
        <mc:Fallback xmlns="">
          <p:sp>
            <p:nvSpPr>
              <p:cNvPr id="73" name="テキスト ボックス 72">
                <a:extLst>
                  <a:ext uri="{FF2B5EF4-FFF2-40B4-BE49-F238E27FC236}">
                    <a16:creationId xmlns:a16="http://schemas.microsoft.com/office/drawing/2014/main" id="{4C13C86E-7D0D-F894-28F3-CFEFE71DFE5C}"/>
                  </a:ext>
                </a:extLst>
              </p:cNvPr>
              <p:cNvSpPr txBox="1">
                <a:spLocks noRot="1" noChangeAspect="1" noMove="1" noResize="1" noEditPoints="1" noAdjustHandles="1" noChangeArrowheads="1" noChangeShapeType="1" noTextEdit="1"/>
              </p:cNvSpPr>
              <p:nvPr/>
            </p:nvSpPr>
            <p:spPr>
              <a:xfrm>
                <a:off x="3676588" y="3605818"/>
                <a:ext cx="1420902" cy="369332"/>
              </a:xfrm>
              <a:prstGeom prst="rect">
                <a:avLst/>
              </a:prstGeom>
              <a:blipFill>
                <a:blip r:embed="rId8"/>
                <a:stretch>
                  <a:fillRect l="-1717" r="-858" b="-18333"/>
                </a:stretch>
              </a:blipFill>
            </p:spPr>
            <p:txBody>
              <a:bodyPr/>
              <a:lstStyle/>
              <a:p>
                <a:r>
                  <a:rPr lang="ja-JP" altLang="en-US">
                    <a:noFill/>
                  </a:rPr>
                  <a:t> </a:t>
                </a:r>
              </a:p>
            </p:txBody>
          </p:sp>
        </mc:Fallback>
      </mc:AlternateContent>
      <p:sp>
        <p:nvSpPr>
          <p:cNvPr id="74" name="フリーフォーム: 図形 73">
            <a:extLst>
              <a:ext uri="{FF2B5EF4-FFF2-40B4-BE49-F238E27FC236}">
                <a16:creationId xmlns:a16="http://schemas.microsoft.com/office/drawing/2014/main" id="{BFD41EFE-00B6-46A6-6589-3E9DE1350688}"/>
              </a:ext>
            </a:extLst>
          </p:cNvPr>
          <p:cNvSpPr/>
          <p:nvPr/>
        </p:nvSpPr>
        <p:spPr>
          <a:xfrm rot="10800000">
            <a:off x="4945601" y="2094398"/>
            <a:ext cx="135746" cy="871485"/>
          </a:xfrm>
          <a:custGeom>
            <a:avLst/>
            <a:gdLst>
              <a:gd name="csX0" fmla="*/ 71566 w 135746"/>
              <a:gd name="csY0" fmla="*/ 510117 h 510117"/>
              <a:gd name="csX1" fmla="*/ 1716 w 135746"/>
              <a:gd name="csY1" fmla="*/ 294217 h 510117"/>
              <a:gd name="csX2" fmla="*/ 135066 w 135746"/>
              <a:gd name="csY2" fmla="*/ 243417 h 510117"/>
              <a:gd name="csX3" fmla="*/ 44049 w 135746"/>
              <a:gd name="csY3" fmla="*/ 0 h 510117"/>
            </a:gdLst>
            <a:ahLst/>
            <a:cxnLst>
              <a:cxn ang="0">
                <a:pos x="csX0" y="csY0"/>
              </a:cxn>
              <a:cxn ang="0">
                <a:pos x="csX1" y="csY1"/>
              </a:cxn>
              <a:cxn ang="0">
                <a:pos x="csX2" y="csY2"/>
              </a:cxn>
              <a:cxn ang="0">
                <a:pos x="csX3" y="csY3"/>
              </a:cxn>
            </a:cxnLst>
            <a:rect l="l" t="t" r="r" b="b"/>
            <a:pathLst>
              <a:path w="135746" h="510117">
                <a:moveTo>
                  <a:pt x="71566" y="510117"/>
                </a:moveTo>
                <a:cubicBezTo>
                  <a:pt x="31349" y="424392"/>
                  <a:pt x="-8867" y="338667"/>
                  <a:pt x="1716" y="294217"/>
                </a:cubicBezTo>
                <a:cubicBezTo>
                  <a:pt x="12299" y="249767"/>
                  <a:pt x="128011" y="292453"/>
                  <a:pt x="135066" y="243417"/>
                </a:cubicBezTo>
                <a:cubicBezTo>
                  <a:pt x="142122" y="194381"/>
                  <a:pt x="93085" y="97190"/>
                  <a:pt x="44049" y="0"/>
                </a:cubicBezTo>
              </a:path>
            </a:pathLst>
          </a:cu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kumimoji="1" lang="ja-JP" altLang="en-US"/>
          </a:p>
        </p:txBody>
      </p:sp>
      <mc:AlternateContent xmlns:mc="http://schemas.openxmlformats.org/markup-compatibility/2006" xmlns:a14="http://schemas.microsoft.com/office/drawing/2010/main">
        <mc:Choice Requires="a14">
          <p:sp>
            <p:nvSpPr>
              <p:cNvPr id="75" name="テキスト ボックス 74">
                <a:extLst>
                  <a:ext uri="{FF2B5EF4-FFF2-40B4-BE49-F238E27FC236}">
                    <a16:creationId xmlns:a16="http://schemas.microsoft.com/office/drawing/2014/main" id="{8F48B464-5AB7-A2D6-436C-DFFD54AD35E7}"/>
                  </a:ext>
                </a:extLst>
              </p:cNvPr>
              <p:cNvSpPr txBox="1"/>
              <p:nvPr/>
            </p:nvSpPr>
            <p:spPr>
              <a:xfrm>
                <a:off x="3821412" y="1664742"/>
                <a:ext cx="2024272" cy="369332"/>
              </a:xfrm>
              <a:prstGeom prst="rect">
                <a:avLst/>
              </a:prstGeom>
              <a:noFill/>
            </p:spPr>
            <p:txBody>
              <a:bodyPr wrap="none" lIns="0" tIns="0" rIns="0" bIns="0" rtlCol="0">
                <a:spAutoFit/>
              </a:bodyPr>
              <a:lstStyle/>
              <a:p>
                <a:pPr algn="l"/>
                <a14:m>
                  <m:oMathPara xmlns:m="http://schemas.openxmlformats.org/officeDocument/2006/math">
                    <m:oMath>
                      <m:sSub>
                        <m:sSubPr>
                          <m:ctrlPr>
                            <a:rPr kumimoji="1" lang="en-US" altLang="ja-JP" sz="2400" b="0" i="1" smtClean="0">
                              <a:solidFill>
                                <a:schemeClr val="tx1">
                                  <a:lumMod val="90000"/>
                                  <a:lumOff val="10000"/>
                                </a:schemeClr>
                              </a:solidFill>
                              <a:latin typeface="Cambria Math" panose="02040503050406030204" pitchFamily="18" charset="0"/>
                            </a:rPr>
                          </m:ctrlPr>
                        </m:sSubPr>
                        <m:e>
                          <m:r>
                            <a:rPr kumimoji="1" lang="en-US" altLang="ja-JP" sz="2400" b="0" i="1" smtClean="0">
                              <a:solidFill>
                                <a:schemeClr val="tx1">
                                  <a:lumMod val="90000"/>
                                  <a:lumOff val="10000"/>
                                </a:schemeClr>
                              </a:solidFill>
                              <a:latin typeface="Cambria Math" panose="02040503050406030204" pitchFamily="18" charset="0"/>
                            </a:rPr>
                            <m:t>𝑢</m:t>
                          </m:r>
                        </m:e>
                        <m:sub>
                          <m:r>
                            <a:rPr kumimoji="1" lang="en-US" altLang="ja-JP" sz="2400" b="0" i="1" smtClean="0">
                              <a:solidFill>
                                <a:schemeClr val="tx1">
                                  <a:lumMod val="90000"/>
                                  <a:lumOff val="10000"/>
                                </a:schemeClr>
                              </a:solidFill>
                              <a:latin typeface="Cambria Math" panose="02040503050406030204" pitchFamily="18" charset="0"/>
                            </a:rPr>
                            <m:t>𝑛</m:t>
                          </m:r>
                        </m:sub>
                      </m:sSub>
                      <m:sSub>
                        <m:sSubPr>
                          <m:ctrlPr>
                            <a:rPr kumimoji="1" lang="en-US" altLang="ja-JP" sz="2400" b="0" i="1" smtClean="0">
                              <a:solidFill>
                                <a:schemeClr val="tx1">
                                  <a:lumMod val="90000"/>
                                  <a:lumOff val="10000"/>
                                </a:schemeClr>
                              </a:solidFill>
                              <a:latin typeface="Cambria Math" panose="02040503050406030204" pitchFamily="18" charset="0"/>
                            </a:rPr>
                          </m:ctrlPr>
                        </m:sSubPr>
                        <m:e>
                          <m:r>
                            <a:rPr kumimoji="1" lang="en-US" altLang="ja-JP" sz="2400" b="0" i="1" smtClean="0">
                              <a:solidFill>
                                <a:schemeClr val="tx1">
                                  <a:lumMod val="90000"/>
                                  <a:lumOff val="10000"/>
                                </a:schemeClr>
                              </a:solidFill>
                              <a:latin typeface="Cambria Math" panose="02040503050406030204" pitchFamily="18" charset="0"/>
                            </a:rPr>
                            <m:t>− </m:t>
                          </m:r>
                          <m:r>
                            <a:rPr kumimoji="1" lang="en-US" altLang="ja-JP" sz="2400" b="0" i="1" smtClean="0">
                              <a:solidFill>
                                <a:schemeClr val="tx1">
                                  <a:lumMod val="90000"/>
                                  <a:lumOff val="10000"/>
                                </a:schemeClr>
                              </a:solidFill>
                              <a:latin typeface="Cambria Math" panose="02040503050406030204" pitchFamily="18" charset="0"/>
                            </a:rPr>
                            <m:t>𝑢</m:t>
                          </m:r>
                        </m:e>
                        <m:sub>
                          <m:r>
                            <a:rPr kumimoji="1" lang="en-US" altLang="ja-JP" sz="2400" b="0" i="1" smtClean="0">
                              <a:solidFill>
                                <a:schemeClr val="tx1">
                                  <a:lumMod val="90000"/>
                                  <a:lumOff val="10000"/>
                                </a:schemeClr>
                              </a:solidFill>
                              <a:latin typeface="Cambria Math" panose="02040503050406030204" pitchFamily="18" charset="0"/>
                            </a:rPr>
                            <m:t>𝑛</m:t>
                          </m:r>
                          <m:r>
                            <a:rPr kumimoji="1" lang="en-US" altLang="ja-JP" sz="2400" b="0" i="1" smtClean="0">
                              <a:solidFill>
                                <a:schemeClr val="tx1">
                                  <a:lumMod val="90000"/>
                                  <a:lumOff val="10000"/>
                                </a:schemeClr>
                              </a:solidFill>
                              <a:latin typeface="Cambria Math" panose="02040503050406030204" pitchFamily="18" charset="0"/>
                            </a:rPr>
                            <m:t>−1</m:t>
                          </m:r>
                        </m:sub>
                      </m:sSub>
                      <m:r>
                        <a:rPr kumimoji="1" lang="en-US" altLang="ja-JP" sz="2400" b="0" i="1" smtClean="0">
                          <a:solidFill>
                            <a:schemeClr val="tx1">
                              <a:lumMod val="90000"/>
                              <a:lumOff val="10000"/>
                            </a:schemeClr>
                          </a:solidFill>
                          <a:latin typeface="Cambria Math" panose="02040503050406030204" pitchFamily="18" charset="0"/>
                        </a:rPr>
                        <m:t>+</m:t>
                      </m:r>
                      <m:sSub>
                        <m:sSubPr>
                          <m:ctrlPr>
                            <a:rPr kumimoji="1" lang="en-US" altLang="ja-JP" sz="2400" b="0" i="1" smtClean="0">
                              <a:solidFill>
                                <a:schemeClr val="tx1">
                                  <a:lumMod val="90000"/>
                                  <a:lumOff val="10000"/>
                                </a:schemeClr>
                              </a:solidFill>
                              <a:latin typeface="Cambria Math" panose="02040503050406030204" pitchFamily="18" charset="0"/>
                            </a:rPr>
                          </m:ctrlPr>
                        </m:sSubPr>
                        <m:e>
                          <m:r>
                            <a:rPr kumimoji="1" lang="en-US" altLang="ja-JP" sz="2400" b="0" i="1" smtClean="0">
                              <a:solidFill>
                                <a:schemeClr val="tx1">
                                  <a:lumMod val="90000"/>
                                  <a:lumOff val="10000"/>
                                </a:schemeClr>
                              </a:solidFill>
                              <a:latin typeface="Cambria Math" panose="02040503050406030204" pitchFamily="18" charset="0"/>
                            </a:rPr>
                            <m:t>𝑒</m:t>
                          </m:r>
                        </m:e>
                        <m:sub>
                          <m:r>
                            <a:rPr kumimoji="1" lang="en-US" altLang="ja-JP" sz="2400" b="0" i="1" smtClean="0">
                              <a:solidFill>
                                <a:schemeClr val="tx1">
                                  <a:lumMod val="90000"/>
                                  <a:lumOff val="10000"/>
                                </a:schemeClr>
                              </a:solidFill>
                              <a:latin typeface="Cambria Math" panose="02040503050406030204" pitchFamily="18" charset="0"/>
                            </a:rPr>
                            <m:t>𝑛</m:t>
                          </m:r>
                        </m:sub>
                      </m:sSub>
                    </m:oMath>
                  </m:oMathPara>
                </a14:m>
                <a:endParaRPr kumimoji="1" lang="ja-JP" altLang="en-US" sz="2400" dirty="0">
                  <a:solidFill>
                    <a:schemeClr val="tx1">
                      <a:lumMod val="90000"/>
                      <a:lumOff val="10000"/>
                    </a:schemeClr>
                  </a:solidFill>
                </a:endParaRPr>
              </a:p>
            </p:txBody>
          </p:sp>
        </mc:Choice>
        <mc:Fallback xmlns="">
          <p:sp>
            <p:nvSpPr>
              <p:cNvPr id="75" name="テキスト ボックス 74">
                <a:extLst>
                  <a:ext uri="{FF2B5EF4-FFF2-40B4-BE49-F238E27FC236}">
                    <a16:creationId xmlns:a16="http://schemas.microsoft.com/office/drawing/2014/main" id="{8F48B464-5AB7-A2D6-436C-DFFD54AD35E7}"/>
                  </a:ext>
                </a:extLst>
              </p:cNvPr>
              <p:cNvSpPr txBox="1">
                <a:spLocks noRot="1" noChangeAspect="1" noMove="1" noResize="1" noEditPoints="1" noAdjustHandles="1" noChangeArrowheads="1" noChangeShapeType="1" noTextEdit="1"/>
              </p:cNvSpPr>
              <p:nvPr/>
            </p:nvSpPr>
            <p:spPr>
              <a:xfrm>
                <a:off x="3821412" y="1664742"/>
                <a:ext cx="2024272" cy="369332"/>
              </a:xfrm>
              <a:prstGeom prst="rect">
                <a:avLst/>
              </a:prstGeom>
              <a:blipFill>
                <a:blip r:embed="rId9"/>
                <a:stretch>
                  <a:fillRect l="-1506" b="-16393"/>
                </a:stretch>
              </a:blipFill>
            </p:spPr>
            <p:txBody>
              <a:bodyPr/>
              <a:lstStyle/>
              <a:p>
                <a:r>
                  <a:rPr lang="ja-JP" altLang="en-US">
                    <a:noFill/>
                  </a:rPr>
                  <a:t> </a:t>
                </a:r>
              </a:p>
            </p:txBody>
          </p:sp>
        </mc:Fallback>
      </mc:AlternateContent>
      <p:sp>
        <p:nvSpPr>
          <p:cNvPr id="76" name="テキスト ボックス 75">
            <a:extLst>
              <a:ext uri="{FF2B5EF4-FFF2-40B4-BE49-F238E27FC236}">
                <a16:creationId xmlns:a16="http://schemas.microsoft.com/office/drawing/2014/main" id="{43DB898B-0A19-D5BF-2BBB-C1E140F10A4E}"/>
              </a:ext>
            </a:extLst>
          </p:cNvPr>
          <p:cNvSpPr txBox="1"/>
          <p:nvPr/>
        </p:nvSpPr>
        <p:spPr>
          <a:xfrm>
            <a:off x="4240623" y="3037719"/>
            <a:ext cx="153888" cy="184666"/>
          </a:xfrm>
          <a:prstGeom prst="rect">
            <a:avLst/>
          </a:prstGeom>
          <a:noFill/>
        </p:spPr>
        <p:txBody>
          <a:bodyPr wrap="none" lIns="0" tIns="0" rIns="0" bIns="0" rtlCol="0">
            <a:spAutoFit/>
          </a:bodyPr>
          <a:lstStyle/>
          <a:p>
            <a:pPr algn="l"/>
            <a:r>
              <a:rPr kumimoji="1" lang="ja-JP" altLang="en-US" sz="1200" dirty="0">
                <a:solidFill>
                  <a:schemeClr val="tx1">
                    <a:lumMod val="90000"/>
                    <a:lumOff val="10000"/>
                  </a:schemeClr>
                </a:solidFill>
              </a:rPr>
              <a:t>＋</a:t>
            </a:r>
          </a:p>
        </p:txBody>
      </p:sp>
      <p:sp>
        <p:nvSpPr>
          <p:cNvPr id="77" name="テキスト ボックス 76">
            <a:extLst>
              <a:ext uri="{FF2B5EF4-FFF2-40B4-BE49-F238E27FC236}">
                <a16:creationId xmlns:a16="http://schemas.microsoft.com/office/drawing/2014/main" id="{18467573-417C-93DB-CC57-FEB8DD7A8F83}"/>
              </a:ext>
            </a:extLst>
          </p:cNvPr>
          <p:cNvSpPr txBox="1"/>
          <p:nvPr/>
        </p:nvSpPr>
        <p:spPr>
          <a:xfrm>
            <a:off x="4520524" y="2781220"/>
            <a:ext cx="153888" cy="184666"/>
          </a:xfrm>
          <a:prstGeom prst="rect">
            <a:avLst/>
          </a:prstGeom>
          <a:noFill/>
        </p:spPr>
        <p:txBody>
          <a:bodyPr wrap="none" lIns="0" tIns="0" rIns="0" bIns="0" rtlCol="0">
            <a:spAutoFit/>
          </a:bodyPr>
          <a:lstStyle/>
          <a:p>
            <a:pPr algn="l"/>
            <a:r>
              <a:rPr kumimoji="1" lang="ja-JP" altLang="en-US" sz="1200" dirty="0">
                <a:solidFill>
                  <a:schemeClr val="tx1">
                    <a:lumMod val="90000"/>
                    <a:lumOff val="10000"/>
                  </a:schemeClr>
                </a:solidFill>
              </a:rPr>
              <a:t>＋</a:t>
            </a:r>
          </a:p>
        </p:txBody>
      </p:sp>
      <mc:AlternateContent xmlns:mc="http://schemas.openxmlformats.org/markup-compatibility/2006" xmlns:a14="http://schemas.microsoft.com/office/drawing/2010/main">
        <mc:Choice Requires="a14">
          <p:sp>
            <p:nvSpPr>
              <p:cNvPr id="78" name="テキスト ボックス 77">
                <a:extLst>
                  <a:ext uri="{FF2B5EF4-FFF2-40B4-BE49-F238E27FC236}">
                    <a16:creationId xmlns:a16="http://schemas.microsoft.com/office/drawing/2014/main" id="{AFBA7E88-1193-638E-CBEA-771842D29A60}"/>
                  </a:ext>
                </a:extLst>
              </p:cNvPr>
              <p:cNvSpPr txBox="1"/>
              <p:nvPr/>
            </p:nvSpPr>
            <p:spPr>
              <a:xfrm>
                <a:off x="8401983" y="913207"/>
                <a:ext cx="3225242" cy="1788695"/>
              </a:xfrm>
              <a:prstGeom prst="rect">
                <a:avLst/>
              </a:prstGeom>
              <a:noFill/>
            </p:spPr>
            <p:txBody>
              <a:bodyPr wrap="none" lIns="0" tIns="0" rIns="0" bIns="0" rtlCol="0">
                <a:spAutoFit/>
              </a:bodyPr>
              <a:lstStyle/>
              <a:p>
                <a:pPr/>
                <a14:m>
                  <m:oMathPara xmlns:m="http://schemas.openxmlformats.org/officeDocument/2006/math">
                    <m:oMath>
                      <m:nary>
                        <m:naryPr>
                          <m:chr m:val="∑"/>
                          <m:subHide m:val="on"/>
                          <m:supHide m:val="on"/>
                          <m:ctrlPr>
                            <a:rPr kumimoji="1" lang="en-US" altLang="ja-JP" sz="2400" b="0" i="1" smtClean="0">
                              <a:solidFill>
                                <a:schemeClr val="tx1">
                                  <a:lumMod val="90000"/>
                                  <a:lumOff val="10000"/>
                                </a:schemeClr>
                              </a:solidFill>
                              <a:latin typeface="Cambria Math" panose="02040503050406030204" pitchFamily="18" charset="0"/>
                            </a:rPr>
                          </m:ctrlPr>
                        </m:naryPr>
                        <m:sub/>
                        <m:sup/>
                        <m:e>
                          <m:sSub>
                            <m:sSubPr>
                              <m:ctrlPr>
                                <a:rPr lang="en-US" altLang="ja-JP" sz="2400" i="1">
                                  <a:solidFill>
                                    <a:schemeClr val="tx1">
                                      <a:lumMod val="90000"/>
                                      <a:lumOff val="10000"/>
                                    </a:schemeClr>
                                  </a:solidFill>
                                  <a:latin typeface="Cambria Math" panose="02040503050406030204" pitchFamily="18" charset="0"/>
                                </a:rPr>
                              </m:ctrlPr>
                            </m:sSubPr>
                            <m:e>
                              <m:r>
                                <a:rPr lang="en-US" altLang="ja-JP" sz="2400" i="1">
                                  <a:solidFill>
                                    <a:schemeClr val="tx1">
                                      <a:lumMod val="90000"/>
                                      <a:lumOff val="10000"/>
                                    </a:schemeClr>
                                  </a:solidFill>
                                  <a:latin typeface="Cambria Math" panose="02040503050406030204" pitchFamily="18" charset="0"/>
                                </a:rPr>
                                <m:t>𝑢</m:t>
                              </m:r>
                            </m:e>
                            <m:sub>
                              <m:r>
                                <a:rPr lang="en-US" altLang="ja-JP" sz="2400" i="1">
                                  <a:solidFill>
                                    <a:schemeClr val="tx1">
                                      <a:lumMod val="90000"/>
                                      <a:lumOff val="10000"/>
                                    </a:schemeClr>
                                  </a:solidFill>
                                  <a:latin typeface="Cambria Math" panose="02040503050406030204" pitchFamily="18" charset="0"/>
                                </a:rPr>
                                <m:t>𝑛</m:t>
                              </m:r>
                              <m:r>
                                <a:rPr lang="en-US" altLang="ja-JP" sz="2400" b="0" i="1" smtClean="0">
                                  <a:solidFill>
                                    <a:schemeClr val="tx1">
                                      <a:lumMod val="90000"/>
                                      <a:lumOff val="10000"/>
                                    </a:schemeClr>
                                  </a:solidFill>
                                  <a:latin typeface="Cambria Math" panose="02040503050406030204" pitchFamily="18" charset="0"/>
                                </a:rPr>
                                <m:t>−1</m:t>
                              </m:r>
                            </m:sub>
                          </m:sSub>
                          <m:sSub>
                            <m:sSubPr>
                              <m:ctrlPr>
                                <a:rPr lang="en-US" altLang="ja-JP" sz="2400" i="1">
                                  <a:solidFill>
                                    <a:schemeClr val="tx1">
                                      <a:lumMod val="90000"/>
                                      <a:lumOff val="10000"/>
                                    </a:schemeClr>
                                  </a:solidFill>
                                  <a:latin typeface="Cambria Math" panose="02040503050406030204" pitchFamily="18" charset="0"/>
                                </a:rPr>
                              </m:ctrlPr>
                            </m:sSubPr>
                            <m:e>
                              <m:r>
                                <a:rPr lang="en-US" altLang="ja-JP" sz="2400" i="1">
                                  <a:solidFill>
                                    <a:schemeClr val="tx1">
                                      <a:lumMod val="90000"/>
                                      <a:lumOff val="10000"/>
                                    </a:schemeClr>
                                  </a:solidFill>
                                  <a:latin typeface="Cambria Math" panose="02040503050406030204" pitchFamily="18" charset="0"/>
                                </a:rPr>
                                <m:t>− </m:t>
                              </m:r>
                              <m:r>
                                <a:rPr lang="en-US" altLang="ja-JP" sz="2400" i="1">
                                  <a:solidFill>
                                    <a:schemeClr val="tx1">
                                      <a:lumMod val="90000"/>
                                      <a:lumOff val="10000"/>
                                    </a:schemeClr>
                                  </a:solidFill>
                                  <a:latin typeface="Cambria Math" panose="02040503050406030204" pitchFamily="18" charset="0"/>
                                </a:rPr>
                                <m:t>𝑢</m:t>
                              </m:r>
                            </m:e>
                            <m:sub>
                              <m:r>
                                <a:rPr lang="en-US" altLang="ja-JP" sz="2400" i="1">
                                  <a:solidFill>
                                    <a:schemeClr val="tx1">
                                      <a:lumMod val="90000"/>
                                      <a:lumOff val="10000"/>
                                    </a:schemeClr>
                                  </a:solidFill>
                                  <a:latin typeface="Cambria Math" panose="02040503050406030204" pitchFamily="18" charset="0"/>
                                </a:rPr>
                                <m:t>𝑛</m:t>
                              </m:r>
                              <m:r>
                                <a:rPr lang="en-US" altLang="ja-JP" sz="2400" i="1">
                                  <a:solidFill>
                                    <a:schemeClr val="tx1">
                                      <a:lumMod val="90000"/>
                                      <a:lumOff val="10000"/>
                                    </a:schemeClr>
                                  </a:solidFill>
                                  <a:latin typeface="Cambria Math" panose="02040503050406030204" pitchFamily="18" charset="0"/>
                                </a:rPr>
                                <m:t>−2</m:t>
                              </m:r>
                            </m:sub>
                          </m:sSub>
                          <m:r>
                            <a:rPr lang="en-US" altLang="ja-JP" sz="2400" i="1">
                              <a:solidFill>
                                <a:schemeClr val="tx1">
                                  <a:lumMod val="90000"/>
                                  <a:lumOff val="10000"/>
                                </a:schemeClr>
                              </a:solidFill>
                              <a:latin typeface="Cambria Math" panose="02040503050406030204" pitchFamily="18" charset="0"/>
                            </a:rPr>
                            <m:t>+</m:t>
                          </m:r>
                          <m:sSub>
                            <m:sSubPr>
                              <m:ctrlPr>
                                <a:rPr lang="en-US" altLang="ja-JP" sz="2400" i="1">
                                  <a:solidFill>
                                    <a:schemeClr val="tx1">
                                      <a:lumMod val="90000"/>
                                      <a:lumOff val="10000"/>
                                    </a:schemeClr>
                                  </a:solidFill>
                                  <a:latin typeface="Cambria Math" panose="02040503050406030204" pitchFamily="18" charset="0"/>
                                </a:rPr>
                              </m:ctrlPr>
                            </m:sSubPr>
                            <m:e>
                              <m:r>
                                <a:rPr lang="en-US" altLang="ja-JP" sz="2400" i="1">
                                  <a:solidFill>
                                    <a:schemeClr val="tx1">
                                      <a:lumMod val="90000"/>
                                      <a:lumOff val="10000"/>
                                    </a:schemeClr>
                                  </a:solidFill>
                                  <a:latin typeface="Cambria Math" panose="02040503050406030204" pitchFamily="18" charset="0"/>
                                </a:rPr>
                                <m:t>𝑒</m:t>
                              </m:r>
                            </m:e>
                            <m:sub>
                              <m:r>
                                <a:rPr lang="en-US" altLang="ja-JP" sz="2400" i="1">
                                  <a:solidFill>
                                    <a:schemeClr val="tx1">
                                      <a:lumMod val="90000"/>
                                      <a:lumOff val="10000"/>
                                    </a:schemeClr>
                                  </a:solidFill>
                                  <a:latin typeface="Cambria Math" panose="02040503050406030204" pitchFamily="18" charset="0"/>
                                </a:rPr>
                                <m:t>𝑛</m:t>
                              </m:r>
                              <m:r>
                                <a:rPr lang="en-US" altLang="ja-JP" sz="2400" b="0" i="1" smtClean="0">
                                  <a:solidFill>
                                    <a:schemeClr val="tx1">
                                      <a:lumMod val="90000"/>
                                      <a:lumOff val="10000"/>
                                    </a:schemeClr>
                                  </a:solidFill>
                                  <a:latin typeface="Cambria Math" panose="02040503050406030204" pitchFamily="18" charset="0"/>
                                </a:rPr>
                                <m:t>−1</m:t>
                              </m:r>
                            </m:sub>
                          </m:sSub>
                        </m:e>
                      </m:nary>
                    </m:oMath>
                  </m:oMathPara>
                </a14:m>
                <a:endParaRPr kumimoji="1" lang="en-US" altLang="ja-JP" sz="2400" dirty="0">
                  <a:solidFill>
                    <a:schemeClr val="tx1">
                      <a:lumMod val="90000"/>
                      <a:lumOff val="10000"/>
                    </a:schemeClr>
                  </a:solidFill>
                </a:endParaRPr>
              </a:p>
              <a:p>
                <a:pPr/>
                <a14:m>
                  <m:oMathPara xmlns:m="http://schemas.openxmlformats.org/officeDocument/2006/math">
                    <m:oMath>
                      <m:r>
                        <a:rPr lang="en-US" altLang="ja-JP" sz="2400" i="1">
                          <a:solidFill>
                            <a:schemeClr val="tx1">
                              <a:lumMod val="90000"/>
                              <a:lumOff val="10000"/>
                            </a:schemeClr>
                          </a:solidFill>
                          <a:latin typeface="Cambria Math" panose="02040503050406030204" pitchFamily="18" charset="0"/>
                        </a:rPr>
                        <m:t>=</m:t>
                      </m:r>
                      <m:sSub>
                        <m:sSubPr>
                          <m:ctrlPr>
                            <a:rPr lang="en-US" altLang="ja-JP" sz="2400" i="1">
                              <a:solidFill>
                                <a:schemeClr val="tx1">
                                  <a:lumMod val="90000"/>
                                  <a:lumOff val="10000"/>
                                </a:schemeClr>
                              </a:solidFill>
                              <a:latin typeface="Cambria Math" panose="02040503050406030204" pitchFamily="18" charset="0"/>
                            </a:rPr>
                          </m:ctrlPr>
                        </m:sSubPr>
                        <m:e>
                          <m:r>
                            <a:rPr lang="en-US" altLang="ja-JP" sz="2400" i="1">
                              <a:solidFill>
                                <a:schemeClr val="tx1">
                                  <a:lumMod val="90000"/>
                                  <a:lumOff val="10000"/>
                                </a:schemeClr>
                              </a:solidFill>
                              <a:latin typeface="Cambria Math" panose="02040503050406030204" pitchFamily="18" charset="0"/>
                            </a:rPr>
                            <m:t>𝑢</m:t>
                          </m:r>
                        </m:e>
                        <m:sub>
                          <m:r>
                            <a:rPr lang="en-US" altLang="ja-JP" sz="2400" i="1">
                              <a:solidFill>
                                <a:schemeClr val="tx1">
                                  <a:lumMod val="90000"/>
                                  <a:lumOff val="10000"/>
                                </a:schemeClr>
                              </a:solidFill>
                              <a:latin typeface="Cambria Math" panose="02040503050406030204" pitchFamily="18" charset="0"/>
                            </a:rPr>
                            <m:t>𝑛</m:t>
                          </m:r>
                          <m:r>
                            <a:rPr lang="en-US" altLang="ja-JP" sz="2400" b="0" i="1" smtClean="0">
                              <a:solidFill>
                                <a:schemeClr val="tx1">
                                  <a:lumMod val="90000"/>
                                  <a:lumOff val="10000"/>
                                </a:schemeClr>
                              </a:solidFill>
                              <a:latin typeface="Cambria Math" panose="02040503050406030204" pitchFamily="18" charset="0"/>
                            </a:rPr>
                            <m:t>−1</m:t>
                          </m:r>
                        </m:sub>
                      </m:sSub>
                      <m:r>
                        <a:rPr lang="en-US" altLang="ja-JP" sz="2400" i="1">
                          <a:solidFill>
                            <a:schemeClr val="tx1">
                              <a:lumMod val="90000"/>
                              <a:lumOff val="10000"/>
                            </a:schemeClr>
                          </a:solidFill>
                          <a:latin typeface="Cambria Math" panose="02040503050406030204" pitchFamily="18" charset="0"/>
                        </a:rPr>
                        <m:t>−</m:t>
                      </m:r>
                      <m:sSub>
                        <m:sSubPr>
                          <m:ctrlPr>
                            <a:rPr lang="en-US" altLang="ja-JP" sz="2400" i="1">
                              <a:solidFill>
                                <a:schemeClr val="tx1">
                                  <a:lumMod val="90000"/>
                                  <a:lumOff val="10000"/>
                                </a:schemeClr>
                              </a:solidFill>
                              <a:latin typeface="Cambria Math" panose="02040503050406030204" pitchFamily="18" charset="0"/>
                            </a:rPr>
                          </m:ctrlPr>
                        </m:sSubPr>
                        <m:e>
                          <m:r>
                            <a:rPr lang="en-US" altLang="ja-JP" sz="2400" i="1">
                              <a:solidFill>
                                <a:schemeClr val="tx1">
                                  <a:lumMod val="90000"/>
                                  <a:lumOff val="10000"/>
                                </a:schemeClr>
                              </a:solidFill>
                              <a:latin typeface="Cambria Math" panose="02040503050406030204" pitchFamily="18" charset="0"/>
                            </a:rPr>
                            <m:t>𝑢</m:t>
                          </m:r>
                        </m:e>
                        <m:sub>
                          <m:r>
                            <a:rPr lang="en-US" altLang="ja-JP" sz="2400" i="1">
                              <a:solidFill>
                                <a:schemeClr val="tx1">
                                  <a:lumMod val="90000"/>
                                  <a:lumOff val="10000"/>
                                </a:schemeClr>
                              </a:solidFill>
                              <a:latin typeface="Cambria Math" panose="02040503050406030204" pitchFamily="18" charset="0"/>
                            </a:rPr>
                            <m:t>𝑚</m:t>
                          </m:r>
                        </m:sub>
                      </m:sSub>
                      <m:r>
                        <a:rPr lang="en-US" altLang="ja-JP" sz="2400" i="1">
                          <a:solidFill>
                            <a:schemeClr val="tx1">
                              <a:lumMod val="90000"/>
                              <a:lumOff val="10000"/>
                            </a:schemeClr>
                          </a:solidFill>
                          <a:latin typeface="Cambria Math" panose="02040503050406030204" pitchFamily="18" charset="0"/>
                        </a:rPr>
                        <m:t>+</m:t>
                      </m:r>
                      <m:nary>
                        <m:naryPr>
                          <m:chr m:val="∑"/>
                          <m:subHide m:val="on"/>
                          <m:supHide m:val="on"/>
                          <m:ctrlPr>
                            <a:rPr lang="en-US" altLang="ja-JP" sz="2400" i="1">
                              <a:solidFill>
                                <a:schemeClr val="tx1">
                                  <a:lumMod val="90000"/>
                                  <a:lumOff val="10000"/>
                                </a:schemeClr>
                              </a:solidFill>
                              <a:latin typeface="Cambria Math" panose="02040503050406030204" pitchFamily="18" charset="0"/>
                            </a:rPr>
                          </m:ctrlPr>
                        </m:naryPr>
                        <m:sub/>
                        <m:sup/>
                        <m:e>
                          <m:sSub>
                            <m:sSubPr>
                              <m:ctrlPr>
                                <a:rPr lang="en-US" altLang="ja-JP" sz="2400" i="1">
                                  <a:solidFill>
                                    <a:schemeClr val="tx1">
                                      <a:lumMod val="90000"/>
                                      <a:lumOff val="10000"/>
                                    </a:schemeClr>
                                  </a:solidFill>
                                  <a:latin typeface="Cambria Math" panose="02040503050406030204" pitchFamily="18" charset="0"/>
                                </a:rPr>
                              </m:ctrlPr>
                            </m:sSubPr>
                            <m:e>
                              <m:r>
                                <a:rPr lang="en-US" altLang="ja-JP" sz="2400" i="1">
                                  <a:solidFill>
                                    <a:schemeClr val="tx1">
                                      <a:lumMod val="90000"/>
                                      <a:lumOff val="10000"/>
                                    </a:schemeClr>
                                  </a:solidFill>
                                  <a:latin typeface="Cambria Math" panose="02040503050406030204" pitchFamily="18" charset="0"/>
                                </a:rPr>
                                <m:t>𝑒</m:t>
                              </m:r>
                            </m:e>
                            <m:sub>
                              <m:r>
                                <a:rPr lang="en-US" altLang="ja-JP" sz="2400" i="1">
                                  <a:solidFill>
                                    <a:schemeClr val="tx1">
                                      <a:lumMod val="90000"/>
                                      <a:lumOff val="10000"/>
                                    </a:schemeClr>
                                  </a:solidFill>
                                  <a:latin typeface="Cambria Math" panose="02040503050406030204" pitchFamily="18" charset="0"/>
                                </a:rPr>
                                <m:t>𝑛</m:t>
                              </m:r>
                              <m:r>
                                <a:rPr lang="en-US" altLang="ja-JP" sz="2400" b="0" i="1" smtClean="0">
                                  <a:solidFill>
                                    <a:schemeClr val="tx1">
                                      <a:lumMod val="90000"/>
                                      <a:lumOff val="10000"/>
                                    </a:schemeClr>
                                  </a:solidFill>
                                  <a:latin typeface="Cambria Math" panose="02040503050406030204" pitchFamily="18" charset="0"/>
                                </a:rPr>
                                <m:t>−1</m:t>
                              </m:r>
                            </m:sub>
                          </m:sSub>
                        </m:e>
                      </m:nary>
                    </m:oMath>
                  </m:oMathPara>
                </a14:m>
                <a:endParaRPr kumimoji="1" lang="ja-JP" altLang="en-US" sz="2400" dirty="0">
                  <a:solidFill>
                    <a:schemeClr val="tx1">
                      <a:lumMod val="90000"/>
                      <a:lumOff val="10000"/>
                    </a:schemeClr>
                  </a:solidFill>
                </a:endParaRPr>
              </a:p>
            </p:txBody>
          </p:sp>
        </mc:Choice>
        <mc:Fallback xmlns="">
          <p:sp>
            <p:nvSpPr>
              <p:cNvPr id="78" name="テキスト ボックス 77">
                <a:extLst>
                  <a:ext uri="{FF2B5EF4-FFF2-40B4-BE49-F238E27FC236}">
                    <a16:creationId xmlns:a16="http://schemas.microsoft.com/office/drawing/2014/main" id="{AFBA7E88-1193-638E-CBEA-771842D29A60}"/>
                  </a:ext>
                </a:extLst>
              </p:cNvPr>
              <p:cNvSpPr txBox="1">
                <a:spLocks noRot="1" noChangeAspect="1" noMove="1" noResize="1" noEditPoints="1" noAdjustHandles="1" noChangeArrowheads="1" noChangeShapeType="1" noTextEdit="1"/>
              </p:cNvSpPr>
              <p:nvPr/>
            </p:nvSpPr>
            <p:spPr>
              <a:xfrm>
                <a:off x="8401983" y="913207"/>
                <a:ext cx="3225242" cy="1788695"/>
              </a:xfrm>
              <a:prstGeom prst="rect">
                <a:avLst/>
              </a:prstGeom>
              <a:blipFill>
                <a:blip r:embed="rId10"/>
                <a:stretch>
                  <a:fillRect/>
                </a:stretch>
              </a:blipFill>
            </p:spPr>
            <p:txBody>
              <a:bodyPr/>
              <a:lstStyle/>
              <a:p>
                <a:r>
                  <a:rPr lang="ja-JP" altLang="en-US">
                    <a:noFill/>
                  </a:rPr>
                  <a:t> </a:t>
                </a:r>
              </a:p>
            </p:txBody>
          </p:sp>
        </mc:Fallback>
      </mc:AlternateContent>
      <p:sp>
        <p:nvSpPr>
          <p:cNvPr id="79" name="フリーフォーム: 図形 78">
            <a:extLst>
              <a:ext uri="{FF2B5EF4-FFF2-40B4-BE49-F238E27FC236}">
                <a16:creationId xmlns:a16="http://schemas.microsoft.com/office/drawing/2014/main" id="{E666B493-A1B5-B236-7601-EE32CF3FA2BE}"/>
              </a:ext>
            </a:extLst>
          </p:cNvPr>
          <p:cNvSpPr/>
          <p:nvPr/>
        </p:nvSpPr>
        <p:spPr>
          <a:xfrm rot="2700000" flipH="1" flipV="1">
            <a:off x="8621754" y="2367681"/>
            <a:ext cx="135746" cy="569589"/>
          </a:xfrm>
          <a:custGeom>
            <a:avLst/>
            <a:gdLst>
              <a:gd name="csX0" fmla="*/ 71566 w 135746"/>
              <a:gd name="csY0" fmla="*/ 510117 h 510117"/>
              <a:gd name="csX1" fmla="*/ 1716 w 135746"/>
              <a:gd name="csY1" fmla="*/ 294217 h 510117"/>
              <a:gd name="csX2" fmla="*/ 135066 w 135746"/>
              <a:gd name="csY2" fmla="*/ 243417 h 510117"/>
              <a:gd name="csX3" fmla="*/ 44049 w 135746"/>
              <a:gd name="csY3" fmla="*/ 0 h 510117"/>
            </a:gdLst>
            <a:ahLst/>
            <a:cxnLst>
              <a:cxn ang="0">
                <a:pos x="csX0" y="csY0"/>
              </a:cxn>
              <a:cxn ang="0">
                <a:pos x="csX1" y="csY1"/>
              </a:cxn>
              <a:cxn ang="0">
                <a:pos x="csX2" y="csY2"/>
              </a:cxn>
              <a:cxn ang="0">
                <a:pos x="csX3" y="csY3"/>
              </a:cxn>
            </a:cxnLst>
            <a:rect l="l" t="t" r="r" b="b"/>
            <a:pathLst>
              <a:path w="135746" h="510117">
                <a:moveTo>
                  <a:pt x="71566" y="510117"/>
                </a:moveTo>
                <a:cubicBezTo>
                  <a:pt x="31349" y="424392"/>
                  <a:pt x="-8867" y="338667"/>
                  <a:pt x="1716" y="294217"/>
                </a:cubicBezTo>
                <a:cubicBezTo>
                  <a:pt x="12299" y="249767"/>
                  <a:pt x="128011" y="292453"/>
                  <a:pt x="135066" y="243417"/>
                </a:cubicBezTo>
                <a:cubicBezTo>
                  <a:pt x="142122" y="194381"/>
                  <a:pt x="93085" y="97190"/>
                  <a:pt x="44049" y="0"/>
                </a:cubicBezTo>
              </a:path>
            </a:pathLst>
          </a:cu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kumimoji="1" lang="ja-JP" altLang="en-US"/>
          </a:p>
        </p:txBody>
      </p:sp>
      <mc:AlternateContent xmlns:mc="http://schemas.openxmlformats.org/markup-compatibility/2006" xmlns:a14="http://schemas.microsoft.com/office/drawing/2010/main">
        <mc:Choice Requires="a14">
          <p:sp>
            <p:nvSpPr>
              <p:cNvPr id="81" name="テキスト ボックス 80">
                <a:extLst>
                  <a:ext uri="{FF2B5EF4-FFF2-40B4-BE49-F238E27FC236}">
                    <a16:creationId xmlns:a16="http://schemas.microsoft.com/office/drawing/2014/main" id="{0E4DAF92-E43B-6406-39B0-49D42301D5E1}"/>
                  </a:ext>
                </a:extLst>
              </p:cNvPr>
              <p:cNvSpPr txBox="1"/>
              <p:nvPr/>
            </p:nvSpPr>
            <p:spPr>
              <a:xfrm>
                <a:off x="7532769" y="3721264"/>
                <a:ext cx="1804670" cy="369332"/>
              </a:xfrm>
              <a:prstGeom prst="rect">
                <a:avLst/>
              </a:prstGeom>
              <a:noFill/>
            </p:spPr>
            <p:txBody>
              <a:bodyPr wrap="square">
                <a:spAutoFit/>
              </a:bodyPr>
              <a:lstStyle/>
              <a:p>
                <a:pPr/>
                <a14:m>
                  <m:oMathPara xmlns:m="http://schemas.openxmlformats.org/officeDocument/2006/math">
                    <m:oMathParaPr>
                      <m:jc m:val="left"/>
                    </m:oMathParaPr>
                    <m:oMath>
                      <m:sSub>
                        <m:sSubPr>
                          <m:ctrlPr>
                            <a:rPr lang="en-US" altLang="ja-JP" sz="1800" i="1">
                              <a:solidFill>
                                <a:schemeClr val="tx1">
                                  <a:lumMod val="90000"/>
                                  <a:lumOff val="10000"/>
                                </a:schemeClr>
                              </a:solidFill>
                              <a:latin typeface="Cambria Math" panose="02040503050406030204" pitchFamily="18" charset="0"/>
                            </a:rPr>
                          </m:ctrlPr>
                        </m:sSubPr>
                        <m:e>
                          <m:r>
                            <a:rPr lang="en-US" altLang="ja-JP" sz="1800" i="1">
                              <a:solidFill>
                                <a:schemeClr val="tx1">
                                  <a:lumMod val="90000"/>
                                  <a:lumOff val="10000"/>
                                </a:schemeClr>
                              </a:solidFill>
                              <a:latin typeface="Cambria Math" panose="02040503050406030204" pitchFamily="18" charset="0"/>
                            </a:rPr>
                            <m:t>𝑢</m:t>
                          </m:r>
                        </m:e>
                        <m:sub>
                          <m:r>
                            <a:rPr lang="en-US" altLang="ja-JP" sz="1800" i="1">
                              <a:solidFill>
                                <a:schemeClr val="tx1">
                                  <a:lumMod val="90000"/>
                                  <a:lumOff val="10000"/>
                                </a:schemeClr>
                              </a:solidFill>
                              <a:latin typeface="Cambria Math" panose="02040503050406030204" pitchFamily="18" charset="0"/>
                            </a:rPr>
                            <m:t>𝑛</m:t>
                          </m:r>
                          <m:r>
                            <a:rPr lang="en-US" altLang="ja-JP" sz="1800" b="0" i="1" smtClean="0">
                              <a:solidFill>
                                <a:schemeClr val="tx1">
                                  <a:lumMod val="90000"/>
                                  <a:lumOff val="10000"/>
                                </a:schemeClr>
                              </a:solidFill>
                              <a:latin typeface="Cambria Math" panose="02040503050406030204" pitchFamily="18" charset="0"/>
                            </a:rPr>
                            <m:t>−1</m:t>
                          </m:r>
                        </m:sub>
                      </m:sSub>
                      <m:sSub>
                        <m:sSubPr>
                          <m:ctrlPr>
                            <a:rPr lang="en-US" altLang="ja-JP" sz="1800" i="1">
                              <a:solidFill>
                                <a:schemeClr val="tx1">
                                  <a:lumMod val="90000"/>
                                  <a:lumOff val="10000"/>
                                </a:schemeClr>
                              </a:solidFill>
                              <a:latin typeface="Cambria Math" panose="02040503050406030204" pitchFamily="18" charset="0"/>
                            </a:rPr>
                          </m:ctrlPr>
                        </m:sSubPr>
                        <m:e>
                          <m:r>
                            <a:rPr lang="en-US" altLang="ja-JP" sz="1800" i="1">
                              <a:solidFill>
                                <a:schemeClr val="tx1">
                                  <a:lumMod val="90000"/>
                                  <a:lumOff val="10000"/>
                                </a:schemeClr>
                              </a:solidFill>
                              <a:latin typeface="Cambria Math" panose="02040503050406030204" pitchFamily="18" charset="0"/>
                            </a:rPr>
                            <m:t>− </m:t>
                          </m:r>
                          <m:r>
                            <a:rPr lang="en-US" altLang="ja-JP" sz="1800" i="1">
                              <a:solidFill>
                                <a:schemeClr val="tx1">
                                  <a:lumMod val="90000"/>
                                  <a:lumOff val="10000"/>
                                </a:schemeClr>
                              </a:solidFill>
                              <a:latin typeface="Cambria Math" panose="02040503050406030204" pitchFamily="18" charset="0"/>
                            </a:rPr>
                            <m:t>𝑢</m:t>
                          </m:r>
                        </m:e>
                        <m:sub>
                          <m:r>
                            <a:rPr lang="en-US" altLang="ja-JP" sz="1800" i="1">
                              <a:solidFill>
                                <a:schemeClr val="tx1">
                                  <a:lumMod val="90000"/>
                                  <a:lumOff val="10000"/>
                                </a:schemeClr>
                              </a:solidFill>
                              <a:latin typeface="Cambria Math" panose="02040503050406030204" pitchFamily="18" charset="0"/>
                            </a:rPr>
                            <m:t>𝑛</m:t>
                          </m:r>
                          <m:r>
                            <a:rPr lang="en-US" altLang="ja-JP" sz="1800" i="1">
                              <a:solidFill>
                                <a:schemeClr val="tx1">
                                  <a:lumMod val="90000"/>
                                  <a:lumOff val="10000"/>
                                </a:schemeClr>
                              </a:solidFill>
                              <a:latin typeface="Cambria Math" panose="02040503050406030204" pitchFamily="18" charset="0"/>
                            </a:rPr>
                            <m:t>−2</m:t>
                          </m:r>
                        </m:sub>
                      </m:sSub>
                      <m:r>
                        <a:rPr lang="en-US" altLang="ja-JP" sz="1800" i="1">
                          <a:solidFill>
                            <a:schemeClr val="tx1">
                              <a:lumMod val="90000"/>
                              <a:lumOff val="10000"/>
                            </a:schemeClr>
                          </a:solidFill>
                          <a:latin typeface="Cambria Math" panose="02040503050406030204" pitchFamily="18" charset="0"/>
                        </a:rPr>
                        <m:t>+</m:t>
                      </m:r>
                      <m:sSub>
                        <m:sSubPr>
                          <m:ctrlPr>
                            <a:rPr lang="en-US" altLang="ja-JP" sz="1800" i="1">
                              <a:solidFill>
                                <a:schemeClr val="tx1">
                                  <a:lumMod val="90000"/>
                                  <a:lumOff val="10000"/>
                                </a:schemeClr>
                              </a:solidFill>
                              <a:latin typeface="Cambria Math" panose="02040503050406030204" pitchFamily="18" charset="0"/>
                            </a:rPr>
                          </m:ctrlPr>
                        </m:sSubPr>
                        <m:e>
                          <m:r>
                            <a:rPr lang="en-US" altLang="ja-JP" sz="1800" i="1">
                              <a:solidFill>
                                <a:schemeClr val="tx1">
                                  <a:lumMod val="90000"/>
                                  <a:lumOff val="10000"/>
                                </a:schemeClr>
                              </a:solidFill>
                              <a:latin typeface="Cambria Math" panose="02040503050406030204" pitchFamily="18" charset="0"/>
                            </a:rPr>
                            <m:t>𝑒</m:t>
                          </m:r>
                        </m:e>
                        <m:sub>
                          <m:r>
                            <a:rPr lang="en-US" altLang="ja-JP" sz="1800" i="1">
                              <a:solidFill>
                                <a:schemeClr val="tx1">
                                  <a:lumMod val="90000"/>
                                  <a:lumOff val="10000"/>
                                </a:schemeClr>
                              </a:solidFill>
                              <a:latin typeface="Cambria Math" panose="02040503050406030204" pitchFamily="18" charset="0"/>
                            </a:rPr>
                            <m:t>𝑛</m:t>
                          </m:r>
                          <m:r>
                            <a:rPr lang="en-US" altLang="ja-JP" sz="1800" b="0" i="1" smtClean="0">
                              <a:solidFill>
                                <a:schemeClr val="tx1">
                                  <a:lumMod val="90000"/>
                                  <a:lumOff val="10000"/>
                                </a:schemeClr>
                              </a:solidFill>
                              <a:latin typeface="Cambria Math" panose="02040503050406030204" pitchFamily="18" charset="0"/>
                            </a:rPr>
                            <m:t>−1</m:t>
                          </m:r>
                        </m:sub>
                      </m:sSub>
                    </m:oMath>
                  </m:oMathPara>
                </a14:m>
                <a:endParaRPr lang="ja-JP" altLang="en-US" dirty="0"/>
              </a:p>
            </p:txBody>
          </p:sp>
        </mc:Choice>
        <mc:Fallback xmlns="">
          <p:sp>
            <p:nvSpPr>
              <p:cNvPr id="81" name="テキスト ボックス 80">
                <a:extLst>
                  <a:ext uri="{FF2B5EF4-FFF2-40B4-BE49-F238E27FC236}">
                    <a16:creationId xmlns:a16="http://schemas.microsoft.com/office/drawing/2014/main" id="{0E4DAF92-E43B-6406-39B0-49D42301D5E1}"/>
                  </a:ext>
                </a:extLst>
              </p:cNvPr>
              <p:cNvSpPr txBox="1">
                <a:spLocks noRot="1" noChangeAspect="1" noMove="1" noResize="1" noEditPoints="1" noAdjustHandles="1" noChangeArrowheads="1" noChangeShapeType="1" noTextEdit="1"/>
              </p:cNvSpPr>
              <p:nvPr/>
            </p:nvSpPr>
            <p:spPr>
              <a:xfrm>
                <a:off x="7532769" y="3721264"/>
                <a:ext cx="1804670" cy="369332"/>
              </a:xfrm>
              <a:prstGeom prst="rect">
                <a:avLst/>
              </a:prstGeom>
              <a:blipFill>
                <a:blip r:embed="rId11"/>
                <a:stretch>
                  <a:fillRect r="-11824"/>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82" name="テキスト ボックス 81">
                <a:extLst>
                  <a:ext uri="{FF2B5EF4-FFF2-40B4-BE49-F238E27FC236}">
                    <a16:creationId xmlns:a16="http://schemas.microsoft.com/office/drawing/2014/main" id="{624AA0FC-EF12-CCF7-3F87-9C7CF46B70AB}"/>
                  </a:ext>
                </a:extLst>
              </p:cNvPr>
              <p:cNvSpPr txBox="1"/>
              <p:nvPr/>
            </p:nvSpPr>
            <p:spPr>
              <a:xfrm>
                <a:off x="8278618" y="4081963"/>
                <a:ext cx="1804670" cy="369332"/>
              </a:xfrm>
              <a:prstGeom prst="rect">
                <a:avLst/>
              </a:prstGeom>
              <a:noFill/>
            </p:spPr>
            <p:txBody>
              <a:bodyPr wrap="square">
                <a:spAutoFit/>
              </a:bodyPr>
              <a:lstStyle/>
              <a:p>
                <a:pPr/>
                <a14:m>
                  <m:oMathPara xmlns:m="http://schemas.openxmlformats.org/officeDocument/2006/math">
                    <m:oMathParaPr>
                      <m:jc m:val="left"/>
                    </m:oMathParaPr>
                    <m:oMath>
                      <m:sSub>
                        <m:sSubPr>
                          <m:ctrlPr>
                            <a:rPr lang="en-US" altLang="ja-JP" sz="1800" i="1">
                              <a:solidFill>
                                <a:schemeClr val="tx1">
                                  <a:lumMod val="90000"/>
                                  <a:lumOff val="10000"/>
                                </a:schemeClr>
                              </a:solidFill>
                              <a:latin typeface="Cambria Math" panose="02040503050406030204" pitchFamily="18" charset="0"/>
                            </a:rPr>
                          </m:ctrlPr>
                        </m:sSubPr>
                        <m:e>
                          <m:r>
                            <a:rPr lang="en-US" altLang="ja-JP" sz="1800" i="1">
                              <a:solidFill>
                                <a:schemeClr val="tx1">
                                  <a:lumMod val="90000"/>
                                  <a:lumOff val="10000"/>
                                </a:schemeClr>
                              </a:solidFill>
                              <a:latin typeface="Cambria Math" panose="02040503050406030204" pitchFamily="18" charset="0"/>
                            </a:rPr>
                            <m:t>𝑢</m:t>
                          </m:r>
                        </m:e>
                        <m:sub>
                          <m:r>
                            <a:rPr lang="en-US" altLang="ja-JP" sz="1800" i="1">
                              <a:solidFill>
                                <a:schemeClr val="tx1">
                                  <a:lumMod val="90000"/>
                                  <a:lumOff val="10000"/>
                                </a:schemeClr>
                              </a:solidFill>
                              <a:latin typeface="Cambria Math" panose="02040503050406030204" pitchFamily="18" charset="0"/>
                            </a:rPr>
                            <m:t>𝑛</m:t>
                          </m:r>
                          <m:r>
                            <a:rPr lang="en-US" altLang="ja-JP" sz="1800" b="0" i="1" smtClean="0">
                              <a:solidFill>
                                <a:schemeClr val="tx1">
                                  <a:lumMod val="90000"/>
                                  <a:lumOff val="10000"/>
                                </a:schemeClr>
                              </a:solidFill>
                              <a:latin typeface="Cambria Math" panose="02040503050406030204" pitchFamily="18" charset="0"/>
                            </a:rPr>
                            <m:t>−2</m:t>
                          </m:r>
                        </m:sub>
                      </m:sSub>
                      <m:sSub>
                        <m:sSubPr>
                          <m:ctrlPr>
                            <a:rPr lang="en-US" altLang="ja-JP" sz="1800" i="1">
                              <a:solidFill>
                                <a:schemeClr val="tx1">
                                  <a:lumMod val="90000"/>
                                  <a:lumOff val="10000"/>
                                </a:schemeClr>
                              </a:solidFill>
                              <a:latin typeface="Cambria Math" panose="02040503050406030204" pitchFamily="18" charset="0"/>
                            </a:rPr>
                          </m:ctrlPr>
                        </m:sSubPr>
                        <m:e>
                          <m:r>
                            <a:rPr lang="en-US" altLang="ja-JP" sz="1800" i="1">
                              <a:solidFill>
                                <a:schemeClr val="tx1">
                                  <a:lumMod val="90000"/>
                                  <a:lumOff val="10000"/>
                                </a:schemeClr>
                              </a:solidFill>
                              <a:latin typeface="Cambria Math" panose="02040503050406030204" pitchFamily="18" charset="0"/>
                            </a:rPr>
                            <m:t>− </m:t>
                          </m:r>
                          <m:r>
                            <a:rPr lang="en-US" altLang="ja-JP" sz="1800" i="1">
                              <a:solidFill>
                                <a:schemeClr val="tx1">
                                  <a:lumMod val="90000"/>
                                  <a:lumOff val="10000"/>
                                </a:schemeClr>
                              </a:solidFill>
                              <a:latin typeface="Cambria Math" panose="02040503050406030204" pitchFamily="18" charset="0"/>
                            </a:rPr>
                            <m:t>𝑢</m:t>
                          </m:r>
                        </m:e>
                        <m:sub>
                          <m:r>
                            <a:rPr lang="en-US" altLang="ja-JP" sz="1800" i="1">
                              <a:solidFill>
                                <a:schemeClr val="tx1">
                                  <a:lumMod val="90000"/>
                                  <a:lumOff val="10000"/>
                                </a:schemeClr>
                              </a:solidFill>
                              <a:latin typeface="Cambria Math" panose="02040503050406030204" pitchFamily="18" charset="0"/>
                            </a:rPr>
                            <m:t>𝑛</m:t>
                          </m:r>
                          <m:r>
                            <a:rPr lang="en-US" altLang="ja-JP" sz="1800" i="1">
                              <a:solidFill>
                                <a:schemeClr val="tx1">
                                  <a:lumMod val="90000"/>
                                  <a:lumOff val="10000"/>
                                </a:schemeClr>
                              </a:solidFill>
                              <a:latin typeface="Cambria Math" panose="02040503050406030204" pitchFamily="18" charset="0"/>
                            </a:rPr>
                            <m:t>−3</m:t>
                          </m:r>
                        </m:sub>
                      </m:sSub>
                      <m:r>
                        <a:rPr lang="en-US" altLang="ja-JP" sz="1800" i="1">
                          <a:solidFill>
                            <a:schemeClr val="tx1">
                              <a:lumMod val="90000"/>
                              <a:lumOff val="10000"/>
                            </a:schemeClr>
                          </a:solidFill>
                          <a:latin typeface="Cambria Math" panose="02040503050406030204" pitchFamily="18" charset="0"/>
                        </a:rPr>
                        <m:t>+</m:t>
                      </m:r>
                      <m:sSub>
                        <m:sSubPr>
                          <m:ctrlPr>
                            <a:rPr lang="en-US" altLang="ja-JP" sz="1800" i="1">
                              <a:solidFill>
                                <a:schemeClr val="tx1">
                                  <a:lumMod val="90000"/>
                                  <a:lumOff val="10000"/>
                                </a:schemeClr>
                              </a:solidFill>
                              <a:latin typeface="Cambria Math" panose="02040503050406030204" pitchFamily="18" charset="0"/>
                            </a:rPr>
                          </m:ctrlPr>
                        </m:sSubPr>
                        <m:e>
                          <m:r>
                            <a:rPr lang="en-US" altLang="ja-JP" sz="1800" i="1">
                              <a:solidFill>
                                <a:schemeClr val="tx1">
                                  <a:lumMod val="90000"/>
                                  <a:lumOff val="10000"/>
                                </a:schemeClr>
                              </a:solidFill>
                              <a:latin typeface="Cambria Math" panose="02040503050406030204" pitchFamily="18" charset="0"/>
                            </a:rPr>
                            <m:t>𝑒</m:t>
                          </m:r>
                        </m:e>
                        <m:sub>
                          <m:r>
                            <a:rPr lang="en-US" altLang="ja-JP" sz="1800" i="1">
                              <a:solidFill>
                                <a:schemeClr val="tx1">
                                  <a:lumMod val="90000"/>
                                  <a:lumOff val="10000"/>
                                </a:schemeClr>
                              </a:solidFill>
                              <a:latin typeface="Cambria Math" panose="02040503050406030204" pitchFamily="18" charset="0"/>
                            </a:rPr>
                            <m:t>𝑛</m:t>
                          </m:r>
                          <m:r>
                            <a:rPr lang="en-US" altLang="ja-JP" sz="1800" b="0" i="1" smtClean="0">
                              <a:solidFill>
                                <a:schemeClr val="tx1">
                                  <a:lumMod val="90000"/>
                                  <a:lumOff val="10000"/>
                                </a:schemeClr>
                              </a:solidFill>
                              <a:latin typeface="Cambria Math" panose="02040503050406030204" pitchFamily="18" charset="0"/>
                            </a:rPr>
                            <m:t>−2</m:t>
                          </m:r>
                        </m:sub>
                      </m:sSub>
                    </m:oMath>
                  </m:oMathPara>
                </a14:m>
                <a:endParaRPr lang="ja-JP" altLang="en-US" dirty="0"/>
              </a:p>
            </p:txBody>
          </p:sp>
        </mc:Choice>
        <mc:Fallback xmlns="">
          <p:sp>
            <p:nvSpPr>
              <p:cNvPr id="82" name="テキスト ボックス 81">
                <a:extLst>
                  <a:ext uri="{FF2B5EF4-FFF2-40B4-BE49-F238E27FC236}">
                    <a16:creationId xmlns:a16="http://schemas.microsoft.com/office/drawing/2014/main" id="{624AA0FC-EF12-CCF7-3F87-9C7CF46B70AB}"/>
                  </a:ext>
                </a:extLst>
              </p:cNvPr>
              <p:cNvSpPr txBox="1">
                <a:spLocks noRot="1" noChangeAspect="1" noMove="1" noResize="1" noEditPoints="1" noAdjustHandles="1" noChangeArrowheads="1" noChangeShapeType="1" noTextEdit="1"/>
              </p:cNvSpPr>
              <p:nvPr/>
            </p:nvSpPr>
            <p:spPr>
              <a:xfrm>
                <a:off x="8278618" y="4081963"/>
                <a:ext cx="1804670" cy="369332"/>
              </a:xfrm>
              <a:prstGeom prst="rect">
                <a:avLst/>
              </a:prstGeom>
              <a:blipFill>
                <a:blip r:embed="rId12"/>
                <a:stretch>
                  <a:fillRect r="-11824"/>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83" name="テキスト ボックス 82">
                <a:extLst>
                  <a:ext uri="{FF2B5EF4-FFF2-40B4-BE49-F238E27FC236}">
                    <a16:creationId xmlns:a16="http://schemas.microsoft.com/office/drawing/2014/main" id="{0E5FFB93-82E4-B554-157D-8BA90501EB5F}"/>
                  </a:ext>
                </a:extLst>
              </p:cNvPr>
              <p:cNvSpPr txBox="1"/>
              <p:nvPr/>
            </p:nvSpPr>
            <p:spPr>
              <a:xfrm>
                <a:off x="9034780" y="4448843"/>
                <a:ext cx="1804670" cy="369332"/>
              </a:xfrm>
              <a:prstGeom prst="rect">
                <a:avLst/>
              </a:prstGeom>
              <a:noFill/>
            </p:spPr>
            <p:txBody>
              <a:bodyPr wrap="square">
                <a:spAutoFit/>
              </a:bodyPr>
              <a:lstStyle/>
              <a:p>
                <a:pPr/>
                <a14:m>
                  <m:oMathPara xmlns:m="http://schemas.openxmlformats.org/officeDocument/2006/math">
                    <m:oMathParaPr>
                      <m:jc m:val="left"/>
                    </m:oMathParaPr>
                    <m:oMath>
                      <m:sSub>
                        <m:sSubPr>
                          <m:ctrlPr>
                            <a:rPr lang="en-US" altLang="ja-JP" sz="1800" i="1">
                              <a:solidFill>
                                <a:schemeClr val="tx1">
                                  <a:lumMod val="90000"/>
                                  <a:lumOff val="10000"/>
                                </a:schemeClr>
                              </a:solidFill>
                              <a:latin typeface="Cambria Math" panose="02040503050406030204" pitchFamily="18" charset="0"/>
                            </a:rPr>
                          </m:ctrlPr>
                        </m:sSubPr>
                        <m:e>
                          <m:r>
                            <a:rPr lang="en-US" altLang="ja-JP" sz="1800" i="1">
                              <a:solidFill>
                                <a:schemeClr val="tx1">
                                  <a:lumMod val="90000"/>
                                  <a:lumOff val="10000"/>
                                </a:schemeClr>
                              </a:solidFill>
                              <a:latin typeface="Cambria Math" panose="02040503050406030204" pitchFamily="18" charset="0"/>
                            </a:rPr>
                            <m:t>𝑢</m:t>
                          </m:r>
                        </m:e>
                        <m:sub>
                          <m:r>
                            <a:rPr lang="en-US" altLang="ja-JP" sz="1800" i="1">
                              <a:solidFill>
                                <a:schemeClr val="tx1">
                                  <a:lumMod val="90000"/>
                                  <a:lumOff val="10000"/>
                                </a:schemeClr>
                              </a:solidFill>
                              <a:latin typeface="Cambria Math" panose="02040503050406030204" pitchFamily="18" charset="0"/>
                            </a:rPr>
                            <m:t>𝑛</m:t>
                          </m:r>
                          <m:r>
                            <a:rPr lang="en-US" altLang="ja-JP" sz="1800" b="0" i="1" smtClean="0">
                              <a:solidFill>
                                <a:schemeClr val="tx1">
                                  <a:lumMod val="90000"/>
                                  <a:lumOff val="10000"/>
                                </a:schemeClr>
                              </a:solidFill>
                              <a:latin typeface="Cambria Math" panose="02040503050406030204" pitchFamily="18" charset="0"/>
                            </a:rPr>
                            <m:t>−3</m:t>
                          </m:r>
                        </m:sub>
                      </m:sSub>
                      <m:sSub>
                        <m:sSubPr>
                          <m:ctrlPr>
                            <a:rPr lang="en-US" altLang="ja-JP" sz="1800" i="1">
                              <a:solidFill>
                                <a:schemeClr val="tx1">
                                  <a:lumMod val="90000"/>
                                  <a:lumOff val="10000"/>
                                </a:schemeClr>
                              </a:solidFill>
                              <a:latin typeface="Cambria Math" panose="02040503050406030204" pitchFamily="18" charset="0"/>
                            </a:rPr>
                          </m:ctrlPr>
                        </m:sSubPr>
                        <m:e>
                          <m:r>
                            <a:rPr lang="en-US" altLang="ja-JP" sz="1800" i="1">
                              <a:solidFill>
                                <a:schemeClr val="tx1">
                                  <a:lumMod val="90000"/>
                                  <a:lumOff val="10000"/>
                                </a:schemeClr>
                              </a:solidFill>
                              <a:latin typeface="Cambria Math" panose="02040503050406030204" pitchFamily="18" charset="0"/>
                            </a:rPr>
                            <m:t>− </m:t>
                          </m:r>
                          <m:r>
                            <a:rPr lang="en-US" altLang="ja-JP" sz="1800" i="1">
                              <a:solidFill>
                                <a:schemeClr val="tx1">
                                  <a:lumMod val="90000"/>
                                  <a:lumOff val="10000"/>
                                </a:schemeClr>
                              </a:solidFill>
                              <a:latin typeface="Cambria Math" panose="02040503050406030204" pitchFamily="18" charset="0"/>
                            </a:rPr>
                            <m:t>𝑢</m:t>
                          </m:r>
                        </m:e>
                        <m:sub>
                          <m:r>
                            <a:rPr lang="en-US" altLang="ja-JP" sz="1800" i="1">
                              <a:solidFill>
                                <a:schemeClr val="tx1">
                                  <a:lumMod val="90000"/>
                                  <a:lumOff val="10000"/>
                                </a:schemeClr>
                              </a:solidFill>
                              <a:latin typeface="Cambria Math" panose="02040503050406030204" pitchFamily="18" charset="0"/>
                            </a:rPr>
                            <m:t>𝑛</m:t>
                          </m:r>
                          <m:r>
                            <a:rPr lang="en-US" altLang="ja-JP" sz="1800" i="1">
                              <a:solidFill>
                                <a:schemeClr val="tx1">
                                  <a:lumMod val="90000"/>
                                  <a:lumOff val="10000"/>
                                </a:schemeClr>
                              </a:solidFill>
                              <a:latin typeface="Cambria Math" panose="02040503050406030204" pitchFamily="18" charset="0"/>
                            </a:rPr>
                            <m:t>−4</m:t>
                          </m:r>
                        </m:sub>
                      </m:sSub>
                      <m:r>
                        <a:rPr lang="en-US" altLang="ja-JP" sz="1800" i="1">
                          <a:solidFill>
                            <a:schemeClr val="tx1">
                              <a:lumMod val="90000"/>
                              <a:lumOff val="10000"/>
                            </a:schemeClr>
                          </a:solidFill>
                          <a:latin typeface="Cambria Math" panose="02040503050406030204" pitchFamily="18" charset="0"/>
                        </a:rPr>
                        <m:t>+</m:t>
                      </m:r>
                      <m:sSub>
                        <m:sSubPr>
                          <m:ctrlPr>
                            <a:rPr lang="en-US" altLang="ja-JP" sz="1800" i="1">
                              <a:solidFill>
                                <a:schemeClr val="tx1">
                                  <a:lumMod val="90000"/>
                                  <a:lumOff val="10000"/>
                                </a:schemeClr>
                              </a:solidFill>
                              <a:latin typeface="Cambria Math" panose="02040503050406030204" pitchFamily="18" charset="0"/>
                            </a:rPr>
                          </m:ctrlPr>
                        </m:sSubPr>
                        <m:e>
                          <m:r>
                            <a:rPr lang="en-US" altLang="ja-JP" sz="1800" i="1">
                              <a:solidFill>
                                <a:schemeClr val="tx1">
                                  <a:lumMod val="90000"/>
                                  <a:lumOff val="10000"/>
                                </a:schemeClr>
                              </a:solidFill>
                              <a:latin typeface="Cambria Math" panose="02040503050406030204" pitchFamily="18" charset="0"/>
                            </a:rPr>
                            <m:t>𝑒</m:t>
                          </m:r>
                        </m:e>
                        <m:sub>
                          <m:r>
                            <a:rPr lang="en-US" altLang="ja-JP" sz="1800" i="1">
                              <a:solidFill>
                                <a:schemeClr val="tx1">
                                  <a:lumMod val="90000"/>
                                  <a:lumOff val="10000"/>
                                </a:schemeClr>
                              </a:solidFill>
                              <a:latin typeface="Cambria Math" panose="02040503050406030204" pitchFamily="18" charset="0"/>
                            </a:rPr>
                            <m:t>𝑛</m:t>
                          </m:r>
                          <m:r>
                            <a:rPr lang="en-US" altLang="ja-JP" sz="1800" b="0" i="1" smtClean="0">
                              <a:solidFill>
                                <a:schemeClr val="tx1">
                                  <a:lumMod val="90000"/>
                                  <a:lumOff val="10000"/>
                                </a:schemeClr>
                              </a:solidFill>
                              <a:latin typeface="Cambria Math" panose="02040503050406030204" pitchFamily="18" charset="0"/>
                            </a:rPr>
                            <m:t>−3</m:t>
                          </m:r>
                        </m:sub>
                      </m:sSub>
                    </m:oMath>
                  </m:oMathPara>
                </a14:m>
                <a:endParaRPr lang="ja-JP" altLang="en-US" dirty="0"/>
              </a:p>
            </p:txBody>
          </p:sp>
        </mc:Choice>
        <mc:Fallback xmlns="">
          <p:sp>
            <p:nvSpPr>
              <p:cNvPr id="83" name="テキスト ボックス 82">
                <a:extLst>
                  <a:ext uri="{FF2B5EF4-FFF2-40B4-BE49-F238E27FC236}">
                    <a16:creationId xmlns:a16="http://schemas.microsoft.com/office/drawing/2014/main" id="{0E5FFB93-82E4-B554-157D-8BA90501EB5F}"/>
                  </a:ext>
                </a:extLst>
              </p:cNvPr>
              <p:cNvSpPr txBox="1">
                <a:spLocks noRot="1" noChangeAspect="1" noMove="1" noResize="1" noEditPoints="1" noAdjustHandles="1" noChangeArrowheads="1" noChangeShapeType="1" noTextEdit="1"/>
              </p:cNvSpPr>
              <p:nvPr/>
            </p:nvSpPr>
            <p:spPr>
              <a:xfrm>
                <a:off x="9034780" y="4448843"/>
                <a:ext cx="1804670" cy="369332"/>
              </a:xfrm>
              <a:prstGeom prst="rect">
                <a:avLst/>
              </a:prstGeom>
              <a:blipFill>
                <a:blip r:embed="rId13"/>
                <a:stretch>
                  <a:fillRect r="-11824"/>
                </a:stretch>
              </a:blipFill>
            </p:spPr>
            <p:txBody>
              <a:bodyPr/>
              <a:lstStyle/>
              <a:p>
                <a:r>
                  <a:rPr lang="ja-JP" altLang="en-US">
                    <a:noFill/>
                  </a:rPr>
                  <a:t> </a:t>
                </a:r>
              </a:p>
            </p:txBody>
          </p:sp>
        </mc:Fallback>
      </mc:AlternateContent>
      <p:sp>
        <p:nvSpPr>
          <p:cNvPr id="84" name="四角形: 角を丸くする 83">
            <a:extLst>
              <a:ext uri="{FF2B5EF4-FFF2-40B4-BE49-F238E27FC236}">
                <a16:creationId xmlns:a16="http://schemas.microsoft.com/office/drawing/2014/main" id="{72D9DE33-CDA5-B714-B49B-1A0EECAEA584}"/>
              </a:ext>
            </a:extLst>
          </p:cNvPr>
          <p:cNvSpPr/>
          <p:nvPr/>
        </p:nvSpPr>
        <p:spPr>
          <a:xfrm>
            <a:off x="8139113" y="3721264"/>
            <a:ext cx="709612" cy="800999"/>
          </a:xfrm>
          <a:prstGeom prst="roundRect">
            <a:avLst>
              <a:gd name="adj" fmla="val 3991"/>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5" name="四角形: 角を丸くする 84">
            <a:extLst>
              <a:ext uri="{FF2B5EF4-FFF2-40B4-BE49-F238E27FC236}">
                <a16:creationId xmlns:a16="http://schemas.microsoft.com/office/drawing/2014/main" id="{BE4A0CDE-0813-C4B1-2862-0E4E29BDD320}"/>
              </a:ext>
            </a:extLst>
          </p:cNvPr>
          <p:cNvSpPr/>
          <p:nvPr/>
        </p:nvSpPr>
        <p:spPr>
          <a:xfrm>
            <a:off x="8871999" y="4143313"/>
            <a:ext cx="733963" cy="710092"/>
          </a:xfrm>
          <a:prstGeom prst="roundRect">
            <a:avLst>
              <a:gd name="adj" fmla="val 3991"/>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mc:AlternateContent xmlns:mc="http://schemas.openxmlformats.org/markup-compatibility/2006" xmlns:a14="http://schemas.microsoft.com/office/drawing/2010/main">
        <mc:Choice Requires="a14">
          <p:sp>
            <p:nvSpPr>
              <p:cNvPr id="86" name="テキスト ボックス 85">
                <a:extLst>
                  <a:ext uri="{FF2B5EF4-FFF2-40B4-BE49-F238E27FC236}">
                    <a16:creationId xmlns:a16="http://schemas.microsoft.com/office/drawing/2014/main" id="{A28E9F38-9432-79F2-042B-0B1A98F172F8}"/>
                  </a:ext>
                </a:extLst>
              </p:cNvPr>
              <p:cNvSpPr txBox="1"/>
              <p:nvPr/>
            </p:nvSpPr>
            <p:spPr>
              <a:xfrm>
                <a:off x="7687679" y="4899109"/>
                <a:ext cx="3515706" cy="646331"/>
              </a:xfrm>
              <a:prstGeom prst="rect">
                <a:avLst/>
              </a:prstGeom>
              <a:noFill/>
            </p:spPr>
            <p:txBody>
              <a:bodyPr wrap="none" rtlCol="0">
                <a:spAutoFit/>
              </a:bodyPr>
              <a:lstStyle/>
              <a:p>
                <a:pPr algn="l"/>
                <a:r>
                  <a:rPr lang="ja-JP" altLang="en-US" dirty="0">
                    <a:solidFill>
                      <a:schemeClr val="tx1">
                        <a:lumMod val="90000"/>
                        <a:lumOff val="10000"/>
                      </a:schemeClr>
                    </a:solidFill>
                  </a:rPr>
                  <a:t>マイナスの項が打ち消されるので</a:t>
                </a:r>
                <a:br>
                  <a:rPr lang="en-US" altLang="ja-JP" dirty="0">
                    <a:solidFill>
                      <a:schemeClr val="tx1">
                        <a:lumMod val="90000"/>
                        <a:lumOff val="10000"/>
                      </a:schemeClr>
                    </a:solidFill>
                  </a:rPr>
                </a:br>
                <a:r>
                  <a:rPr lang="ja-JP" altLang="en-US" dirty="0">
                    <a:solidFill>
                      <a:schemeClr val="tx1">
                        <a:lumMod val="90000"/>
                        <a:lumOff val="10000"/>
                      </a:schemeClr>
                    </a:solidFill>
                  </a:rPr>
                  <a:t>確かに</a:t>
                </a:r>
                <a14:m>
                  <m:oMath xmlns:m="http://schemas.openxmlformats.org/officeDocument/2006/math">
                    <m:sSub>
                      <m:sSubPr>
                        <m:ctrlPr>
                          <a:rPr lang="en-US" altLang="ja-JP" b="0" i="1" smtClean="0">
                            <a:solidFill>
                              <a:schemeClr val="tx1">
                                <a:lumMod val="90000"/>
                                <a:lumOff val="10000"/>
                              </a:schemeClr>
                            </a:solidFill>
                            <a:latin typeface="Cambria Math" panose="02040503050406030204" pitchFamily="18" charset="0"/>
                          </a:rPr>
                        </m:ctrlPr>
                      </m:sSubPr>
                      <m:e>
                        <m:r>
                          <a:rPr lang="en-US" altLang="ja-JP" b="0" i="1" smtClean="0">
                            <a:solidFill>
                              <a:schemeClr val="tx1">
                                <a:lumMod val="90000"/>
                                <a:lumOff val="10000"/>
                              </a:schemeClr>
                            </a:solidFill>
                            <a:latin typeface="Cambria Math" panose="02040503050406030204" pitchFamily="18" charset="0"/>
                          </a:rPr>
                          <m:t>𝑢</m:t>
                        </m:r>
                      </m:e>
                      <m:sub>
                        <m:r>
                          <a:rPr lang="en-US" altLang="ja-JP" b="0" i="1" smtClean="0">
                            <a:solidFill>
                              <a:schemeClr val="tx1">
                                <a:lumMod val="90000"/>
                                <a:lumOff val="10000"/>
                              </a:schemeClr>
                            </a:solidFill>
                            <a:latin typeface="Cambria Math" panose="02040503050406030204" pitchFamily="18" charset="0"/>
                          </a:rPr>
                          <m:t>𝑛</m:t>
                        </m:r>
                        <m:r>
                          <a:rPr lang="en-US" altLang="ja-JP" b="0" i="1" smtClean="0">
                            <a:solidFill>
                              <a:schemeClr val="tx1">
                                <a:lumMod val="90000"/>
                                <a:lumOff val="10000"/>
                              </a:schemeClr>
                            </a:solidFill>
                            <a:latin typeface="Cambria Math" panose="02040503050406030204" pitchFamily="18" charset="0"/>
                          </a:rPr>
                          <m:t>−1</m:t>
                        </m:r>
                      </m:sub>
                    </m:sSub>
                  </m:oMath>
                </a14:m>
                <a:r>
                  <a:rPr lang="ja-JP" altLang="en-US" dirty="0">
                    <a:solidFill>
                      <a:schemeClr val="tx1">
                        <a:lumMod val="90000"/>
                        <a:lumOff val="10000"/>
                      </a:schemeClr>
                    </a:solidFill>
                  </a:rPr>
                  <a:t>に戻っている</a:t>
                </a:r>
                <a:endParaRPr kumimoji="1" lang="ja-JP" altLang="en-US" dirty="0">
                  <a:solidFill>
                    <a:schemeClr val="tx1">
                      <a:lumMod val="90000"/>
                      <a:lumOff val="10000"/>
                    </a:schemeClr>
                  </a:solidFill>
                </a:endParaRPr>
              </a:p>
            </p:txBody>
          </p:sp>
        </mc:Choice>
        <mc:Fallback xmlns="">
          <p:sp>
            <p:nvSpPr>
              <p:cNvPr id="86" name="テキスト ボックス 85">
                <a:extLst>
                  <a:ext uri="{FF2B5EF4-FFF2-40B4-BE49-F238E27FC236}">
                    <a16:creationId xmlns:a16="http://schemas.microsoft.com/office/drawing/2014/main" id="{A28E9F38-9432-79F2-042B-0B1A98F172F8}"/>
                  </a:ext>
                </a:extLst>
              </p:cNvPr>
              <p:cNvSpPr txBox="1">
                <a:spLocks noRot="1" noChangeAspect="1" noMove="1" noResize="1" noEditPoints="1" noAdjustHandles="1" noChangeArrowheads="1" noChangeShapeType="1" noTextEdit="1"/>
              </p:cNvSpPr>
              <p:nvPr/>
            </p:nvSpPr>
            <p:spPr>
              <a:xfrm>
                <a:off x="7687679" y="4899109"/>
                <a:ext cx="3515706" cy="646331"/>
              </a:xfrm>
              <a:prstGeom prst="rect">
                <a:avLst/>
              </a:prstGeom>
              <a:blipFill>
                <a:blip r:embed="rId14"/>
                <a:stretch>
                  <a:fillRect l="-1386" t="-7547" r="-1040" b="-12264"/>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87" name="テキスト ボックス 86">
                <a:extLst>
                  <a:ext uri="{FF2B5EF4-FFF2-40B4-BE49-F238E27FC236}">
                    <a16:creationId xmlns:a16="http://schemas.microsoft.com/office/drawing/2014/main" id="{141DBECC-40BA-74EB-39CC-EB1DFEB3EF5C}"/>
                  </a:ext>
                </a:extLst>
              </p:cNvPr>
              <p:cNvSpPr txBox="1"/>
              <p:nvPr/>
            </p:nvSpPr>
            <p:spPr>
              <a:xfrm>
                <a:off x="7687679" y="5626688"/>
                <a:ext cx="4547335" cy="369332"/>
              </a:xfrm>
              <a:prstGeom prst="rect">
                <a:avLst/>
              </a:prstGeom>
              <a:noFill/>
            </p:spPr>
            <p:txBody>
              <a:bodyPr wrap="none" rtlCol="0">
                <a:spAutoFit/>
              </a:bodyPr>
              <a:lstStyle/>
              <a:p>
                <a:pPr algn="l"/>
                <a:r>
                  <a:rPr kumimoji="1" lang="ja-JP" altLang="en-US" dirty="0">
                    <a:solidFill>
                      <a:schemeClr val="tx1">
                        <a:lumMod val="90000"/>
                        <a:lumOff val="10000"/>
                      </a:schemeClr>
                    </a:solidFill>
                  </a:rPr>
                  <a:t>しかし、</a:t>
                </a:r>
                <a:r>
                  <a:rPr kumimoji="1" lang="en-US" altLang="ja-JP" dirty="0">
                    <a:solidFill>
                      <a:schemeClr val="tx1">
                        <a:lumMod val="90000"/>
                        <a:lumOff val="10000"/>
                      </a:schemeClr>
                    </a:solidFill>
                  </a:rPr>
                  <a:t>2</a:t>
                </a:r>
                <a:r>
                  <a:rPr kumimoji="1" lang="ja-JP" altLang="en-US" dirty="0">
                    <a:solidFill>
                      <a:schemeClr val="tx1">
                        <a:lumMod val="90000"/>
                        <a:lumOff val="10000"/>
                      </a:schemeClr>
                    </a:solidFill>
                  </a:rPr>
                  <a:t>値化器の誤差</a:t>
                </a:r>
                <a14:m>
                  <m:oMath xmlns:m="http://schemas.openxmlformats.org/officeDocument/2006/math">
                    <m:r>
                      <m:rPr>
                        <m:sty m:val="p"/>
                      </m:rPr>
                      <a:rPr kumimoji="1" lang="en-US" altLang="ja-JP" b="0" i="0" smtClean="0">
                        <a:solidFill>
                          <a:schemeClr val="tx1">
                            <a:lumMod val="90000"/>
                            <a:lumOff val="10000"/>
                          </a:schemeClr>
                        </a:solidFill>
                        <a:latin typeface="Cambria Math" panose="02040503050406030204" pitchFamily="18" charset="0"/>
                      </a:rPr>
                      <m:t>Σ</m:t>
                    </m:r>
                    <m:sSub>
                      <m:sSubPr>
                        <m:ctrlPr>
                          <a:rPr kumimoji="1" lang="en-US" altLang="ja-JP" b="0" i="1" smtClean="0">
                            <a:solidFill>
                              <a:schemeClr val="tx1">
                                <a:lumMod val="90000"/>
                                <a:lumOff val="10000"/>
                              </a:schemeClr>
                            </a:solidFill>
                            <a:latin typeface="Cambria Math" panose="02040503050406030204" pitchFamily="18" charset="0"/>
                          </a:rPr>
                        </m:ctrlPr>
                      </m:sSubPr>
                      <m:e>
                        <m:r>
                          <a:rPr kumimoji="1" lang="en-US" altLang="ja-JP" b="0" i="1" smtClean="0">
                            <a:solidFill>
                              <a:schemeClr val="tx1">
                                <a:lumMod val="90000"/>
                                <a:lumOff val="10000"/>
                              </a:schemeClr>
                            </a:solidFill>
                            <a:latin typeface="Cambria Math" panose="02040503050406030204" pitchFamily="18" charset="0"/>
                          </a:rPr>
                          <m:t>𝑒</m:t>
                        </m:r>
                      </m:e>
                      <m:sub>
                        <m:r>
                          <a:rPr kumimoji="1" lang="en-US" altLang="ja-JP" b="0" i="1" smtClean="0">
                            <a:solidFill>
                              <a:schemeClr val="tx1">
                                <a:lumMod val="90000"/>
                                <a:lumOff val="10000"/>
                              </a:schemeClr>
                            </a:solidFill>
                            <a:latin typeface="Cambria Math" panose="02040503050406030204" pitchFamily="18" charset="0"/>
                          </a:rPr>
                          <m:t>𝑛</m:t>
                        </m:r>
                        <m:r>
                          <a:rPr kumimoji="1" lang="en-US" altLang="ja-JP" b="0" i="1" smtClean="0">
                            <a:solidFill>
                              <a:schemeClr val="tx1">
                                <a:lumMod val="90000"/>
                                <a:lumOff val="10000"/>
                              </a:schemeClr>
                            </a:solidFill>
                            <a:latin typeface="Cambria Math" panose="02040503050406030204" pitchFamily="18" charset="0"/>
                          </a:rPr>
                          <m:t>−1</m:t>
                        </m:r>
                      </m:sub>
                    </m:sSub>
                  </m:oMath>
                </a14:m>
                <a:r>
                  <a:rPr kumimoji="1" lang="ja-JP" altLang="en-US" dirty="0">
                    <a:solidFill>
                      <a:schemeClr val="tx1">
                        <a:lumMod val="90000"/>
                        <a:lumOff val="10000"/>
                      </a:schemeClr>
                    </a:solidFill>
                  </a:rPr>
                  <a:t>が残ってしまう</a:t>
                </a:r>
              </a:p>
            </p:txBody>
          </p:sp>
        </mc:Choice>
        <mc:Fallback xmlns="">
          <p:sp>
            <p:nvSpPr>
              <p:cNvPr id="87" name="テキスト ボックス 86">
                <a:extLst>
                  <a:ext uri="{FF2B5EF4-FFF2-40B4-BE49-F238E27FC236}">
                    <a16:creationId xmlns:a16="http://schemas.microsoft.com/office/drawing/2014/main" id="{141DBECC-40BA-74EB-39CC-EB1DFEB3EF5C}"/>
                  </a:ext>
                </a:extLst>
              </p:cNvPr>
              <p:cNvSpPr txBox="1">
                <a:spLocks noRot="1" noChangeAspect="1" noMove="1" noResize="1" noEditPoints="1" noAdjustHandles="1" noChangeArrowheads="1" noChangeShapeType="1" noTextEdit="1"/>
              </p:cNvSpPr>
              <p:nvPr/>
            </p:nvSpPr>
            <p:spPr>
              <a:xfrm>
                <a:off x="7687679" y="5626688"/>
                <a:ext cx="4547335" cy="369332"/>
              </a:xfrm>
              <a:prstGeom prst="rect">
                <a:avLst/>
              </a:prstGeom>
              <a:blipFill>
                <a:blip r:embed="rId15"/>
                <a:stretch>
                  <a:fillRect l="-1072" t="-11475" r="-536" b="-26230"/>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426897702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3" name="四角形: 角を丸くする 232">
            <a:extLst>
              <a:ext uri="{FF2B5EF4-FFF2-40B4-BE49-F238E27FC236}">
                <a16:creationId xmlns:a16="http://schemas.microsoft.com/office/drawing/2014/main" id="{7E3F9260-5F1E-9C16-097D-04215F25A8E4}"/>
              </a:ext>
            </a:extLst>
          </p:cNvPr>
          <p:cNvSpPr/>
          <p:nvPr/>
        </p:nvSpPr>
        <p:spPr>
          <a:xfrm>
            <a:off x="334964" y="2230729"/>
            <a:ext cx="11522074" cy="4481221"/>
          </a:xfrm>
          <a:prstGeom prst="roundRect">
            <a:avLst>
              <a:gd name="adj" fmla="val 2359"/>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43" name="四角形: 角を丸くする 242">
            <a:extLst>
              <a:ext uri="{FF2B5EF4-FFF2-40B4-BE49-F238E27FC236}">
                <a16:creationId xmlns:a16="http://schemas.microsoft.com/office/drawing/2014/main" id="{DCA45DCA-72FC-44B0-17E9-75BD769F1BAE}"/>
              </a:ext>
            </a:extLst>
          </p:cNvPr>
          <p:cNvSpPr/>
          <p:nvPr/>
        </p:nvSpPr>
        <p:spPr>
          <a:xfrm>
            <a:off x="940030" y="2540000"/>
            <a:ext cx="1414151" cy="1265802"/>
          </a:xfrm>
          <a:prstGeom prst="roundRect">
            <a:avLst>
              <a:gd name="adj" fmla="val 6761"/>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1" name="四角形: 角を丸くする 200">
            <a:extLst>
              <a:ext uri="{FF2B5EF4-FFF2-40B4-BE49-F238E27FC236}">
                <a16:creationId xmlns:a16="http://schemas.microsoft.com/office/drawing/2014/main" id="{73D89CCC-B4BE-44F9-B1DF-FB83B7129EA8}"/>
              </a:ext>
            </a:extLst>
          </p:cNvPr>
          <p:cNvSpPr/>
          <p:nvPr/>
        </p:nvSpPr>
        <p:spPr>
          <a:xfrm>
            <a:off x="5179874" y="2441137"/>
            <a:ext cx="2385738" cy="2206160"/>
          </a:xfrm>
          <a:prstGeom prst="roundRect">
            <a:avLst>
              <a:gd name="adj" fmla="val 6761"/>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5" name="四角形: 角を丸くする 194">
            <a:extLst>
              <a:ext uri="{FF2B5EF4-FFF2-40B4-BE49-F238E27FC236}">
                <a16:creationId xmlns:a16="http://schemas.microsoft.com/office/drawing/2014/main" id="{DAD85751-EC0C-07D6-0EEF-8151F5C9A40C}"/>
              </a:ext>
            </a:extLst>
          </p:cNvPr>
          <p:cNvSpPr/>
          <p:nvPr/>
        </p:nvSpPr>
        <p:spPr>
          <a:xfrm>
            <a:off x="2831133" y="4031288"/>
            <a:ext cx="2131290" cy="1724022"/>
          </a:xfrm>
          <a:prstGeom prst="roundRect">
            <a:avLst>
              <a:gd name="adj" fmla="val 6761"/>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タイトル 1">
            <a:extLst>
              <a:ext uri="{FF2B5EF4-FFF2-40B4-BE49-F238E27FC236}">
                <a16:creationId xmlns:a16="http://schemas.microsoft.com/office/drawing/2014/main" id="{A2415D09-0B34-D31F-6795-42831C24BDAE}"/>
              </a:ext>
            </a:extLst>
          </p:cNvPr>
          <p:cNvSpPr>
            <a:spLocks noGrp="1"/>
          </p:cNvSpPr>
          <p:nvPr>
            <p:ph type="title"/>
          </p:nvPr>
        </p:nvSpPr>
        <p:spPr/>
        <p:txBody>
          <a:bodyPr/>
          <a:lstStyle/>
          <a:p>
            <a:r>
              <a:rPr kumimoji="1" lang="en-US" altLang="ja-JP" dirty="0"/>
              <a:t>2</a:t>
            </a:r>
            <a:r>
              <a:rPr kumimoji="1" lang="ja-JP" altLang="en-US" dirty="0"/>
              <a:t>値化器の誤差を打ち消して伝送したくなった</a:t>
            </a:r>
          </a:p>
        </p:txBody>
      </p:sp>
      <p:sp>
        <p:nvSpPr>
          <p:cNvPr id="3" name="スライド番号プレースホルダー 2">
            <a:extLst>
              <a:ext uri="{FF2B5EF4-FFF2-40B4-BE49-F238E27FC236}">
                <a16:creationId xmlns:a16="http://schemas.microsoft.com/office/drawing/2014/main" id="{FD7BCAE1-2F94-3DDA-FA3D-57785F10A81E}"/>
              </a:ext>
            </a:extLst>
          </p:cNvPr>
          <p:cNvSpPr>
            <a:spLocks noGrp="1"/>
          </p:cNvSpPr>
          <p:nvPr>
            <p:ph type="sldNum" sz="quarter" idx="12"/>
          </p:nvPr>
        </p:nvSpPr>
        <p:spPr/>
        <p:txBody>
          <a:bodyPr/>
          <a:lstStyle/>
          <a:p>
            <a:fld id="{336D103E-743F-4B05-B1B2-74D6FB9408BE}" type="slidenum">
              <a:rPr kumimoji="1" lang="ja-JP" altLang="en-US" smtClean="0"/>
              <a:t>21</a:t>
            </a:fld>
            <a:endParaRPr kumimoji="1" lang="ja-JP" altLang="en-US"/>
          </a:p>
        </p:txBody>
      </p:sp>
      <p:sp>
        <p:nvSpPr>
          <p:cNvPr id="131" name="テキスト ボックス 130">
            <a:extLst>
              <a:ext uri="{FF2B5EF4-FFF2-40B4-BE49-F238E27FC236}">
                <a16:creationId xmlns:a16="http://schemas.microsoft.com/office/drawing/2014/main" id="{7AD5C052-E754-2109-FB05-ABAE25A84F83}"/>
              </a:ext>
            </a:extLst>
          </p:cNvPr>
          <p:cNvSpPr txBox="1"/>
          <p:nvPr/>
        </p:nvSpPr>
        <p:spPr>
          <a:xfrm>
            <a:off x="336551" y="1035050"/>
            <a:ext cx="11043408" cy="461665"/>
          </a:xfrm>
          <a:prstGeom prst="rect">
            <a:avLst/>
          </a:prstGeom>
          <a:noFill/>
        </p:spPr>
        <p:txBody>
          <a:bodyPr wrap="none" rtlCol="0">
            <a:spAutoFit/>
          </a:bodyPr>
          <a:lstStyle/>
          <a:p>
            <a:pPr algn="l"/>
            <a:r>
              <a:rPr lang="ja-JP" altLang="en-US" sz="2400" dirty="0">
                <a:solidFill>
                  <a:schemeClr val="tx1">
                    <a:lumMod val="90000"/>
                    <a:lumOff val="10000"/>
                  </a:schemeClr>
                </a:solidFill>
              </a:rPr>
              <a:t>積分（</a:t>
            </a:r>
            <a:r>
              <a:rPr lang="en-US" altLang="ja-JP" sz="2400" dirty="0">
                <a:solidFill>
                  <a:schemeClr val="tx1">
                    <a:lumMod val="90000"/>
                    <a:lumOff val="10000"/>
                  </a:schemeClr>
                </a:solidFill>
              </a:rPr>
              <a:t>Σ</a:t>
            </a:r>
            <a:r>
              <a:rPr lang="ja-JP" altLang="en-US" sz="2400" dirty="0">
                <a:solidFill>
                  <a:schemeClr val="tx1">
                    <a:lumMod val="90000"/>
                    <a:lumOff val="10000"/>
                  </a:schemeClr>
                </a:solidFill>
              </a:rPr>
              <a:t>）した結果で差分（</a:t>
            </a:r>
            <a:r>
              <a:rPr lang="en-US" altLang="ja-JP" sz="2400" dirty="0">
                <a:solidFill>
                  <a:schemeClr val="tx1">
                    <a:lumMod val="90000"/>
                    <a:lumOff val="10000"/>
                  </a:schemeClr>
                </a:solidFill>
              </a:rPr>
              <a:t>Δ</a:t>
            </a:r>
            <a:r>
              <a:rPr lang="ja-JP" altLang="en-US" sz="2400" dirty="0">
                <a:solidFill>
                  <a:schemeClr val="tx1">
                    <a:lumMod val="90000"/>
                    <a:lumOff val="10000"/>
                  </a:schemeClr>
                </a:solidFill>
              </a:rPr>
              <a:t>）を取れれば</a:t>
            </a:r>
            <a:r>
              <a:rPr lang="en-US" altLang="ja-JP" sz="2400" dirty="0">
                <a:solidFill>
                  <a:schemeClr val="tx1">
                    <a:lumMod val="90000"/>
                    <a:lumOff val="10000"/>
                  </a:schemeClr>
                </a:solidFill>
              </a:rPr>
              <a:t>2</a:t>
            </a:r>
            <a:r>
              <a:rPr lang="ja-JP" altLang="en-US" sz="2400" dirty="0">
                <a:solidFill>
                  <a:schemeClr val="tx1">
                    <a:lumMod val="90000"/>
                    <a:lumOff val="10000"/>
                  </a:schemeClr>
                </a:solidFill>
              </a:rPr>
              <a:t>値化器で生じる誤差が打ち消せるはず</a:t>
            </a:r>
            <a:endParaRPr lang="en-US" altLang="ja-JP" sz="2400" dirty="0">
              <a:solidFill>
                <a:schemeClr val="tx1">
                  <a:lumMod val="90000"/>
                  <a:lumOff val="10000"/>
                </a:schemeClr>
              </a:solidFill>
            </a:endParaRPr>
          </a:p>
        </p:txBody>
      </p:sp>
      <mc:AlternateContent xmlns:mc="http://schemas.openxmlformats.org/markup-compatibility/2006" xmlns:a14="http://schemas.microsoft.com/office/drawing/2010/main">
        <mc:Choice Requires="a14">
          <p:sp>
            <p:nvSpPr>
              <p:cNvPr id="134" name="テキスト ボックス 133">
                <a:extLst>
                  <a:ext uri="{FF2B5EF4-FFF2-40B4-BE49-F238E27FC236}">
                    <a16:creationId xmlns:a16="http://schemas.microsoft.com/office/drawing/2014/main" id="{C5AA9CEC-8789-FAC3-DA91-8DB8E3C61A03}"/>
                  </a:ext>
                </a:extLst>
              </p:cNvPr>
              <p:cNvSpPr txBox="1"/>
              <p:nvPr/>
            </p:nvSpPr>
            <p:spPr>
              <a:xfrm>
                <a:off x="506199" y="3076813"/>
                <a:ext cx="269112" cy="369332"/>
              </a:xfrm>
              <a:prstGeom prst="rect">
                <a:avLst/>
              </a:prstGeom>
              <a:noFill/>
            </p:spPr>
            <p:txBody>
              <a:bodyPr wrap="square" lIns="0" tIns="0" rIns="0" bIns="0" rtlCol="0">
                <a:spAutoFit/>
              </a:bodyPr>
              <a:lstStyle/>
              <a:p>
                <a:pPr algn="l"/>
                <a14:m>
                  <m:oMathPara xmlns:m="http://schemas.openxmlformats.org/officeDocument/2006/math">
                    <m:oMath>
                      <m:r>
                        <a:rPr kumimoji="1" lang="en-US" altLang="ja-JP" sz="2400" b="0" i="1" smtClean="0">
                          <a:solidFill>
                            <a:schemeClr val="tx1">
                              <a:lumMod val="90000"/>
                              <a:lumOff val="10000"/>
                            </a:schemeClr>
                          </a:solidFill>
                          <a:latin typeface="Cambria Math" panose="02040503050406030204" pitchFamily="18" charset="0"/>
                        </a:rPr>
                        <m:t>𝑢</m:t>
                      </m:r>
                    </m:oMath>
                  </m:oMathPara>
                </a14:m>
                <a:endParaRPr kumimoji="1" lang="ja-JP" altLang="en-US" sz="2400" dirty="0">
                  <a:solidFill>
                    <a:schemeClr val="tx1">
                      <a:lumMod val="90000"/>
                      <a:lumOff val="10000"/>
                    </a:schemeClr>
                  </a:solidFill>
                </a:endParaRPr>
              </a:p>
            </p:txBody>
          </p:sp>
        </mc:Choice>
        <mc:Fallback xmlns="">
          <p:sp>
            <p:nvSpPr>
              <p:cNvPr id="134" name="テキスト ボックス 133">
                <a:extLst>
                  <a:ext uri="{FF2B5EF4-FFF2-40B4-BE49-F238E27FC236}">
                    <a16:creationId xmlns:a16="http://schemas.microsoft.com/office/drawing/2014/main" id="{C5AA9CEC-8789-FAC3-DA91-8DB8E3C61A03}"/>
                  </a:ext>
                </a:extLst>
              </p:cNvPr>
              <p:cNvSpPr txBox="1">
                <a:spLocks noRot="1" noChangeAspect="1" noMove="1" noResize="1" noEditPoints="1" noAdjustHandles="1" noChangeArrowheads="1" noChangeShapeType="1" noTextEdit="1"/>
              </p:cNvSpPr>
              <p:nvPr/>
            </p:nvSpPr>
            <p:spPr>
              <a:xfrm>
                <a:off x="506199" y="3076813"/>
                <a:ext cx="269112" cy="369332"/>
              </a:xfrm>
              <a:prstGeom prst="rect">
                <a:avLst/>
              </a:prstGeom>
              <a:blipFill>
                <a:blip r:embed="rId2"/>
                <a:stretch>
                  <a:fillRect l="-11364" r="-11364" b="-1667"/>
                </a:stretch>
              </a:blipFill>
            </p:spPr>
            <p:txBody>
              <a:bodyPr/>
              <a:lstStyle/>
              <a:p>
                <a:r>
                  <a:rPr lang="ja-JP" altLang="en-US">
                    <a:noFill/>
                  </a:rPr>
                  <a:t> </a:t>
                </a:r>
              </a:p>
            </p:txBody>
          </p:sp>
        </mc:Fallback>
      </mc:AlternateContent>
      <p:cxnSp>
        <p:nvCxnSpPr>
          <p:cNvPr id="135" name="直線コネクタ 134">
            <a:extLst>
              <a:ext uri="{FF2B5EF4-FFF2-40B4-BE49-F238E27FC236}">
                <a16:creationId xmlns:a16="http://schemas.microsoft.com/office/drawing/2014/main" id="{A453DCE6-C337-7429-63B2-BECE6079A934}"/>
              </a:ext>
            </a:extLst>
          </p:cNvPr>
          <p:cNvCxnSpPr>
            <a:cxnSpLocks/>
            <a:stCxn id="134" idx="3"/>
            <a:endCxn id="136" idx="2"/>
          </p:cNvCxnSpPr>
          <p:nvPr/>
        </p:nvCxnSpPr>
        <p:spPr>
          <a:xfrm>
            <a:off x="775311" y="3261479"/>
            <a:ext cx="738160" cy="0"/>
          </a:xfrm>
          <a:prstGeom prst="line">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36" name="楕円 135">
            <a:extLst>
              <a:ext uri="{FF2B5EF4-FFF2-40B4-BE49-F238E27FC236}">
                <a16:creationId xmlns:a16="http://schemas.microsoft.com/office/drawing/2014/main" id="{0369772C-B55E-5EDC-16B8-9EEC5B7659CF}"/>
              </a:ext>
            </a:extLst>
          </p:cNvPr>
          <p:cNvSpPr/>
          <p:nvPr/>
        </p:nvSpPr>
        <p:spPr>
          <a:xfrm>
            <a:off x="1513471" y="3201154"/>
            <a:ext cx="120650" cy="120650"/>
          </a:xfrm>
          <a:prstGeom prst="ellipse">
            <a:avLst/>
          </a:prstGeom>
          <a:noFill/>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kumimoji="1" lang="ja-JP" altLang="en-US"/>
          </a:p>
        </p:txBody>
      </p:sp>
      <p:cxnSp>
        <p:nvCxnSpPr>
          <p:cNvPr id="137" name="直線コネクタ 136">
            <a:extLst>
              <a:ext uri="{FF2B5EF4-FFF2-40B4-BE49-F238E27FC236}">
                <a16:creationId xmlns:a16="http://schemas.microsoft.com/office/drawing/2014/main" id="{8216E2BA-F582-3EA5-7606-48BC5D6313DD}"/>
              </a:ext>
            </a:extLst>
          </p:cNvPr>
          <p:cNvCxnSpPr>
            <a:cxnSpLocks/>
            <a:stCxn id="136" idx="6"/>
            <a:endCxn id="146" idx="1"/>
          </p:cNvCxnSpPr>
          <p:nvPr/>
        </p:nvCxnSpPr>
        <p:spPr>
          <a:xfrm>
            <a:off x="1634121" y="3261479"/>
            <a:ext cx="1647692" cy="0"/>
          </a:xfrm>
          <a:prstGeom prst="line">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grpSp>
        <p:nvGrpSpPr>
          <p:cNvPr id="140" name="グループ化 139">
            <a:extLst>
              <a:ext uri="{FF2B5EF4-FFF2-40B4-BE49-F238E27FC236}">
                <a16:creationId xmlns:a16="http://schemas.microsoft.com/office/drawing/2014/main" id="{7861EB4B-8C29-5085-B3B6-110FE0AE679F}"/>
              </a:ext>
            </a:extLst>
          </p:cNvPr>
          <p:cNvGrpSpPr/>
          <p:nvPr/>
        </p:nvGrpSpPr>
        <p:grpSpPr>
          <a:xfrm flipH="1">
            <a:off x="1836475" y="4407442"/>
            <a:ext cx="579005" cy="666654"/>
            <a:chOff x="3633715" y="4527650"/>
            <a:chExt cx="579005" cy="666654"/>
          </a:xfrm>
        </p:grpSpPr>
        <p:sp>
          <p:nvSpPr>
            <p:cNvPr id="141" name="二等辺三角形 140">
              <a:extLst>
                <a:ext uri="{FF2B5EF4-FFF2-40B4-BE49-F238E27FC236}">
                  <a16:creationId xmlns:a16="http://schemas.microsoft.com/office/drawing/2014/main" id="{A5CB718F-8A9A-2832-94C8-5139BD19FFF1}"/>
                </a:ext>
              </a:extLst>
            </p:cNvPr>
            <p:cNvSpPr/>
            <p:nvPr/>
          </p:nvSpPr>
          <p:spPr>
            <a:xfrm rot="5400000">
              <a:off x="3589891" y="4571474"/>
              <a:ext cx="666654" cy="579005"/>
            </a:xfrm>
            <a:prstGeom prst="triangle">
              <a:avLst/>
            </a:prstGeom>
            <a:noFill/>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vert="vert270" rtlCol="0" anchor="ctr"/>
            <a:lstStyle/>
            <a:p>
              <a:pPr algn="ctr"/>
              <a:endParaRPr kumimoji="1" lang="ja-JP" altLang="en-US" sz="1050" dirty="0"/>
            </a:p>
          </p:txBody>
        </p:sp>
        <p:sp>
          <p:nvSpPr>
            <p:cNvPr id="142" name="テキスト ボックス 141">
              <a:extLst>
                <a:ext uri="{FF2B5EF4-FFF2-40B4-BE49-F238E27FC236}">
                  <a16:creationId xmlns:a16="http://schemas.microsoft.com/office/drawing/2014/main" id="{3CC207FC-07A7-CF02-5EE6-A41689B303D4}"/>
                </a:ext>
              </a:extLst>
            </p:cNvPr>
            <p:cNvSpPr txBox="1"/>
            <p:nvPr/>
          </p:nvSpPr>
          <p:spPr>
            <a:xfrm>
              <a:off x="3664430" y="4722477"/>
              <a:ext cx="394339" cy="276999"/>
            </a:xfrm>
            <a:prstGeom prst="rect">
              <a:avLst/>
            </a:prstGeom>
            <a:noFill/>
          </p:spPr>
          <p:txBody>
            <a:bodyPr wrap="none" lIns="0" tIns="0" rIns="0" bIns="0" rtlCol="0">
              <a:spAutoFit/>
            </a:bodyPr>
            <a:lstStyle/>
            <a:p>
              <a:r>
                <a:rPr lang="ja-JP" altLang="en-US" dirty="0"/>
                <a:t>✕</a:t>
              </a:r>
              <a:r>
                <a:rPr lang="en-US" altLang="ja-JP" dirty="0"/>
                <a:t>-1</a:t>
              </a:r>
              <a:endParaRPr lang="ja-JP" altLang="en-US" dirty="0"/>
            </a:p>
          </p:txBody>
        </p:sp>
      </p:grpSp>
      <p:cxnSp>
        <p:nvCxnSpPr>
          <p:cNvPr id="143" name="直線コネクタ 142">
            <a:extLst>
              <a:ext uri="{FF2B5EF4-FFF2-40B4-BE49-F238E27FC236}">
                <a16:creationId xmlns:a16="http://schemas.microsoft.com/office/drawing/2014/main" id="{92F1835E-E126-4C4F-8E2C-B66AED4E63F7}"/>
              </a:ext>
            </a:extLst>
          </p:cNvPr>
          <p:cNvCxnSpPr>
            <a:cxnSpLocks/>
            <a:stCxn id="155" idx="1"/>
            <a:endCxn id="141" idx="3"/>
          </p:cNvCxnSpPr>
          <p:nvPr/>
        </p:nvCxnSpPr>
        <p:spPr>
          <a:xfrm flipH="1">
            <a:off x="2415480" y="4740768"/>
            <a:ext cx="866333" cy="1"/>
          </a:xfrm>
          <a:prstGeom prst="line">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44" name="テキスト ボックス 143">
            <a:extLst>
              <a:ext uri="{FF2B5EF4-FFF2-40B4-BE49-F238E27FC236}">
                <a16:creationId xmlns:a16="http://schemas.microsoft.com/office/drawing/2014/main" id="{67E7AE4C-661C-E02F-9FE8-28EC4D0A0738}"/>
              </a:ext>
            </a:extLst>
          </p:cNvPr>
          <p:cNvSpPr txBox="1"/>
          <p:nvPr/>
        </p:nvSpPr>
        <p:spPr>
          <a:xfrm>
            <a:off x="1347375" y="3016488"/>
            <a:ext cx="153888" cy="184666"/>
          </a:xfrm>
          <a:prstGeom prst="rect">
            <a:avLst/>
          </a:prstGeom>
          <a:noFill/>
        </p:spPr>
        <p:txBody>
          <a:bodyPr wrap="square" lIns="0" tIns="0" rIns="0" bIns="0" rtlCol="0">
            <a:spAutoFit/>
          </a:bodyPr>
          <a:lstStyle/>
          <a:p>
            <a:pPr algn="l"/>
            <a:r>
              <a:rPr kumimoji="1" lang="ja-JP" altLang="en-US" sz="1200" dirty="0">
                <a:solidFill>
                  <a:schemeClr val="tx1">
                    <a:lumMod val="90000"/>
                    <a:lumOff val="10000"/>
                  </a:schemeClr>
                </a:solidFill>
              </a:rPr>
              <a:t>＋</a:t>
            </a:r>
          </a:p>
        </p:txBody>
      </p:sp>
      <p:sp>
        <p:nvSpPr>
          <p:cNvPr id="145" name="テキスト ボックス 144">
            <a:extLst>
              <a:ext uri="{FF2B5EF4-FFF2-40B4-BE49-F238E27FC236}">
                <a16:creationId xmlns:a16="http://schemas.microsoft.com/office/drawing/2014/main" id="{C10B3961-FD8B-785B-52D6-CD6C959660B8}"/>
              </a:ext>
            </a:extLst>
          </p:cNvPr>
          <p:cNvSpPr txBox="1"/>
          <p:nvPr/>
        </p:nvSpPr>
        <p:spPr>
          <a:xfrm>
            <a:off x="1402408" y="3351271"/>
            <a:ext cx="153888" cy="184666"/>
          </a:xfrm>
          <a:prstGeom prst="rect">
            <a:avLst/>
          </a:prstGeom>
          <a:noFill/>
        </p:spPr>
        <p:txBody>
          <a:bodyPr wrap="square" lIns="0" tIns="0" rIns="0" bIns="0" rtlCol="0">
            <a:spAutoFit/>
          </a:bodyPr>
          <a:lstStyle/>
          <a:p>
            <a:pPr algn="l"/>
            <a:r>
              <a:rPr kumimoji="1" lang="ja-JP" altLang="en-US" sz="1200" dirty="0">
                <a:solidFill>
                  <a:schemeClr val="tx1">
                    <a:lumMod val="90000"/>
                    <a:lumOff val="10000"/>
                  </a:schemeClr>
                </a:solidFill>
              </a:rPr>
              <a:t>＋</a:t>
            </a:r>
          </a:p>
        </p:txBody>
      </p:sp>
      <p:sp>
        <p:nvSpPr>
          <p:cNvPr id="146" name="正方形/長方形 145">
            <a:extLst>
              <a:ext uri="{FF2B5EF4-FFF2-40B4-BE49-F238E27FC236}">
                <a16:creationId xmlns:a16="http://schemas.microsoft.com/office/drawing/2014/main" id="{41A2171D-CFBB-E5F9-6CC9-3F7C868405E1}"/>
              </a:ext>
            </a:extLst>
          </p:cNvPr>
          <p:cNvSpPr/>
          <p:nvPr/>
        </p:nvSpPr>
        <p:spPr>
          <a:xfrm>
            <a:off x="3281813" y="2804279"/>
            <a:ext cx="660400" cy="914400"/>
          </a:xfrm>
          <a:prstGeom prst="rect">
            <a:avLst/>
          </a:prstGeom>
          <a:noFill/>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kumimoji="1" lang="ja-JP" altLang="en-US"/>
          </a:p>
        </p:txBody>
      </p:sp>
      <p:grpSp>
        <p:nvGrpSpPr>
          <p:cNvPr id="147" name="グループ化 146">
            <a:extLst>
              <a:ext uri="{FF2B5EF4-FFF2-40B4-BE49-F238E27FC236}">
                <a16:creationId xmlns:a16="http://schemas.microsoft.com/office/drawing/2014/main" id="{38A2EB64-22B0-C213-D5CE-5764556C90C9}"/>
              </a:ext>
            </a:extLst>
          </p:cNvPr>
          <p:cNvGrpSpPr/>
          <p:nvPr/>
        </p:nvGrpSpPr>
        <p:grpSpPr>
          <a:xfrm>
            <a:off x="3408019" y="2891272"/>
            <a:ext cx="407988" cy="740414"/>
            <a:chOff x="5257800" y="2134549"/>
            <a:chExt cx="603250" cy="740414"/>
          </a:xfrm>
        </p:grpSpPr>
        <p:cxnSp>
          <p:nvCxnSpPr>
            <p:cNvPr id="148" name="直線コネクタ 147">
              <a:extLst>
                <a:ext uri="{FF2B5EF4-FFF2-40B4-BE49-F238E27FC236}">
                  <a16:creationId xmlns:a16="http://schemas.microsoft.com/office/drawing/2014/main" id="{D585A5D8-0F21-DFDC-070C-7CF7833FD3B2}"/>
                </a:ext>
              </a:extLst>
            </p:cNvPr>
            <p:cNvCxnSpPr/>
            <p:nvPr/>
          </p:nvCxnSpPr>
          <p:spPr>
            <a:xfrm>
              <a:off x="5559425" y="2139950"/>
              <a:ext cx="301625" cy="0"/>
            </a:xfrm>
            <a:prstGeom prst="line">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149" name="直線コネクタ 148">
              <a:extLst>
                <a:ext uri="{FF2B5EF4-FFF2-40B4-BE49-F238E27FC236}">
                  <a16:creationId xmlns:a16="http://schemas.microsoft.com/office/drawing/2014/main" id="{FB589EF1-B91A-FE0D-11EF-7F360B94298F}"/>
                </a:ext>
              </a:extLst>
            </p:cNvPr>
            <p:cNvCxnSpPr>
              <a:cxnSpLocks/>
            </p:cNvCxnSpPr>
            <p:nvPr/>
          </p:nvCxnSpPr>
          <p:spPr>
            <a:xfrm flipV="1">
              <a:off x="5559426" y="2134549"/>
              <a:ext cx="0" cy="740414"/>
            </a:xfrm>
            <a:prstGeom prst="line">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150" name="直線コネクタ 149">
              <a:extLst>
                <a:ext uri="{FF2B5EF4-FFF2-40B4-BE49-F238E27FC236}">
                  <a16:creationId xmlns:a16="http://schemas.microsoft.com/office/drawing/2014/main" id="{2C2EF8F1-9391-9DFB-8D13-05232F89D1FD}"/>
                </a:ext>
              </a:extLst>
            </p:cNvPr>
            <p:cNvCxnSpPr/>
            <p:nvPr/>
          </p:nvCxnSpPr>
          <p:spPr>
            <a:xfrm>
              <a:off x="5257800" y="2874963"/>
              <a:ext cx="301625" cy="0"/>
            </a:xfrm>
            <a:prstGeom prst="line">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151" name="直線コネクタ 150">
              <a:extLst>
                <a:ext uri="{FF2B5EF4-FFF2-40B4-BE49-F238E27FC236}">
                  <a16:creationId xmlns:a16="http://schemas.microsoft.com/office/drawing/2014/main" id="{A6E7C87C-3E1C-30E2-95A0-4CED779ECACF}"/>
                </a:ext>
              </a:extLst>
            </p:cNvPr>
            <p:cNvCxnSpPr/>
            <p:nvPr/>
          </p:nvCxnSpPr>
          <p:spPr>
            <a:xfrm>
              <a:off x="5408612" y="2512590"/>
              <a:ext cx="301625" cy="0"/>
            </a:xfrm>
            <a:prstGeom prst="line">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grpSp>
      <mc:AlternateContent xmlns:mc="http://schemas.openxmlformats.org/markup-compatibility/2006" xmlns:a14="http://schemas.microsoft.com/office/drawing/2010/main">
        <mc:Choice Requires="a14">
          <p:sp>
            <p:nvSpPr>
              <p:cNvPr id="152" name="テキスト ボックス 151">
                <a:extLst>
                  <a:ext uri="{FF2B5EF4-FFF2-40B4-BE49-F238E27FC236}">
                    <a16:creationId xmlns:a16="http://schemas.microsoft.com/office/drawing/2014/main" id="{ED21BEE4-16F9-AB2D-2AFD-D622A004796C}"/>
                  </a:ext>
                </a:extLst>
              </p:cNvPr>
              <p:cNvSpPr txBox="1"/>
              <p:nvPr/>
            </p:nvSpPr>
            <p:spPr>
              <a:xfrm>
                <a:off x="8192615" y="3076813"/>
                <a:ext cx="269113" cy="369332"/>
              </a:xfrm>
              <a:prstGeom prst="rect">
                <a:avLst/>
              </a:prstGeom>
              <a:noFill/>
            </p:spPr>
            <p:txBody>
              <a:bodyPr wrap="square" lIns="0" tIns="0" rIns="0" bIns="0" rtlCol="0">
                <a:spAutoFit/>
              </a:bodyPr>
              <a:lstStyle/>
              <a:p>
                <a:pPr algn="l"/>
                <a14:m>
                  <m:oMathPara xmlns:m="http://schemas.openxmlformats.org/officeDocument/2006/math">
                    <m:oMath>
                      <m:acc>
                        <m:accPr>
                          <m:chr m:val="̂"/>
                          <m:ctrlPr>
                            <a:rPr kumimoji="1" lang="en-US" altLang="ja-JP" sz="2400" b="0" i="1" smtClean="0">
                              <a:solidFill>
                                <a:schemeClr val="tx1">
                                  <a:lumMod val="90000"/>
                                  <a:lumOff val="10000"/>
                                </a:schemeClr>
                              </a:solidFill>
                              <a:latin typeface="Cambria Math" panose="02040503050406030204" pitchFamily="18" charset="0"/>
                            </a:rPr>
                          </m:ctrlPr>
                        </m:accPr>
                        <m:e>
                          <m:r>
                            <a:rPr kumimoji="1" lang="en-US" altLang="ja-JP" sz="2400" b="0" i="1" smtClean="0">
                              <a:solidFill>
                                <a:schemeClr val="tx1">
                                  <a:lumMod val="90000"/>
                                  <a:lumOff val="10000"/>
                                </a:schemeClr>
                              </a:solidFill>
                              <a:latin typeface="Cambria Math" panose="02040503050406030204" pitchFamily="18" charset="0"/>
                            </a:rPr>
                            <m:t>𝑢</m:t>
                          </m:r>
                        </m:e>
                      </m:acc>
                    </m:oMath>
                  </m:oMathPara>
                </a14:m>
                <a:endParaRPr kumimoji="1" lang="ja-JP" altLang="en-US" sz="2400" dirty="0">
                  <a:solidFill>
                    <a:schemeClr val="tx1">
                      <a:lumMod val="90000"/>
                      <a:lumOff val="10000"/>
                    </a:schemeClr>
                  </a:solidFill>
                </a:endParaRPr>
              </a:p>
            </p:txBody>
          </p:sp>
        </mc:Choice>
        <mc:Fallback xmlns="">
          <p:sp>
            <p:nvSpPr>
              <p:cNvPr id="152" name="テキスト ボックス 151">
                <a:extLst>
                  <a:ext uri="{FF2B5EF4-FFF2-40B4-BE49-F238E27FC236}">
                    <a16:creationId xmlns:a16="http://schemas.microsoft.com/office/drawing/2014/main" id="{ED21BEE4-16F9-AB2D-2AFD-D622A004796C}"/>
                  </a:ext>
                </a:extLst>
              </p:cNvPr>
              <p:cNvSpPr txBox="1">
                <a:spLocks noRot="1" noChangeAspect="1" noMove="1" noResize="1" noEditPoints="1" noAdjustHandles="1" noChangeArrowheads="1" noChangeShapeType="1" noTextEdit="1"/>
              </p:cNvSpPr>
              <p:nvPr/>
            </p:nvSpPr>
            <p:spPr>
              <a:xfrm>
                <a:off x="8192615" y="3076813"/>
                <a:ext cx="269113" cy="369332"/>
              </a:xfrm>
              <a:prstGeom prst="rect">
                <a:avLst/>
              </a:prstGeom>
              <a:blipFill>
                <a:blip r:embed="rId3"/>
                <a:stretch>
                  <a:fillRect l="-13636" t="-15000" r="-70455" b="-1667"/>
                </a:stretch>
              </a:blipFill>
            </p:spPr>
            <p:txBody>
              <a:bodyPr/>
              <a:lstStyle/>
              <a:p>
                <a:r>
                  <a:rPr lang="ja-JP" altLang="en-US">
                    <a:noFill/>
                  </a:rPr>
                  <a:t> </a:t>
                </a:r>
              </a:p>
            </p:txBody>
          </p:sp>
        </mc:Fallback>
      </mc:AlternateContent>
      <p:cxnSp>
        <p:nvCxnSpPr>
          <p:cNvPr id="153" name="直線コネクタ 152">
            <a:extLst>
              <a:ext uri="{FF2B5EF4-FFF2-40B4-BE49-F238E27FC236}">
                <a16:creationId xmlns:a16="http://schemas.microsoft.com/office/drawing/2014/main" id="{446CFEBA-2BE4-8908-9AD7-F4B0D641055D}"/>
              </a:ext>
            </a:extLst>
          </p:cNvPr>
          <p:cNvCxnSpPr>
            <a:cxnSpLocks/>
            <a:stCxn id="146" idx="3"/>
            <a:endCxn id="162" idx="2"/>
          </p:cNvCxnSpPr>
          <p:nvPr/>
        </p:nvCxnSpPr>
        <p:spPr>
          <a:xfrm>
            <a:off x="3942213" y="3261479"/>
            <a:ext cx="1536138" cy="0"/>
          </a:xfrm>
          <a:prstGeom prst="line">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grpSp>
        <p:nvGrpSpPr>
          <p:cNvPr id="154" name="グループ化 153">
            <a:extLst>
              <a:ext uri="{FF2B5EF4-FFF2-40B4-BE49-F238E27FC236}">
                <a16:creationId xmlns:a16="http://schemas.microsoft.com/office/drawing/2014/main" id="{DF60FF29-A168-82EB-03D5-366C3B878B71}"/>
              </a:ext>
            </a:extLst>
          </p:cNvPr>
          <p:cNvGrpSpPr/>
          <p:nvPr/>
        </p:nvGrpSpPr>
        <p:grpSpPr>
          <a:xfrm flipV="1">
            <a:off x="3281813" y="4332463"/>
            <a:ext cx="662940" cy="816610"/>
            <a:chOff x="9274810" y="4104640"/>
            <a:chExt cx="662940" cy="816610"/>
          </a:xfrm>
        </p:grpSpPr>
        <p:sp>
          <p:nvSpPr>
            <p:cNvPr id="155" name="正方形/長方形 154">
              <a:extLst>
                <a:ext uri="{FF2B5EF4-FFF2-40B4-BE49-F238E27FC236}">
                  <a16:creationId xmlns:a16="http://schemas.microsoft.com/office/drawing/2014/main" id="{396F3041-8AE2-707A-34E4-0C7DFC136247}"/>
                </a:ext>
              </a:extLst>
            </p:cNvPr>
            <p:cNvSpPr/>
            <p:nvPr/>
          </p:nvSpPr>
          <p:spPr>
            <a:xfrm>
              <a:off x="9274810" y="4104640"/>
              <a:ext cx="662940" cy="816610"/>
            </a:xfrm>
            <a:prstGeom prst="rect">
              <a:avLst/>
            </a:prstGeom>
            <a:noFill/>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kumimoji="1" lang="ja-JP" altLang="en-US"/>
            </a:p>
          </p:txBody>
        </p:sp>
        <p:sp>
          <p:nvSpPr>
            <p:cNvPr id="156" name="二等辺三角形 155">
              <a:extLst>
                <a:ext uri="{FF2B5EF4-FFF2-40B4-BE49-F238E27FC236}">
                  <a16:creationId xmlns:a16="http://schemas.microsoft.com/office/drawing/2014/main" id="{569AF567-18B2-086E-75A9-8A22B490BE29}"/>
                </a:ext>
              </a:extLst>
            </p:cNvPr>
            <p:cNvSpPr/>
            <p:nvPr/>
          </p:nvSpPr>
          <p:spPr>
            <a:xfrm rot="10800000">
              <a:off x="9439592" y="4104640"/>
              <a:ext cx="333375" cy="161925"/>
            </a:xfrm>
            <a:prstGeom prst="triangle">
              <a:avLst/>
            </a:prstGeom>
            <a:noFill/>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kumimoji="1" lang="ja-JP" altLang="en-US"/>
            </a:p>
          </p:txBody>
        </p:sp>
      </p:grpSp>
      <mc:AlternateContent xmlns:mc="http://schemas.openxmlformats.org/markup-compatibility/2006" xmlns:a14="http://schemas.microsoft.com/office/drawing/2010/main">
        <mc:Choice Requires="a14">
          <p:sp>
            <p:nvSpPr>
              <p:cNvPr id="157" name="テキスト ボックス 156">
                <a:extLst>
                  <a:ext uri="{FF2B5EF4-FFF2-40B4-BE49-F238E27FC236}">
                    <a16:creationId xmlns:a16="http://schemas.microsoft.com/office/drawing/2014/main" id="{3352B948-74A0-EBAD-4E4E-BF7FE1D0D27F}"/>
                  </a:ext>
                </a:extLst>
              </p:cNvPr>
              <p:cNvSpPr txBox="1"/>
              <p:nvPr/>
            </p:nvSpPr>
            <p:spPr>
              <a:xfrm>
                <a:off x="2943828" y="5275399"/>
                <a:ext cx="502766" cy="369332"/>
              </a:xfrm>
              <a:prstGeom prst="rect">
                <a:avLst/>
              </a:prstGeom>
              <a:noFill/>
            </p:spPr>
            <p:txBody>
              <a:bodyPr wrap="square" lIns="0" tIns="0" rIns="0" bIns="0" rtlCol="0">
                <a:spAutoFit/>
              </a:bodyPr>
              <a:lstStyle/>
              <a:p>
                <a:pPr algn="l"/>
                <a14:m>
                  <m:oMathPara xmlns:m="http://schemas.openxmlformats.org/officeDocument/2006/math">
                    <m:oMath>
                      <m:r>
                        <a:rPr kumimoji="1" lang="en-US" altLang="ja-JP" sz="2400" b="0" i="1" smtClean="0">
                          <a:solidFill>
                            <a:schemeClr val="tx1">
                              <a:lumMod val="90000"/>
                              <a:lumOff val="10000"/>
                            </a:schemeClr>
                          </a:solidFill>
                          <a:latin typeface="Cambria Math" panose="02040503050406030204" pitchFamily="18" charset="0"/>
                        </a:rPr>
                        <m:t>𝑐𝑙𝑘</m:t>
                      </m:r>
                    </m:oMath>
                  </m:oMathPara>
                </a14:m>
                <a:endParaRPr kumimoji="1" lang="ja-JP" altLang="en-US" sz="2400" dirty="0">
                  <a:solidFill>
                    <a:schemeClr val="tx1">
                      <a:lumMod val="90000"/>
                      <a:lumOff val="10000"/>
                    </a:schemeClr>
                  </a:solidFill>
                </a:endParaRPr>
              </a:p>
            </p:txBody>
          </p:sp>
        </mc:Choice>
        <mc:Fallback xmlns="">
          <p:sp>
            <p:nvSpPr>
              <p:cNvPr id="157" name="テキスト ボックス 156">
                <a:extLst>
                  <a:ext uri="{FF2B5EF4-FFF2-40B4-BE49-F238E27FC236}">
                    <a16:creationId xmlns:a16="http://schemas.microsoft.com/office/drawing/2014/main" id="{3352B948-74A0-EBAD-4E4E-BF7FE1D0D27F}"/>
                  </a:ext>
                </a:extLst>
              </p:cNvPr>
              <p:cNvSpPr txBox="1">
                <a:spLocks noRot="1" noChangeAspect="1" noMove="1" noResize="1" noEditPoints="1" noAdjustHandles="1" noChangeArrowheads="1" noChangeShapeType="1" noTextEdit="1"/>
              </p:cNvSpPr>
              <p:nvPr/>
            </p:nvSpPr>
            <p:spPr>
              <a:xfrm>
                <a:off x="2943828" y="5275399"/>
                <a:ext cx="502766" cy="369332"/>
              </a:xfrm>
              <a:prstGeom prst="rect">
                <a:avLst/>
              </a:prstGeom>
              <a:blipFill>
                <a:blip r:embed="rId4"/>
                <a:stretch>
                  <a:fillRect l="-13415" r="-12195" b="-9836"/>
                </a:stretch>
              </a:blipFill>
            </p:spPr>
            <p:txBody>
              <a:bodyPr/>
              <a:lstStyle/>
              <a:p>
                <a:r>
                  <a:rPr lang="ja-JP" altLang="en-US">
                    <a:noFill/>
                  </a:rPr>
                  <a:t> </a:t>
                </a:r>
              </a:p>
            </p:txBody>
          </p:sp>
        </mc:Fallback>
      </mc:AlternateContent>
      <p:cxnSp>
        <p:nvCxnSpPr>
          <p:cNvPr id="158" name="コネクタ: カギ線 157">
            <a:extLst>
              <a:ext uri="{FF2B5EF4-FFF2-40B4-BE49-F238E27FC236}">
                <a16:creationId xmlns:a16="http://schemas.microsoft.com/office/drawing/2014/main" id="{0D33381B-3779-8DCB-28EE-0895A99F44CF}"/>
              </a:ext>
            </a:extLst>
          </p:cNvPr>
          <p:cNvCxnSpPr>
            <a:cxnSpLocks/>
            <a:stCxn id="157" idx="3"/>
            <a:endCxn id="156" idx="3"/>
          </p:cNvCxnSpPr>
          <p:nvPr/>
        </p:nvCxnSpPr>
        <p:spPr>
          <a:xfrm flipV="1">
            <a:off x="3446594" y="5149073"/>
            <a:ext cx="166688" cy="310992"/>
          </a:xfrm>
          <a:prstGeom prst="bentConnector2">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grpSp>
        <p:nvGrpSpPr>
          <p:cNvPr id="159" name="グループ化 158">
            <a:extLst>
              <a:ext uri="{FF2B5EF4-FFF2-40B4-BE49-F238E27FC236}">
                <a16:creationId xmlns:a16="http://schemas.microsoft.com/office/drawing/2014/main" id="{13512ECE-6571-FF67-4610-5427E93BA5A8}"/>
              </a:ext>
            </a:extLst>
          </p:cNvPr>
          <p:cNvGrpSpPr/>
          <p:nvPr/>
        </p:nvGrpSpPr>
        <p:grpSpPr>
          <a:xfrm flipV="1">
            <a:off x="6078308" y="2853174"/>
            <a:ext cx="662940" cy="816610"/>
            <a:chOff x="9274810" y="4104640"/>
            <a:chExt cx="662940" cy="816610"/>
          </a:xfrm>
        </p:grpSpPr>
        <p:sp>
          <p:nvSpPr>
            <p:cNvPr id="160" name="正方形/長方形 159">
              <a:extLst>
                <a:ext uri="{FF2B5EF4-FFF2-40B4-BE49-F238E27FC236}">
                  <a16:creationId xmlns:a16="http://schemas.microsoft.com/office/drawing/2014/main" id="{0870EDB4-94C6-CCCB-7785-B3708879C0E1}"/>
                </a:ext>
              </a:extLst>
            </p:cNvPr>
            <p:cNvSpPr/>
            <p:nvPr/>
          </p:nvSpPr>
          <p:spPr>
            <a:xfrm>
              <a:off x="9274810" y="4104640"/>
              <a:ext cx="662940" cy="816610"/>
            </a:xfrm>
            <a:prstGeom prst="rect">
              <a:avLst/>
            </a:prstGeom>
            <a:noFill/>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kumimoji="1" lang="ja-JP" altLang="en-US"/>
            </a:p>
          </p:txBody>
        </p:sp>
        <p:sp>
          <p:nvSpPr>
            <p:cNvPr id="161" name="二等辺三角形 160">
              <a:extLst>
                <a:ext uri="{FF2B5EF4-FFF2-40B4-BE49-F238E27FC236}">
                  <a16:creationId xmlns:a16="http://schemas.microsoft.com/office/drawing/2014/main" id="{506E571A-B558-C766-EF8D-A5C9E5BD090C}"/>
                </a:ext>
              </a:extLst>
            </p:cNvPr>
            <p:cNvSpPr/>
            <p:nvPr/>
          </p:nvSpPr>
          <p:spPr>
            <a:xfrm rot="10800000">
              <a:off x="9439592" y="4104640"/>
              <a:ext cx="333375" cy="161925"/>
            </a:xfrm>
            <a:prstGeom prst="triangle">
              <a:avLst/>
            </a:prstGeom>
            <a:noFill/>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kumimoji="1" lang="ja-JP" altLang="en-US"/>
            </a:p>
          </p:txBody>
        </p:sp>
      </p:grpSp>
      <p:sp>
        <p:nvSpPr>
          <p:cNvPr id="162" name="楕円 161">
            <a:extLst>
              <a:ext uri="{FF2B5EF4-FFF2-40B4-BE49-F238E27FC236}">
                <a16:creationId xmlns:a16="http://schemas.microsoft.com/office/drawing/2014/main" id="{E254199E-129E-C9E6-B4C8-A9ED69B27FA1}"/>
              </a:ext>
            </a:extLst>
          </p:cNvPr>
          <p:cNvSpPr/>
          <p:nvPr/>
        </p:nvSpPr>
        <p:spPr>
          <a:xfrm>
            <a:off x="5478351" y="3201154"/>
            <a:ext cx="120650" cy="120650"/>
          </a:xfrm>
          <a:prstGeom prst="ellipse">
            <a:avLst/>
          </a:prstGeom>
          <a:noFill/>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kumimoji="1" lang="ja-JP" altLang="en-US"/>
          </a:p>
        </p:txBody>
      </p:sp>
      <p:sp>
        <p:nvSpPr>
          <p:cNvPr id="163" name="テキスト ボックス 162">
            <a:extLst>
              <a:ext uri="{FF2B5EF4-FFF2-40B4-BE49-F238E27FC236}">
                <a16:creationId xmlns:a16="http://schemas.microsoft.com/office/drawing/2014/main" id="{F7182F3E-8E8F-657F-47CA-35D5FF470800}"/>
              </a:ext>
            </a:extLst>
          </p:cNvPr>
          <p:cNvSpPr txBox="1"/>
          <p:nvPr/>
        </p:nvSpPr>
        <p:spPr>
          <a:xfrm>
            <a:off x="5312255" y="3303149"/>
            <a:ext cx="153888" cy="184666"/>
          </a:xfrm>
          <a:prstGeom prst="rect">
            <a:avLst/>
          </a:prstGeom>
          <a:noFill/>
        </p:spPr>
        <p:txBody>
          <a:bodyPr wrap="square" lIns="0" tIns="0" rIns="0" bIns="0" rtlCol="0">
            <a:spAutoFit/>
          </a:bodyPr>
          <a:lstStyle/>
          <a:p>
            <a:pPr algn="l"/>
            <a:r>
              <a:rPr kumimoji="1" lang="ja-JP" altLang="en-US" sz="1200" dirty="0">
                <a:solidFill>
                  <a:schemeClr val="tx1">
                    <a:lumMod val="90000"/>
                    <a:lumOff val="10000"/>
                  </a:schemeClr>
                </a:solidFill>
              </a:rPr>
              <a:t>＋</a:t>
            </a:r>
          </a:p>
        </p:txBody>
      </p:sp>
      <p:sp>
        <p:nvSpPr>
          <p:cNvPr id="164" name="テキスト ボックス 163">
            <a:extLst>
              <a:ext uri="{FF2B5EF4-FFF2-40B4-BE49-F238E27FC236}">
                <a16:creationId xmlns:a16="http://schemas.microsoft.com/office/drawing/2014/main" id="{37C5A1B0-7311-B813-BEC1-986D49F8A170}"/>
              </a:ext>
            </a:extLst>
          </p:cNvPr>
          <p:cNvSpPr txBox="1"/>
          <p:nvPr/>
        </p:nvSpPr>
        <p:spPr>
          <a:xfrm>
            <a:off x="5592156" y="3046650"/>
            <a:ext cx="153888" cy="184666"/>
          </a:xfrm>
          <a:prstGeom prst="rect">
            <a:avLst/>
          </a:prstGeom>
          <a:noFill/>
        </p:spPr>
        <p:txBody>
          <a:bodyPr wrap="square" lIns="0" tIns="0" rIns="0" bIns="0" rtlCol="0">
            <a:spAutoFit/>
          </a:bodyPr>
          <a:lstStyle/>
          <a:p>
            <a:pPr algn="l"/>
            <a:r>
              <a:rPr kumimoji="1" lang="ja-JP" altLang="en-US" sz="1200" dirty="0">
                <a:solidFill>
                  <a:schemeClr val="tx1">
                    <a:lumMod val="90000"/>
                    <a:lumOff val="10000"/>
                  </a:schemeClr>
                </a:solidFill>
              </a:rPr>
              <a:t>＋</a:t>
            </a:r>
          </a:p>
        </p:txBody>
      </p:sp>
      <p:cxnSp>
        <p:nvCxnSpPr>
          <p:cNvPr id="165" name="直線コネクタ 164">
            <a:extLst>
              <a:ext uri="{FF2B5EF4-FFF2-40B4-BE49-F238E27FC236}">
                <a16:creationId xmlns:a16="http://schemas.microsoft.com/office/drawing/2014/main" id="{CF2F1984-E262-A28B-ABFB-0FFE1E83F561}"/>
              </a:ext>
            </a:extLst>
          </p:cNvPr>
          <p:cNvCxnSpPr>
            <a:cxnSpLocks/>
            <a:stCxn id="162" idx="6"/>
            <a:endCxn id="160" idx="1"/>
          </p:cNvCxnSpPr>
          <p:nvPr/>
        </p:nvCxnSpPr>
        <p:spPr>
          <a:xfrm>
            <a:off x="5599001" y="3261479"/>
            <a:ext cx="479307" cy="0"/>
          </a:xfrm>
          <a:prstGeom prst="line">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66" name="コネクタ: カギ線 165">
            <a:extLst>
              <a:ext uri="{FF2B5EF4-FFF2-40B4-BE49-F238E27FC236}">
                <a16:creationId xmlns:a16="http://schemas.microsoft.com/office/drawing/2014/main" id="{6F610A30-63C5-3E14-DF37-7C9B3521500B}"/>
              </a:ext>
            </a:extLst>
          </p:cNvPr>
          <p:cNvCxnSpPr>
            <a:cxnSpLocks/>
            <a:stCxn id="160" idx="3"/>
            <a:endCxn id="162" idx="0"/>
          </p:cNvCxnSpPr>
          <p:nvPr/>
        </p:nvCxnSpPr>
        <p:spPr>
          <a:xfrm flipH="1" flipV="1">
            <a:off x="5538676" y="3201154"/>
            <a:ext cx="1202572" cy="60325"/>
          </a:xfrm>
          <a:prstGeom prst="bentConnector4">
            <a:avLst>
              <a:gd name="adj1" fmla="val -44223"/>
              <a:gd name="adj2" fmla="val 1055789"/>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67" name="直線コネクタ 166">
            <a:extLst>
              <a:ext uri="{FF2B5EF4-FFF2-40B4-BE49-F238E27FC236}">
                <a16:creationId xmlns:a16="http://schemas.microsoft.com/office/drawing/2014/main" id="{A8CFFD7F-5199-5F11-674D-F615C57C226A}"/>
              </a:ext>
            </a:extLst>
          </p:cNvPr>
          <p:cNvCxnSpPr>
            <a:cxnSpLocks/>
            <a:stCxn id="160" idx="3"/>
            <a:endCxn id="152" idx="1"/>
          </p:cNvCxnSpPr>
          <p:nvPr/>
        </p:nvCxnSpPr>
        <p:spPr>
          <a:xfrm>
            <a:off x="6741248" y="3261479"/>
            <a:ext cx="1451367" cy="0"/>
          </a:xfrm>
          <a:prstGeom prst="line">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mc:AlternateContent xmlns:mc="http://schemas.openxmlformats.org/markup-compatibility/2006" xmlns:a14="http://schemas.microsoft.com/office/drawing/2010/main">
        <mc:Choice Requires="a14">
          <p:sp>
            <p:nvSpPr>
              <p:cNvPr id="170" name="テキスト ボックス 169">
                <a:extLst>
                  <a:ext uri="{FF2B5EF4-FFF2-40B4-BE49-F238E27FC236}">
                    <a16:creationId xmlns:a16="http://schemas.microsoft.com/office/drawing/2014/main" id="{4F25CE1D-BFB6-FB7A-9063-A9D9B0D70E63}"/>
                  </a:ext>
                </a:extLst>
              </p:cNvPr>
              <p:cNvSpPr txBox="1"/>
              <p:nvPr/>
            </p:nvSpPr>
            <p:spPr>
              <a:xfrm>
                <a:off x="5367721" y="3899340"/>
                <a:ext cx="502766" cy="369332"/>
              </a:xfrm>
              <a:prstGeom prst="rect">
                <a:avLst/>
              </a:prstGeom>
              <a:noFill/>
            </p:spPr>
            <p:txBody>
              <a:bodyPr wrap="square" lIns="0" tIns="0" rIns="0" bIns="0" rtlCol="0">
                <a:spAutoFit/>
              </a:bodyPr>
              <a:lstStyle/>
              <a:p>
                <a:pPr algn="l"/>
                <a14:m>
                  <m:oMathPara xmlns:m="http://schemas.openxmlformats.org/officeDocument/2006/math">
                    <m:oMath>
                      <m:r>
                        <a:rPr kumimoji="1" lang="en-US" altLang="ja-JP" sz="2400" b="0" i="1" smtClean="0">
                          <a:solidFill>
                            <a:schemeClr val="tx1">
                              <a:lumMod val="90000"/>
                              <a:lumOff val="10000"/>
                            </a:schemeClr>
                          </a:solidFill>
                          <a:latin typeface="Cambria Math" panose="02040503050406030204" pitchFamily="18" charset="0"/>
                        </a:rPr>
                        <m:t>𝑐𝑙𝑘</m:t>
                      </m:r>
                    </m:oMath>
                  </m:oMathPara>
                </a14:m>
                <a:endParaRPr kumimoji="1" lang="ja-JP" altLang="en-US" sz="2400" dirty="0">
                  <a:solidFill>
                    <a:schemeClr val="tx1">
                      <a:lumMod val="90000"/>
                      <a:lumOff val="10000"/>
                    </a:schemeClr>
                  </a:solidFill>
                </a:endParaRPr>
              </a:p>
            </p:txBody>
          </p:sp>
        </mc:Choice>
        <mc:Fallback xmlns="">
          <p:sp>
            <p:nvSpPr>
              <p:cNvPr id="170" name="テキスト ボックス 169">
                <a:extLst>
                  <a:ext uri="{FF2B5EF4-FFF2-40B4-BE49-F238E27FC236}">
                    <a16:creationId xmlns:a16="http://schemas.microsoft.com/office/drawing/2014/main" id="{4F25CE1D-BFB6-FB7A-9063-A9D9B0D70E63}"/>
                  </a:ext>
                </a:extLst>
              </p:cNvPr>
              <p:cNvSpPr txBox="1">
                <a:spLocks noRot="1" noChangeAspect="1" noMove="1" noResize="1" noEditPoints="1" noAdjustHandles="1" noChangeArrowheads="1" noChangeShapeType="1" noTextEdit="1"/>
              </p:cNvSpPr>
              <p:nvPr/>
            </p:nvSpPr>
            <p:spPr>
              <a:xfrm>
                <a:off x="5367721" y="3899340"/>
                <a:ext cx="502766" cy="369332"/>
              </a:xfrm>
              <a:prstGeom prst="rect">
                <a:avLst/>
              </a:prstGeom>
              <a:blipFill>
                <a:blip r:embed="rId5"/>
                <a:stretch>
                  <a:fillRect l="-13415" r="-12195" b="-11667"/>
                </a:stretch>
              </a:blipFill>
            </p:spPr>
            <p:txBody>
              <a:bodyPr/>
              <a:lstStyle/>
              <a:p>
                <a:r>
                  <a:rPr lang="ja-JP" altLang="en-US">
                    <a:noFill/>
                  </a:rPr>
                  <a:t> </a:t>
                </a:r>
              </a:p>
            </p:txBody>
          </p:sp>
        </mc:Fallback>
      </mc:AlternateContent>
      <p:cxnSp>
        <p:nvCxnSpPr>
          <p:cNvPr id="171" name="コネクタ: カギ線 170">
            <a:extLst>
              <a:ext uri="{FF2B5EF4-FFF2-40B4-BE49-F238E27FC236}">
                <a16:creationId xmlns:a16="http://schemas.microsoft.com/office/drawing/2014/main" id="{A03C095C-66CF-D9B9-0BDE-4E137EA1E89D}"/>
              </a:ext>
            </a:extLst>
          </p:cNvPr>
          <p:cNvCxnSpPr>
            <a:cxnSpLocks/>
            <a:stCxn id="170" idx="3"/>
            <a:endCxn id="161" idx="3"/>
          </p:cNvCxnSpPr>
          <p:nvPr/>
        </p:nvCxnSpPr>
        <p:spPr>
          <a:xfrm flipV="1">
            <a:off x="5870487" y="3669784"/>
            <a:ext cx="539290" cy="414222"/>
          </a:xfrm>
          <a:prstGeom prst="bentConnector2">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86" name="コネクタ: カギ線 185">
            <a:extLst>
              <a:ext uri="{FF2B5EF4-FFF2-40B4-BE49-F238E27FC236}">
                <a16:creationId xmlns:a16="http://schemas.microsoft.com/office/drawing/2014/main" id="{50EB2A71-0A5D-A53D-658A-69E5405CEE0B}"/>
              </a:ext>
            </a:extLst>
          </p:cNvPr>
          <p:cNvCxnSpPr>
            <a:cxnSpLocks/>
            <a:stCxn id="146" idx="3"/>
            <a:endCxn id="218" idx="6"/>
          </p:cNvCxnSpPr>
          <p:nvPr/>
        </p:nvCxnSpPr>
        <p:spPr>
          <a:xfrm>
            <a:off x="3942213" y="3261479"/>
            <a:ext cx="491484" cy="1479289"/>
          </a:xfrm>
          <a:prstGeom prst="bentConnector3">
            <a:avLst>
              <a:gd name="adj1" fmla="val 192163"/>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91" name="コネクタ: カギ線 190">
            <a:extLst>
              <a:ext uri="{FF2B5EF4-FFF2-40B4-BE49-F238E27FC236}">
                <a16:creationId xmlns:a16="http://schemas.microsoft.com/office/drawing/2014/main" id="{2FDC2866-6D8C-1E72-D53A-45387AEBE7F0}"/>
              </a:ext>
            </a:extLst>
          </p:cNvPr>
          <p:cNvCxnSpPr>
            <a:cxnSpLocks/>
            <a:stCxn id="141" idx="0"/>
            <a:endCxn id="136" idx="4"/>
          </p:cNvCxnSpPr>
          <p:nvPr/>
        </p:nvCxnSpPr>
        <p:spPr>
          <a:xfrm rot="10800000">
            <a:off x="1573797" y="3321805"/>
            <a:ext cx="262679" cy="1418965"/>
          </a:xfrm>
          <a:prstGeom prst="bentConnector2">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97" name="テキスト ボックス 196">
            <a:extLst>
              <a:ext uri="{FF2B5EF4-FFF2-40B4-BE49-F238E27FC236}">
                <a16:creationId xmlns:a16="http://schemas.microsoft.com/office/drawing/2014/main" id="{E91B7F98-C1F5-7F82-ADA5-FA7FDFDF97C7}"/>
              </a:ext>
            </a:extLst>
          </p:cNvPr>
          <p:cNvSpPr txBox="1"/>
          <p:nvPr/>
        </p:nvSpPr>
        <p:spPr>
          <a:xfrm>
            <a:off x="3663670" y="5229232"/>
            <a:ext cx="1298753" cy="461665"/>
          </a:xfrm>
          <a:prstGeom prst="rect">
            <a:avLst/>
          </a:prstGeom>
          <a:noFill/>
        </p:spPr>
        <p:txBody>
          <a:bodyPr wrap="square" rtlCol="0">
            <a:spAutoFit/>
          </a:bodyPr>
          <a:lstStyle/>
          <a:p>
            <a:r>
              <a:rPr lang="en-US" altLang="ja-JP" sz="2400" dirty="0">
                <a:solidFill>
                  <a:schemeClr val="tx1">
                    <a:lumMod val="90000"/>
                    <a:lumOff val="10000"/>
                  </a:schemeClr>
                </a:solidFill>
              </a:rPr>
              <a:t>Σ</a:t>
            </a:r>
            <a:r>
              <a:rPr lang="ja-JP" altLang="en-US" sz="2400" dirty="0">
                <a:solidFill>
                  <a:schemeClr val="tx1">
                    <a:lumMod val="90000"/>
                    <a:lumOff val="10000"/>
                  </a:schemeClr>
                </a:solidFill>
              </a:rPr>
              <a:t>（積分）</a:t>
            </a:r>
            <a:endParaRPr lang="en-US" altLang="ja-JP" sz="2400" dirty="0">
              <a:solidFill>
                <a:schemeClr val="tx1">
                  <a:lumMod val="90000"/>
                  <a:lumOff val="10000"/>
                </a:schemeClr>
              </a:solidFill>
            </a:endParaRPr>
          </a:p>
        </p:txBody>
      </p:sp>
      <p:sp>
        <p:nvSpPr>
          <p:cNvPr id="203" name="テキスト ボックス 202">
            <a:extLst>
              <a:ext uri="{FF2B5EF4-FFF2-40B4-BE49-F238E27FC236}">
                <a16:creationId xmlns:a16="http://schemas.microsoft.com/office/drawing/2014/main" id="{E60A7909-5D7D-6E19-7429-32AD8D542887}"/>
              </a:ext>
            </a:extLst>
          </p:cNvPr>
          <p:cNvSpPr txBox="1"/>
          <p:nvPr/>
        </p:nvSpPr>
        <p:spPr>
          <a:xfrm>
            <a:off x="5887128" y="4158952"/>
            <a:ext cx="1298753" cy="461665"/>
          </a:xfrm>
          <a:prstGeom prst="rect">
            <a:avLst/>
          </a:prstGeom>
          <a:noFill/>
        </p:spPr>
        <p:txBody>
          <a:bodyPr wrap="square" rtlCol="0">
            <a:spAutoFit/>
          </a:bodyPr>
          <a:lstStyle/>
          <a:p>
            <a:r>
              <a:rPr lang="en-US" altLang="ja-JP" sz="2400" dirty="0">
                <a:solidFill>
                  <a:schemeClr val="tx1">
                    <a:lumMod val="90000"/>
                    <a:lumOff val="10000"/>
                  </a:schemeClr>
                </a:solidFill>
              </a:rPr>
              <a:t>Σ</a:t>
            </a:r>
            <a:r>
              <a:rPr lang="ja-JP" altLang="en-US" sz="2400" dirty="0">
                <a:solidFill>
                  <a:schemeClr val="tx1">
                    <a:lumMod val="90000"/>
                    <a:lumOff val="10000"/>
                  </a:schemeClr>
                </a:solidFill>
              </a:rPr>
              <a:t>（積分）</a:t>
            </a:r>
            <a:endParaRPr lang="en-US" altLang="ja-JP" sz="2400" dirty="0">
              <a:solidFill>
                <a:schemeClr val="tx1">
                  <a:lumMod val="90000"/>
                  <a:lumOff val="10000"/>
                </a:schemeClr>
              </a:solidFill>
            </a:endParaRPr>
          </a:p>
        </p:txBody>
      </p:sp>
      <p:cxnSp>
        <p:nvCxnSpPr>
          <p:cNvPr id="205" name="直線矢印コネクタ 204">
            <a:extLst>
              <a:ext uri="{FF2B5EF4-FFF2-40B4-BE49-F238E27FC236}">
                <a16:creationId xmlns:a16="http://schemas.microsoft.com/office/drawing/2014/main" id="{ED49D48B-FAB0-3E0E-6259-D6192568A27E}"/>
              </a:ext>
            </a:extLst>
          </p:cNvPr>
          <p:cNvCxnSpPr>
            <a:cxnSpLocks/>
          </p:cNvCxnSpPr>
          <p:nvPr/>
        </p:nvCxnSpPr>
        <p:spPr>
          <a:xfrm flipH="1" flipV="1">
            <a:off x="8417560" y="3446145"/>
            <a:ext cx="109924" cy="411015"/>
          </a:xfrm>
          <a:prstGeom prst="straightConnector1">
            <a:avLst/>
          </a:pr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mc:AlternateContent xmlns:mc="http://schemas.openxmlformats.org/markup-compatibility/2006" xmlns:a14="http://schemas.microsoft.com/office/drawing/2010/main">
        <mc:Choice Requires="a14">
          <p:sp>
            <p:nvSpPr>
              <p:cNvPr id="209" name="テキスト ボックス 208">
                <a:extLst>
                  <a:ext uri="{FF2B5EF4-FFF2-40B4-BE49-F238E27FC236}">
                    <a16:creationId xmlns:a16="http://schemas.microsoft.com/office/drawing/2014/main" id="{2449B4CA-AF32-3AF8-D935-7E9F52B6464C}"/>
                  </a:ext>
                </a:extLst>
              </p:cNvPr>
              <p:cNvSpPr txBox="1"/>
              <p:nvPr/>
            </p:nvSpPr>
            <p:spPr>
              <a:xfrm>
                <a:off x="7847509" y="3934592"/>
                <a:ext cx="3665042" cy="376000"/>
              </a:xfrm>
              <a:prstGeom prst="rect">
                <a:avLst/>
              </a:prstGeom>
              <a:noFill/>
            </p:spPr>
            <p:txBody>
              <a:bodyPr wrap="square" lIns="0" tIns="0" rIns="0" bIns="0" rtlCol="0">
                <a:spAutoFit/>
              </a:bodyPr>
              <a:lstStyle/>
              <a:p>
                <a:pPr algn="l"/>
                <a14:m>
                  <m:oMath xmlns:m="http://schemas.openxmlformats.org/officeDocument/2006/math">
                    <m:sSub>
                      <m:sSubPr>
                        <m:ctrlPr>
                          <a:rPr kumimoji="1" lang="en-US" altLang="ja-JP" sz="2400" b="0" i="1" smtClean="0">
                            <a:solidFill>
                              <a:schemeClr val="tx1">
                                <a:lumMod val="90000"/>
                                <a:lumOff val="10000"/>
                              </a:schemeClr>
                            </a:solidFill>
                            <a:latin typeface="Cambria Math" panose="02040503050406030204" pitchFamily="18" charset="0"/>
                          </a:rPr>
                        </m:ctrlPr>
                      </m:sSubPr>
                      <m:e>
                        <m:r>
                          <a:rPr kumimoji="1" lang="en-US" altLang="ja-JP" sz="2400" b="0" i="1" smtClean="0">
                            <a:solidFill>
                              <a:schemeClr val="tx1">
                                <a:lumMod val="90000"/>
                                <a:lumOff val="10000"/>
                              </a:schemeClr>
                            </a:solidFill>
                            <a:latin typeface="Cambria Math" panose="02040503050406030204" pitchFamily="18" charset="0"/>
                          </a:rPr>
                          <m:t>𝑢</m:t>
                        </m:r>
                      </m:e>
                      <m:sub>
                        <m:r>
                          <a:rPr kumimoji="1" lang="en-US" altLang="ja-JP" sz="2400" b="0" i="1" smtClean="0">
                            <a:solidFill>
                              <a:schemeClr val="tx1">
                                <a:lumMod val="90000"/>
                                <a:lumOff val="10000"/>
                              </a:schemeClr>
                            </a:solidFill>
                            <a:latin typeface="Cambria Math" panose="02040503050406030204" pitchFamily="18" charset="0"/>
                          </a:rPr>
                          <m:t>𝑛</m:t>
                        </m:r>
                        <m:r>
                          <a:rPr kumimoji="1" lang="en-US" altLang="ja-JP" sz="2400" b="0" i="1" smtClean="0">
                            <a:solidFill>
                              <a:schemeClr val="tx1">
                                <a:lumMod val="90000"/>
                                <a:lumOff val="10000"/>
                              </a:schemeClr>
                            </a:solidFill>
                            <a:latin typeface="Cambria Math" panose="02040503050406030204" pitchFamily="18" charset="0"/>
                          </a:rPr>
                          <m:t>−1</m:t>
                        </m:r>
                      </m:sub>
                    </m:sSub>
                    <m:r>
                      <a:rPr lang="ja-JP" altLang="en-US" sz="2400" i="1">
                        <a:solidFill>
                          <a:schemeClr val="tx1">
                            <a:lumMod val="90000"/>
                            <a:lumOff val="10000"/>
                          </a:schemeClr>
                        </a:solidFill>
                        <a:latin typeface="Cambria Math" panose="02040503050406030204" pitchFamily="18" charset="0"/>
                      </a:rPr>
                      <m:t>が</m:t>
                    </m:r>
                  </m:oMath>
                </a14:m>
                <a:r>
                  <a:rPr kumimoji="1" lang="ja-JP" altLang="en-US" sz="2400" dirty="0">
                    <a:solidFill>
                      <a:schemeClr val="tx1">
                        <a:lumMod val="90000"/>
                        <a:lumOff val="10000"/>
                      </a:schemeClr>
                    </a:solidFill>
                  </a:rPr>
                  <a:t>出力されているはず</a:t>
                </a:r>
                <a:endParaRPr kumimoji="1" lang="en-US" altLang="ja-JP" sz="2400" dirty="0">
                  <a:solidFill>
                    <a:schemeClr val="tx1">
                      <a:lumMod val="90000"/>
                      <a:lumOff val="10000"/>
                    </a:schemeClr>
                  </a:solidFill>
                </a:endParaRPr>
              </a:p>
            </p:txBody>
          </p:sp>
        </mc:Choice>
        <mc:Fallback xmlns="">
          <p:sp>
            <p:nvSpPr>
              <p:cNvPr id="209" name="テキスト ボックス 208">
                <a:extLst>
                  <a:ext uri="{FF2B5EF4-FFF2-40B4-BE49-F238E27FC236}">
                    <a16:creationId xmlns:a16="http://schemas.microsoft.com/office/drawing/2014/main" id="{2449B4CA-AF32-3AF8-D935-7E9F52B6464C}"/>
                  </a:ext>
                </a:extLst>
              </p:cNvPr>
              <p:cNvSpPr txBox="1">
                <a:spLocks noRot="1" noChangeAspect="1" noMove="1" noResize="1" noEditPoints="1" noAdjustHandles="1" noChangeArrowheads="1" noChangeShapeType="1" noTextEdit="1"/>
              </p:cNvSpPr>
              <p:nvPr/>
            </p:nvSpPr>
            <p:spPr>
              <a:xfrm>
                <a:off x="7847509" y="3934592"/>
                <a:ext cx="3665042" cy="376000"/>
              </a:xfrm>
              <a:prstGeom prst="rect">
                <a:avLst/>
              </a:prstGeom>
              <a:blipFill>
                <a:blip r:embed="rId6"/>
                <a:stretch>
                  <a:fillRect l="-1993" t="-29032" r="-4319" b="-41935"/>
                </a:stretch>
              </a:blipFill>
            </p:spPr>
            <p:txBody>
              <a:bodyPr/>
              <a:lstStyle/>
              <a:p>
                <a:r>
                  <a:rPr lang="ja-JP" altLang="en-US">
                    <a:noFill/>
                  </a:rPr>
                  <a:t> </a:t>
                </a:r>
              </a:p>
            </p:txBody>
          </p:sp>
        </mc:Fallback>
      </mc:AlternateContent>
      <p:cxnSp>
        <p:nvCxnSpPr>
          <p:cNvPr id="211" name="直線矢印コネクタ 210">
            <a:extLst>
              <a:ext uri="{FF2B5EF4-FFF2-40B4-BE49-F238E27FC236}">
                <a16:creationId xmlns:a16="http://schemas.microsoft.com/office/drawing/2014/main" id="{5A7F399C-404E-9EF8-35F7-6A74AB4A2037}"/>
              </a:ext>
            </a:extLst>
          </p:cNvPr>
          <p:cNvCxnSpPr>
            <a:cxnSpLocks/>
          </p:cNvCxnSpPr>
          <p:nvPr/>
        </p:nvCxnSpPr>
        <p:spPr>
          <a:xfrm flipV="1">
            <a:off x="2315407" y="4888712"/>
            <a:ext cx="338954" cy="1043622"/>
          </a:xfrm>
          <a:prstGeom prst="straightConnector1">
            <a:avLst/>
          </a:pr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mc:AlternateContent xmlns:mc="http://schemas.openxmlformats.org/markup-compatibility/2006" xmlns:a14="http://schemas.microsoft.com/office/drawing/2010/main">
        <mc:Choice Requires="a14">
          <p:sp>
            <p:nvSpPr>
              <p:cNvPr id="214" name="テキスト ボックス 213">
                <a:extLst>
                  <a:ext uri="{FF2B5EF4-FFF2-40B4-BE49-F238E27FC236}">
                    <a16:creationId xmlns:a16="http://schemas.microsoft.com/office/drawing/2014/main" id="{0A3C868F-B498-A159-BB58-0BB8C22D037A}"/>
                  </a:ext>
                </a:extLst>
              </p:cNvPr>
              <p:cNvSpPr txBox="1"/>
              <p:nvPr/>
            </p:nvSpPr>
            <p:spPr>
              <a:xfrm>
                <a:off x="1206400" y="6003291"/>
                <a:ext cx="6359212" cy="369332"/>
              </a:xfrm>
              <a:prstGeom prst="rect">
                <a:avLst/>
              </a:prstGeom>
              <a:noFill/>
            </p:spPr>
            <p:txBody>
              <a:bodyPr wrap="square" lIns="0" tIns="0" rIns="0" bIns="0" rtlCol="0">
                <a:spAutoFit/>
              </a:bodyPr>
              <a:lstStyle/>
              <a:p>
                <a:pPr algn="l"/>
                <a:r>
                  <a:rPr lang="ja-JP" altLang="en-US" sz="2400" dirty="0">
                    <a:solidFill>
                      <a:schemeClr val="tx1">
                        <a:lumMod val="90000"/>
                        <a:lumOff val="10000"/>
                      </a:schemeClr>
                    </a:solidFill>
                  </a:rPr>
                  <a:t>積分結果は</a:t>
                </a:r>
                <a14:m>
                  <m:oMath xmlns:m="http://schemas.openxmlformats.org/officeDocument/2006/math">
                    <m:sSub>
                      <m:sSubPr>
                        <m:ctrlPr>
                          <a:rPr kumimoji="1" lang="en-US" altLang="ja-JP" sz="2400" b="0" i="1" smtClean="0">
                            <a:solidFill>
                              <a:schemeClr val="tx1">
                                <a:lumMod val="90000"/>
                                <a:lumOff val="10000"/>
                              </a:schemeClr>
                            </a:solidFill>
                            <a:latin typeface="Cambria Math" panose="02040503050406030204" pitchFamily="18" charset="0"/>
                          </a:rPr>
                        </m:ctrlPr>
                      </m:sSubPr>
                      <m:e>
                        <m:r>
                          <a:rPr kumimoji="1" lang="en-US" altLang="ja-JP" sz="2400" b="0" i="1" smtClean="0">
                            <a:solidFill>
                              <a:schemeClr val="tx1">
                                <a:lumMod val="90000"/>
                                <a:lumOff val="10000"/>
                              </a:schemeClr>
                            </a:solidFill>
                            <a:latin typeface="Cambria Math" panose="02040503050406030204" pitchFamily="18" charset="0"/>
                          </a:rPr>
                          <m:t>𝑢</m:t>
                        </m:r>
                      </m:e>
                      <m:sub>
                        <m:r>
                          <a:rPr kumimoji="1" lang="en-US" altLang="ja-JP" sz="2400" b="0" i="1" smtClean="0">
                            <a:solidFill>
                              <a:schemeClr val="tx1">
                                <a:lumMod val="90000"/>
                                <a:lumOff val="10000"/>
                              </a:schemeClr>
                            </a:solidFill>
                            <a:latin typeface="Cambria Math" panose="02040503050406030204" pitchFamily="18" charset="0"/>
                          </a:rPr>
                          <m:t>𝑛</m:t>
                        </m:r>
                        <m:r>
                          <a:rPr kumimoji="1" lang="en-US" altLang="ja-JP" sz="2400" b="0" i="1" smtClean="0">
                            <a:solidFill>
                              <a:schemeClr val="tx1">
                                <a:lumMod val="90000"/>
                                <a:lumOff val="10000"/>
                              </a:schemeClr>
                            </a:solidFill>
                            <a:latin typeface="Cambria Math" panose="02040503050406030204" pitchFamily="18" charset="0"/>
                          </a:rPr>
                          <m:t>−1</m:t>
                        </m:r>
                      </m:sub>
                    </m:sSub>
                  </m:oMath>
                </a14:m>
                <a:r>
                  <a:rPr kumimoji="1" lang="ja-JP" altLang="en-US" sz="2400" dirty="0">
                    <a:solidFill>
                      <a:schemeClr val="tx1">
                        <a:lumMod val="90000"/>
                        <a:lumOff val="10000"/>
                      </a:schemeClr>
                    </a:solidFill>
                  </a:rPr>
                  <a:t>と誤差なのでこれでも問題ない</a:t>
                </a:r>
                <a:endParaRPr kumimoji="1" lang="en-US" altLang="ja-JP" sz="2400" dirty="0">
                  <a:solidFill>
                    <a:schemeClr val="tx1">
                      <a:lumMod val="90000"/>
                      <a:lumOff val="10000"/>
                    </a:schemeClr>
                  </a:solidFill>
                </a:endParaRPr>
              </a:p>
            </p:txBody>
          </p:sp>
        </mc:Choice>
        <mc:Fallback xmlns="">
          <p:sp>
            <p:nvSpPr>
              <p:cNvPr id="214" name="テキスト ボックス 213">
                <a:extLst>
                  <a:ext uri="{FF2B5EF4-FFF2-40B4-BE49-F238E27FC236}">
                    <a16:creationId xmlns:a16="http://schemas.microsoft.com/office/drawing/2014/main" id="{0A3C868F-B498-A159-BB58-0BB8C22D037A}"/>
                  </a:ext>
                </a:extLst>
              </p:cNvPr>
              <p:cNvSpPr txBox="1">
                <a:spLocks noRot="1" noChangeAspect="1" noMove="1" noResize="1" noEditPoints="1" noAdjustHandles="1" noChangeArrowheads="1" noChangeShapeType="1" noTextEdit="1"/>
              </p:cNvSpPr>
              <p:nvPr/>
            </p:nvSpPr>
            <p:spPr>
              <a:xfrm>
                <a:off x="1206400" y="6003291"/>
                <a:ext cx="6359212" cy="369332"/>
              </a:xfrm>
              <a:prstGeom prst="rect">
                <a:avLst/>
              </a:prstGeom>
              <a:blipFill>
                <a:blip r:embed="rId7"/>
                <a:stretch>
                  <a:fillRect l="-2972" t="-33333" r="-2397" b="-43333"/>
                </a:stretch>
              </a:blipFill>
            </p:spPr>
            <p:txBody>
              <a:bodyPr/>
              <a:lstStyle/>
              <a:p>
                <a:r>
                  <a:rPr lang="ja-JP" altLang="en-US">
                    <a:noFill/>
                  </a:rPr>
                  <a:t> </a:t>
                </a:r>
              </a:p>
            </p:txBody>
          </p:sp>
        </mc:Fallback>
      </mc:AlternateContent>
      <p:sp>
        <p:nvSpPr>
          <p:cNvPr id="218" name="楕円 217">
            <a:extLst>
              <a:ext uri="{FF2B5EF4-FFF2-40B4-BE49-F238E27FC236}">
                <a16:creationId xmlns:a16="http://schemas.microsoft.com/office/drawing/2014/main" id="{302F1D2B-9F87-0ADE-3228-2630E3882E9A}"/>
              </a:ext>
            </a:extLst>
          </p:cNvPr>
          <p:cNvSpPr/>
          <p:nvPr/>
        </p:nvSpPr>
        <p:spPr>
          <a:xfrm>
            <a:off x="4313047" y="4680443"/>
            <a:ext cx="120650" cy="120650"/>
          </a:xfrm>
          <a:prstGeom prst="ellipse">
            <a:avLst/>
          </a:prstGeom>
          <a:noFill/>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kumimoji="1" lang="ja-JP" altLang="en-US"/>
          </a:p>
        </p:txBody>
      </p:sp>
      <p:sp>
        <p:nvSpPr>
          <p:cNvPr id="220" name="テキスト ボックス 219">
            <a:extLst>
              <a:ext uri="{FF2B5EF4-FFF2-40B4-BE49-F238E27FC236}">
                <a16:creationId xmlns:a16="http://schemas.microsoft.com/office/drawing/2014/main" id="{597E31CE-C3F8-EB67-36BE-CA38658E0414}"/>
              </a:ext>
            </a:extLst>
          </p:cNvPr>
          <p:cNvSpPr txBox="1"/>
          <p:nvPr/>
        </p:nvSpPr>
        <p:spPr>
          <a:xfrm>
            <a:off x="4467068" y="4760644"/>
            <a:ext cx="153888" cy="184666"/>
          </a:xfrm>
          <a:prstGeom prst="rect">
            <a:avLst/>
          </a:prstGeom>
          <a:noFill/>
        </p:spPr>
        <p:txBody>
          <a:bodyPr wrap="square" lIns="0" tIns="0" rIns="0" bIns="0" rtlCol="0">
            <a:spAutoFit/>
          </a:bodyPr>
          <a:lstStyle/>
          <a:p>
            <a:pPr algn="l"/>
            <a:r>
              <a:rPr kumimoji="1" lang="ja-JP" altLang="en-US" sz="1200" dirty="0">
                <a:solidFill>
                  <a:schemeClr val="tx1">
                    <a:lumMod val="90000"/>
                    <a:lumOff val="10000"/>
                  </a:schemeClr>
                </a:solidFill>
              </a:rPr>
              <a:t>＋</a:t>
            </a:r>
          </a:p>
        </p:txBody>
      </p:sp>
      <p:sp>
        <p:nvSpPr>
          <p:cNvPr id="222" name="テキスト ボックス 221">
            <a:extLst>
              <a:ext uri="{FF2B5EF4-FFF2-40B4-BE49-F238E27FC236}">
                <a16:creationId xmlns:a16="http://schemas.microsoft.com/office/drawing/2014/main" id="{240AE083-CC78-8D6D-7D96-63A6F638C0BF}"/>
              </a:ext>
            </a:extLst>
          </p:cNvPr>
          <p:cNvSpPr txBox="1"/>
          <p:nvPr/>
        </p:nvSpPr>
        <p:spPr>
          <a:xfrm>
            <a:off x="4426852" y="4509218"/>
            <a:ext cx="153888" cy="184666"/>
          </a:xfrm>
          <a:prstGeom prst="rect">
            <a:avLst/>
          </a:prstGeom>
          <a:noFill/>
        </p:spPr>
        <p:txBody>
          <a:bodyPr wrap="square" lIns="0" tIns="0" rIns="0" bIns="0" rtlCol="0">
            <a:spAutoFit/>
          </a:bodyPr>
          <a:lstStyle/>
          <a:p>
            <a:pPr algn="l"/>
            <a:r>
              <a:rPr kumimoji="1" lang="ja-JP" altLang="en-US" sz="1200" dirty="0">
                <a:solidFill>
                  <a:schemeClr val="tx1">
                    <a:lumMod val="90000"/>
                    <a:lumOff val="10000"/>
                  </a:schemeClr>
                </a:solidFill>
              </a:rPr>
              <a:t>＋</a:t>
            </a:r>
          </a:p>
        </p:txBody>
      </p:sp>
      <p:cxnSp>
        <p:nvCxnSpPr>
          <p:cNvPr id="223" name="コネクタ: カギ線 222">
            <a:extLst>
              <a:ext uri="{FF2B5EF4-FFF2-40B4-BE49-F238E27FC236}">
                <a16:creationId xmlns:a16="http://schemas.microsoft.com/office/drawing/2014/main" id="{A3D37431-0D78-ADBB-56CA-5B257A687827}"/>
              </a:ext>
            </a:extLst>
          </p:cNvPr>
          <p:cNvCxnSpPr>
            <a:cxnSpLocks/>
            <a:stCxn id="155" idx="1"/>
            <a:endCxn id="218" idx="0"/>
          </p:cNvCxnSpPr>
          <p:nvPr/>
        </p:nvCxnSpPr>
        <p:spPr>
          <a:xfrm rot="10800000" flipH="1">
            <a:off x="3281812" y="4680444"/>
            <a:ext cx="1091559" cy="60325"/>
          </a:xfrm>
          <a:prstGeom prst="bentConnector4">
            <a:avLst>
              <a:gd name="adj1" fmla="val -20943"/>
              <a:gd name="adj2" fmla="val 1055789"/>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26" name="直線コネクタ 225">
            <a:extLst>
              <a:ext uri="{FF2B5EF4-FFF2-40B4-BE49-F238E27FC236}">
                <a16:creationId xmlns:a16="http://schemas.microsoft.com/office/drawing/2014/main" id="{C75CBD09-7DC8-F53B-F8F9-25B313A3CC12}"/>
              </a:ext>
            </a:extLst>
          </p:cNvPr>
          <p:cNvCxnSpPr>
            <a:cxnSpLocks/>
            <a:stCxn id="218" idx="2"/>
            <a:endCxn id="155" idx="3"/>
          </p:cNvCxnSpPr>
          <p:nvPr/>
        </p:nvCxnSpPr>
        <p:spPr>
          <a:xfrm flipH="1">
            <a:off x="3944753" y="4740768"/>
            <a:ext cx="368294" cy="0"/>
          </a:xfrm>
          <a:prstGeom prst="line">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40" name="平行四辺形 239">
            <a:extLst>
              <a:ext uri="{FF2B5EF4-FFF2-40B4-BE49-F238E27FC236}">
                <a16:creationId xmlns:a16="http://schemas.microsoft.com/office/drawing/2014/main" id="{650949BC-1165-E438-0A80-665BBE1831BB}"/>
              </a:ext>
            </a:extLst>
          </p:cNvPr>
          <p:cNvSpPr/>
          <p:nvPr/>
        </p:nvSpPr>
        <p:spPr>
          <a:xfrm>
            <a:off x="334963" y="1874519"/>
            <a:ext cx="11479212" cy="165947"/>
          </a:xfrm>
          <a:prstGeom prst="parallelogram">
            <a:avLst>
              <a:gd name="adj" fmla="val 57653"/>
            </a:avLst>
          </a:prstGeom>
          <a:solidFill>
            <a:srgbClr val="BFE4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2" name="テキスト ボックス 241">
            <a:extLst>
              <a:ext uri="{FF2B5EF4-FFF2-40B4-BE49-F238E27FC236}">
                <a16:creationId xmlns:a16="http://schemas.microsoft.com/office/drawing/2014/main" id="{CFA8657F-6DA1-4B30-ECAC-D11E009CE97A}"/>
              </a:ext>
            </a:extLst>
          </p:cNvPr>
          <p:cNvSpPr txBox="1"/>
          <p:nvPr/>
        </p:nvSpPr>
        <p:spPr>
          <a:xfrm>
            <a:off x="574651" y="1578801"/>
            <a:ext cx="1313180" cy="461665"/>
          </a:xfrm>
          <a:prstGeom prst="rect">
            <a:avLst/>
          </a:prstGeom>
          <a:noFill/>
        </p:spPr>
        <p:txBody>
          <a:bodyPr wrap="none" rtlCol="0">
            <a:spAutoFit/>
          </a:bodyPr>
          <a:lstStyle/>
          <a:p>
            <a:pPr algn="l"/>
            <a:r>
              <a:rPr lang="en-US" altLang="ja-JP" sz="2400" dirty="0">
                <a:solidFill>
                  <a:schemeClr val="tx1">
                    <a:lumMod val="90000"/>
                    <a:lumOff val="10000"/>
                  </a:schemeClr>
                </a:solidFill>
              </a:rPr>
              <a:t>Δ</a:t>
            </a:r>
            <a:r>
              <a:rPr lang="ja-JP" altLang="en-US" sz="2400" dirty="0">
                <a:solidFill>
                  <a:schemeClr val="tx1">
                    <a:lumMod val="90000"/>
                    <a:lumOff val="10000"/>
                  </a:schemeClr>
                </a:solidFill>
              </a:rPr>
              <a:t>変調器</a:t>
            </a:r>
            <a:endParaRPr kumimoji="1" lang="ja-JP" altLang="en-US" sz="2400" dirty="0">
              <a:solidFill>
                <a:schemeClr val="tx1">
                  <a:lumMod val="90000"/>
                  <a:lumOff val="10000"/>
                </a:schemeClr>
              </a:solidFill>
            </a:endParaRPr>
          </a:p>
        </p:txBody>
      </p:sp>
      <p:sp>
        <p:nvSpPr>
          <p:cNvPr id="245" name="テキスト ボックス 244">
            <a:extLst>
              <a:ext uri="{FF2B5EF4-FFF2-40B4-BE49-F238E27FC236}">
                <a16:creationId xmlns:a16="http://schemas.microsoft.com/office/drawing/2014/main" id="{B80DADC3-735C-893B-04A1-D1E479AE5E4E}"/>
              </a:ext>
            </a:extLst>
          </p:cNvPr>
          <p:cNvSpPr txBox="1"/>
          <p:nvPr/>
        </p:nvSpPr>
        <p:spPr>
          <a:xfrm>
            <a:off x="983132" y="2640228"/>
            <a:ext cx="1358222" cy="461665"/>
          </a:xfrm>
          <a:prstGeom prst="rect">
            <a:avLst/>
          </a:prstGeom>
          <a:noFill/>
        </p:spPr>
        <p:txBody>
          <a:bodyPr wrap="square" rtlCol="0">
            <a:spAutoFit/>
          </a:bodyPr>
          <a:lstStyle/>
          <a:p>
            <a:r>
              <a:rPr lang="en-US" altLang="ja-JP" sz="2400" dirty="0">
                <a:solidFill>
                  <a:schemeClr val="tx1">
                    <a:lumMod val="90000"/>
                    <a:lumOff val="10000"/>
                  </a:schemeClr>
                </a:solidFill>
              </a:rPr>
              <a:t>Δ</a:t>
            </a:r>
            <a:r>
              <a:rPr lang="ja-JP" altLang="en-US" sz="2400" dirty="0">
                <a:solidFill>
                  <a:schemeClr val="tx1">
                    <a:lumMod val="90000"/>
                    <a:lumOff val="10000"/>
                  </a:schemeClr>
                </a:solidFill>
              </a:rPr>
              <a:t>（微分）</a:t>
            </a:r>
            <a:endParaRPr lang="en-US" altLang="ja-JP" sz="2400" dirty="0">
              <a:solidFill>
                <a:schemeClr val="tx1">
                  <a:lumMod val="90000"/>
                  <a:lumOff val="10000"/>
                </a:schemeClr>
              </a:solidFill>
            </a:endParaRPr>
          </a:p>
        </p:txBody>
      </p:sp>
    </p:spTree>
    <p:extLst>
      <p:ext uri="{BB962C8B-B14F-4D97-AF65-F5344CB8AC3E}">
        <p14:creationId xmlns:p14="http://schemas.microsoft.com/office/powerpoint/2010/main" val="149590211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D13140-7681-24D9-B845-C7AAB7590FE1}"/>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92A115D2-F6F8-10B1-D46A-54194530A1C5}"/>
              </a:ext>
            </a:extLst>
          </p:cNvPr>
          <p:cNvSpPr>
            <a:spLocks noGrp="1"/>
          </p:cNvSpPr>
          <p:nvPr>
            <p:ph type="title"/>
          </p:nvPr>
        </p:nvSpPr>
        <p:spPr/>
        <p:txBody>
          <a:bodyPr/>
          <a:lstStyle/>
          <a:p>
            <a:r>
              <a:rPr kumimoji="1" lang="en-US" altLang="ja-JP" dirty="0"/>
              <a:t>Δ</a:t>
            </a:r>
            <a:r>
              <a:rPr kumimoji="1" lang="ja-JP" altLang="en-US" dirty="0"/>
              <a:t>変調器をもう少し考える</a:t>
            </a:r>
            <a:r>
              <a:rPr lang="en-US" altLang="ja-JP" dirty="0"/>
              <a:t>1</a:t>
            </a:r>
            <a:endParaRPr kumimoji="1" lang="ja-JP" altLang="en-US" dirty="0"/>
          </a:p>
        </p:txBody>
      </p:sp>
      <p:sp>
        <p:nvSpPr>
          <p:cNvPr id="3" name="スライド番号プレースホルダー 2">
            <a:extLst>
              <a:ext uri="{FF2B5EF4-FFF2-40B4-BE49-F238E27FC236}">
                <a16:creationId xmlns:a16="http://schemas.microsoft.com/office/drawing/2014/main" id="{5DF8EAD5-CB34-447E-17E8-F5AFCAF0CB9A}"/>
              </a:ext>
            </a:extLst>
          </p:cNvPr>
          <p:cNvSpPr>
            <a:spLocks noGrp="1"/>
          </p:cNvSpPr>
          <p:nvPr>
            <p:ph type="sldNum" sz="quarter" idx="12"/>
          </p:nvPr>
        </p:nvSpPr>
        <p:spPr/>
        <p:txBody>
          <a:bodyPr/>
          <a:lstStyle/>
          <a:p>
            <a:fld id="{336D103E-743F-4B05-B1B2-74D6FB9408BE}" type="slidenum">
              <a:rPr kumimoji="1" lang="ja-JP" altLang="en-US" smtClean="0"/>
              <a:t>22</a:t>
            </a:fld>
            <a:endParaRPr kumimoji="1" lang="ja-JP" altLang="en-US"/>
          </a:p>
        </p:txBody>
      </p:sp>
      <mc:AlternateContent xmlns:mc="http://schemas.openxmlformats.org/markup-compatibility/2006" xmlns:a14="http://schemas.microsoft.com/office/drawing/2010/main">
        <mc:Choice Requires="a14">
          <p:sp>
            <p:nvSpPr>
              <p:cNvPr id="55" name="テキスト ボックス 54">
                <a:extLst>
                  <a:ext uri="{FF2B5EF4-FFF2-40B4-BE49-F238E27FC236}">
                    <a16:creationId xmlns:a16="http://schemas.microsoft.com/office/drawing/2014/main" id="{6ABC3091-4704-3AC5-E971-3830285AE040}"/>
                  </a:ext>
                </a:extLst>
              </p:cNvPr>
              <p:cNvSpPr txBox="1"/>
              <p:nvPr/>
            </p:nvSpPr>
            <p:spPr>
              <a:xfrm>
                <a:off x="334963" y="1397454"/>
                <a:ext cx="269112" cy="369332"/>
              </a:xfrm>
              <a:prstGeom prst="rect">
                <a:avLst/>
              </a:prstGeom>
              <a:noFill/>
            </p:spPr>
            <p:txBody>
              <a:bodyPr wrap="square" lIns="0" tIns="0" rIns="0" bIns="0" rtlCol="0">
                <a:spAutoFit/>
              </a:bodyPr>
              <a:lstStyle/>
              <a:p>
                <a:pPr algn="l"/>
                <a14:m>
                  <m:oMathPara xmlns:m="http://schemas.openxmlformats.org/officeDocument/2006/math">
                    <m:oMath>
                      <m:r>
                        <a:rPr kumimoji="1" lang="en-US" altLang="ja-JP" sz="2400" b="0" i="1" smtClean="0">
                          <a:solidFill>
                            <a:schemeClr val="tx1">
                              <a:lumMod val="90000"/>
                              <a:lumOff val="10000"/>
                            </a:schemeClr>
                          </a:solidFill>
                          <a:latin typeface="Cambria Math" panose="02040503050406030204" pitchFamily="18" charset="0"/>
                        </a:rPr>
                        <m:t>𝑢</m:t>
                      </m:r>
                    </m:oMath>
                  </m:oMathPara>
                </a14:m>
                <a:endParaRPr kumimoji="1" lang="ja-JP" altLang="en-US" sz="2400" dirty="0">
                  <a:solidFill>
                    <a:schemeClr val="tx1">
                      <a:lumMod val="90000"/>
                      <a:lumOff val="10000"/>
                    </a:schemeClr>
                  </a:solidFill>
                </a:endParaRPr>
              </a:p>
            </p:txBody>
          </p:sp>
        </mc:Choice>
        <mc:Fallback xmlns="">
          <p:sp>
            <p:nvSpPr>
              <p:cNvPr id="55" name="テキスト ボックス 54">
                <a:extLst>
                  <a:ext uri="{FF2B5EF4-FFF2-40B4-BE49-F238E27FC236}">
                    <a16:creationId xmlns:a16="http://schemas.microsoft.com/office/drawing/2014/main" id="{6ABC3091-4704-3AC5-E971-3830285AE040}"/>
                  </a:ext>
                </a:extLst>
              </p:cNvPr>
              <p:cNvSpPr txBox="1">
                <a:spLocks noRot="1" noChangeAspect="1" noMove="1" noResize="1" noEditPoints="1" noAdjustHandles="1" noChangeArrowheads="1" noChangeShapeType="1" noTextEdit="1"/>
              </p:cNvSpPr>
              <p:nvPr/>
            </p:nvSpPr>
            <p:spPr>
              <a:xfrm>
                <a:off x="334963" y="1397454"/>
                <a:ext cx="269112" cy="369332"/>
              </a:xfrm>
              <a:prstGeom prst="rect">
                <a:avLst/>
              </a:prstGeom>
              <a:blipFill>
                <a:blip r:embed="rId2"/>
                <a:stretch>
                  <a:fillRect l="-13636" r="-9091" b="-1639"/>
                </a:stretch>
              </a:blipFill>
            </p:spPr>
            <p:txBody>
              <a:bodyPr/>
              <a:lstStyle/>
              <a:p>
                <a:r>
                  <a:rPr lang="ja-JP" altLang="en-US">
                    <a:noFill/>
                  </a:rPr>
                  <a:t> </a:t>
                </a:r>
              </a:p>
            </p:txBody>
          </p:sp>
        </mc:Fallback>
      </mc:AlternateContent>
      <p:cxnSp>
        <p:nvCxnSpPr>
          <p:cNvPr id="56" name="直線コネクタ 55">
            <a:extLst>
              <a:ext uri="{FF2B5EF4-FFF2-40B4-BE49-F238E27FC236}">
                <a16:creationId xmlns:a16="http://schemas.microsoft.com/office/drawing/2014/main" id="{88786CE0-067D-BCEA-9F35-7DD1E5D07336}"/>
              </a:ext>
            </a:extLst>
          </p:cNvPr>
          <p:cNvCxnSpPr>
            <a:cxnSpLocks/>
            <a:stCxn id="55" idx="3"/>
            <a:endCxn id="57" idx="2"/>
          </p:cNvCxnSpPr>
          <p:nvPr/>
        </p:nvCxnSpPr>
        <p:spPr>
          <a:xfrm>
            <a:off x="604075" y="1582120"/>
            <a:ext cx="406424" cy="0"/>
          </a:xfrm>
          <a:prstGeom prst="line">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57" name="楕円 56">
            <a:extLst>
              <a:ext uri="{FF2B5EF4-FFF2-40B4-BE49-F238E27FC236}">
                <a16:creationId xmlns:a16="http://schemas.microsoft.com/office/drawing/2014/main" id="{9BB82872-60DC-0E60-DBE0-BC36978E43D7}"/>
              </a:ext>
            </a:extLst>
          </p:cNvPr>
          <p:cNvSpPr/>
          <p:nvPr/>
        </p:nvSpPr>
        <p:spPr>
          <a:xfrm>
            <a:off x="1010499" y="1521795"/>
            <a:ext cx="120650" cy="120650"/>
          </a:xfrm>
          <a:prstGeom prst="ellipse">
            <a:avLst/>
          </a:prstGeom>
          <a:noFill/>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kumimoji="1" lang="ja-JP" altLang="en-US"/>
          </a:p>
        </p:txBody>
      </p:sp>
      <p:cxnSp>
        <p:nvCxnSpPr>
          <p:cNvPr id="58" name="直線コネクタ 57">
            <a:extLst>
              <a:ext uri="{FF2B5EF4-FFF2-40B4-BE49-F238E27FC236}">
                <a16:creationId xmlns:a16="http://schemas.microsoft.com/office/drawing/2014/main" id="{4CC0B72D-CC13-B10D-5B88-62B99C9FD227}"/>
              </a:ext>
            </a:extLst>
          </p:cNvPr>
          <p:cNvCxnSpPr>
            <a:cxnSpLocks/>
            <a:stCxn id="57" idx="6"/>
            <a:endCxn id="110" idx="2"/>
          </p:cNvCxnSpPr>
          <p:nvPr/>
        </p:nvCxnSpPr>
        <p:spPr>
          <a:xfrm>
            <a:off x="1131149" y="1582120"/>
            <a:ext cx="1254360" cy="0"/>
          </a:xfrm>
          <a:prstGeom prst="line">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grpSp>
        <p:nvGrpSpPr>
          <p:cNvPr id="59" name="グループ化 58">
            <a:extLst>
              <a:ext uri="{FF2B5EF4-FFF2-40B4-BE49-F238E27FC236}">
                <a16:creationId xmlns:a16="http://schemas.microsoft.com/office/drawing/2014/main" id="{D9761D42-A224-1E4B-E05C-3654C9E84266}"/>
              </a:ext>
            </a:extLst>
          </p:cNvPr>
          <p:cNvGrpSpPr/>
          <p:nvPr/>
        </p:nvGrpSpPr>
        <p:grpSpPr>
          <a:xfrm flipH="1">
            <a:off x="1186502" y="2162428"/>
            <a:ext cx="579005" cy="666654"/>
            <a:chOff x="3633715" y="4527650"/>
            <a:chExt cx="579005" cy="666654"/>
          </a:xfrm>
        </p:grpSpPr>
        <p:sp>
          <p:nvSpPr>
            <p:cNvPr id="60" name="二等辺三角形 59">
              <a:extLst>
                <a:ext uri="{FF2B5EF4-FFF2-40B4-BE49-F238E27FC236}">
                  <a16:creationId xmlns:a16="http://schemas.microsoft.com/office/drawing/2014/main" id="{C3CC001B-144C-0611-5ABC-D6E6A230D108}"/>
                </a:ext>
              </a:extLst>
            </p:cNvPr>
            <p:cNvSpPr/>
            <p:nvPr/>
          </p:nvSpPr>
          <p:spPr>
            <a:xfrm rot="5400000">
              <a:off x="3589891" y="4571474"/>
              <a:ext cx="666654" cy="579005"/>
            </a:xfrm>
            <a:prstGeom prst="triangle">
              <a:avLst/>
            </a:prstGeom>
            <a:noFill/>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vert="vert270" rtlCol="0" anchor="ctr"/>
            <a:lstStyle/>
            <a:p>
              <a:pPr algn="ctr"/>
              <a:endParaRPr kumimoji="1" lang="ja-JP" altLang="en-US" sz="1050" dirty="0"/>
            </a:p>
          </p:txBody>
        </p:sp>
        <p:sp>
          <p:nvSpPr>
            <p:cNvPr id="61" name="テキスト ボックス 60">
              <a:extLst>
                <a:ext uri="{FF2B5EF4-FFF2-40B4-BE49-F238E27FC236}">
                  <a16:creationId xmlns:a16="http://schemas.microsoft.com/office/drawing/2014/main" id="{9689599C-99CF-219F-DBFF-5C13743A9559}"/>
                </a:ext>
              </a:extLst>
            </p:cNvPr>
            <p:cNvSpPr txBox="1"/>
            <p:nvPr/>
          </p:nvSpPr>
          <p:spPr>
            <a:xfrm>
              <a:off x="3664430" y="4722477"/>
              <a:ext cx="394339" cy="276999"/>
            </a:xfrm>
            <a:prstGeom prst="rect">
              <a:avLst/>
            </a:prstGeom>
            <a:noFill/>
          </p:spPr>
          <p:txBody>
            <a:bodyPr wrap="none" lIns="0" tIns="0" rIns="0" bIns="0" rtlCol="0">
              <a:spAutoFit/>
            </a:bodyPr>
            <a:lstStyle/>
            <a:p>
              <a:r>
                <a:rPr lang="ja-JP" altLang="en-US" dirty="0"/>
                <a:t>✕</a:t>
              </a:r>
              <a:r>
                <a:rPr lang="en-US" altLang="ja-JP" dirty="0"/>
                <a:t>-1</a:t>
              </a:r>
              <a:endParaRPr lang="ja-JP" altLang="en-US" dirty="0"/>
            </a:p>
          </p:txBody>
        </p:sp>
      </p:grpSp>
      <p:cxnSp>
        <p:nvCxnSpPr>
          <p:cNvPr id="62" name="直線コネクタ 61">
            <a:extLst>
              <a:ext uri="{FF2B5EF4-FFF2-40B4-BE49-F238E27FC236}">
                <a16:creationId xmlns:a16="http://schemas.microsoft.com/office/drawing/2014/main" id="{B57E83B4-B525-8D90-3660-8C9BDCB40B28}"/>
              </a:ext>
            </a:extLst>
          </p:cNvPr>
          <p:cNvCxnSpPr>
            <a:cxnSpLocks/>
            <a:stCxn id="74" idx="1"/>
            <a:endCxn id="60" idx="3"/>
          </p:cNvCxnSpPr>
          <p:nvPr/>
        </p:nvCxnSpPr>
        <p:spPr>
          <a:xfrm flipH="1">
            <a:off x="1765507" y="2495754"/>
            <a:ext cx="647068" cy="1"/>
          </a:xfrm>
          <a:prstGeom prst="line">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63" name="テキスト ボックス 62">
            <a:extLst>
              <a:ext uri="{FF2B5EF4-FFF2-40B4-BE49-F238E27FC236}">
                <a16:creationId xmlns:a16="http://schemas.microsoft.com/office/drawing/2014/main" id="{57E0C895-F7D3-495D-EAC6-65979B5069C7}"/>
              </a:ext>
            </a:extLst>
          </p:cNvPr>
          <p:cNvSpPr txBox="1"/>
          <p:nvPr/>
        </p:nvSpPr>
        <p:spPr>
          <a:xfrm>
            <a:off x="844403" y="1337129"/>
            <a:ext cx="153888" cy="184666"/>
          </a:xfrm>
          <a:prstGeom prst="rect">
            <a:avLst/>
          </a:prstGeom>
          <a:noFill/>
        </p:spPr>
        <p:txBody>
          <a:bodyPr wrap="square" lIns="0" tIns="0" rIns="0" bIns="0" rtlCol="0">
            <a:spAutoFit/>
          </a:bodyPr>
          <a:lstStyle/>
          <a:p>
            <a:pPr algn="l"/>
            <a:r>
              <a:rPr kumimoji="1" lang="ja-JP" altLang="en-US" sz="1200" dirty="0">
                <a:solidFill>
                  <a:schemeClr val="tx1">
                    <a:lumMod val="90000"/>
                    <a:lumOff val="10000"/>
                  </a:schemeClr>
                </a:solidFill>
              </a:rPr>
              <a:t>＋</a:t>
            </a:r>
          </a:p>
        </p:txBody>
      </p:sp>
      <p:sp>
        <p:nvSpPr>
          <p:cNvPr id="64" name="テキスト ボックス 63">
            <a:extLst>
              <a:ext uri="{FF2B5EF4-FFF2-40B4-BE49-F238E27FC236}">
                <a16:creationId xmlns:a16="http://schemas.microsoft.com/office/drawing/2014/main" id="{3135CD3F-58BD-8CCB-B2D0-74B437F66E23}"/>
              </a:ext>
            </a:extLst>
          </p:cNvPr>
          <p:cNvSpPr txBox="1"/>
          <p:nvPr/>
        </p:nvSpPr>
        <p:spPr>
          <a:xfrm>
            <a:off x="899436" y="1671912"/>
            <a:ext cx="153888" cy="184666"/>
          </a:xfrm>
          <a:prstGeom prst="rect">
            <a:avLst/>
          </a:prstGeom>
          <a:noFill/>
        </p:spPr>
        <p:txBody>
          <a:bodyPr wrap="square" lIns="0" tIns="0" rIns="0" bIns="0" rtlCol="0">
            <a:spAutoFit/>
          </a:bodyPr>
          <a:lstStyle/>
          <a:p>
            <a:pPr algn="l"/>
            <a:r>
              <a:rPr kumimoji="1" lang="ja-JP" altLang="en-US" sz="1200" dirty="0">
                <a:solidFill>
                  <a:schemeClr val="tx1">
                    <a:lumMod val="90000"/>
                    <a:lumOff val="10000"/>
                  </a:schemeClr>
                </a:solidFill>
              </a:rPr>
              <a:t>＋</a:t>
            </a:r>
          </a:p>
        </p:txBody>
      </p:sp>
      <p:cxnSp>
        <p:nvCxnSpPr>
          <p:cNvPr id="72" name="直線コネクタ 71">
            <a:extLst>
              <a:ext uri="{FF2B5EF4-FFF2-40B4-BE49-F238E27FC236}">
                <a16:creationId xmlns:a16="http://schemas.microsoft.com/office/drawing/2014/main" id="{EB7A346A-CF9B-EAFC-3B91-738265BBB418}"/>
              </a:ext>
            </a:extLst>
          </p:cNvPr>
          <p:cNvCxnSpPr>
            <a:cxnSpLocks/>
            <a:stCxn id="110" idx="6"/>
            <a:endCxn id="107" idx="1"/>
          </p:cNvCxnSpPr>
          <p:nvPr/>
        </p:nvCxnSpPr>
        <p:spPr>
          <a:xfrm flipV="1">
            <a:off x="2506159" y="1577624"/>
            <a:ext cx="1522713" cy="4496"/>
          </a:xfrm>
          <a:prstGeom prst="line">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grpSp>
        <p:nvGrpSpPr>
          <p:cNvPr id="73" name="グループ化 72">
            <a:extLst>
              <a:ext uri="{FF2B5EF4-FFF2-40B4-BE49-F238E27FC236}">
                <a16:creationId xmlns:a16="http://schemas.microsoft.com/office/drawing/2014/main" id="{CA0876F5-2271-97B1-5104-9355D11027D3}"/>
              </a:ext>
            </a:extLst>
          </p:cNvPr>
          <p:cNvGrpSpPr/>
          <p:nvPr/>
        </p:nvGrpSpPr>
        <p:grpSpPr>
          <a:xfrm flipV="1">
            <a:off x="2412575" y="2087449"/>
            <a:ext cx="662940" cy="816610"/>
            <a:chOff x="9274810" y="4104640"/>
            <a:chExt cx="662940" cy="816610"/>
          </a:xfrm>
        </p:grpSpPr>
        <p:sp>
          <p:nvSpPr>
            <p:cNvPr id="74" name="正方形/長方形 73">
              <a:extLst>
                <a:ext uri="{FF2B5EF4-FFF2-40B4-BE49-F238E27FC236}">
                  <a16:creationId xmlns:a16="http://schemas.microsoft.com/office/drawing/2014/main" id="{47BF3C00-FE11-10BF-6927-1557FD56D7AC}"/>
                </a:ext>
              </a:extLst>
            </p:cNvPr>
            <p:cNvSpPr/>
            <p:nvPr/>
          </p:nvSpPr>
          <p:spPr>
            <a:xfrm>
              <a:off x="9274810" y="4104640"/>
              <a:ext cx="662940" cy="816610"/>
            </a:xfrm>
            <a:prstGeom prst="rect">
              <a:avLst/>
            </a:prstGeom>
            <a:noFill/>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kumimoji="1" lang="ja-JP" altLang="en-US"/>
            </a:p>
          </p:txBody>
        </p:sp>
        <p:sp>
          <p:nvSpPr>
            <p:cNvPr id="75" name="二等辺三角形 74">
              <a:extLst>
                <a:ext uri="{FF2B5EF4-FFF2-40B4-BE49-F238E27FC236}">
                  <a16:creationId xmlns:a16="http://schemas.microsoft.com/office/drawing/2014/main" id="{F39F9562-74F3-7F6C-E62B-FDC1A5674342}"/>
                </a:ext>
              </a:extLst>
            </p:cNvPr>
            <p:cNvSpPr/>
            <p:nvPr/>
          </p:nvSpPr>
          <p:spPr>
            <a:xfrm rot="10800000">
              <a:off x="9439592" y="4104640"/>
              <a:ext cx="333375" cy="161925"/>
            </a:xfrm>
            <a:prstGeom prst="triangle">
              <a:avLst/>
            </a:prstGeom>
            <a:noFill/>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kumimoji="1" lang="ja-JP" altLang="en-US"/>
            </a:p>
          </p:txBody>
        </p:sp>
      </p:grpSp>
      <mc:AlternateContent xmlns:mc="http://schemas.openxmlformats.org/markup-compatibility/2006" xmlns:a14="http://schemas.microsoft.com/office/drawing/2010/main">
        <mc:Choice Requires="a14">
          <p:sp>
            <p:nvSpPr>
              <p:cNvPr id="76" name="テキスト ボックス 75">
                <a:extLst>
                  <a:ext uri="{FF2B5EF4-FFF2-40B4-BE49-F238E27FC236}">
                    <a16:creationId xmlns:a16="http://schemas.microsoft.com/office/drawing/2014/main" id="{14CAE66C-562C-AAC4-4313-5F7DE1B0328B}"/>
                  </a:ext>
                </a:extLst>
              </p:cNvPr>
              <p:cNvSpPr txBox="1"/>
              <p:nvPr/>
            </p:nvSpPr>
            <p:spPr>
              <a:xfrm>
                <a:off x="2074590" y="3030385"/>
                <a:ext cx="502766" cy="369332"/>
              </a:xfrm>
              <a:prstGeom prst="rect">
                <a:avLst/>
              </a:prstGeom>
              <a:noFill/>
            </p:spPr>
            <p:txBody>
              <a:bodyPr wrap="square" lIns="0" tIns="0" rIns="0" bIns="0" rtlCol="0">
                <a:spAutoFit/>
              </a:bodyPr>
              <a:lstStyle/>
              <a:p>
                <a:pPr algn="l"/>
                <a14:m>
                  <m:oMathPara xmlns:m="http://schemas.openxmlformats.org/officeDocument/2006/math">
                    <m:oMath>
                      <m:r>
                        <a:rPr kumimoji="1" lang="en-US" altLang="ja-JP" sz="2400" b="0" i="1" smtClean="0">
                          <a:solidFill>
                            <a:schemeClr val="tx1">
                              <a:lumMod val="90000"/>
                              <a:lumOff val="10000"/>
                            </a:schemeClr>
                          </a:solidFill>
                          <a:latin typeface="Cambria Math" panose="02040503050406030204" pitchFamily="18" charset="0"/>
                        </a:rPr>
                        <m:t>𝑐𝑙𝑘</m:t>
                      </m:r>
                    </m:oMath>
                  </m:oMathPara>
                </a14:m>
                <a:endParaRPr kumimoji="1" lang="ja-JP" altLang="en-US" sz="2400" dirty="0">
                  <a:solidFill>
                    <a:schemeClr val="tx1">
                      <a:lumMod val="90000"/>
                      <a:lumOff val="10000"/>
                    </a:schemeClr>
                  </a:solidFill>
                </a:endParaRPr>
              </a:p>
            </p:txBody>
          </p:sp>
        </mc:Choice>
        <mc:Fallback xmlns="">
          <p:sp>
            <p:nvSpPr>
              <p:cNvPr id="76" name="テキスト ボックス 75">
                <a:extLst>
                  <a:ext uri="{FF2B5EF4-FFF2-40B4-BE49-F238E27FC236}">
                    <a16:creationId xmlns:a16="http://schemas.microsoft.com/office/drawing/2014/main" id="{14CAE66C-562C-AAC4-4313-5F7DE1B0328B}"/>
                  </a:ext>
                </a:extLst>
              </p:cNvPr>
              <p:cNvSpPr txBox="1">
                <a:spLocks noRot="1" noChangeAspect="1" noMove="1" noResize="1" noEditPoints="1" noAdjustHandles="1" noChangeArrowheads="1" noChangeShapeType="1" noTextEdit="1"/>
              </p:cNvSpPr>
              <p:nvPr/>
            </p:nvSpPr>
            <p:spPr>
              <a:xfrm>
                <a:off x="2074590" y="3030385"/>
                <a:ext cx="502766" cy="369332"/>
              </a:xfrm>
              <a:prstGeom prst="rect">
                <a:avLst/>
              </a:prstGeom>
              <a:blipFill>
                <a:blip r:embed="rId3"/>
                <a:stretch>
                  <a:fillRect l="-13253" r="-10843" b="-9836"/>
                </a:stretch>
              </a:blipFill>
            </p:spPr>
            <p:txBody>
              <a:bodyPr/>
              <a:lstStyle/>
              <a:p>
                <a:r>
                  <a:rPr lang="ja-JP" altLang="en-US">
                    <a:noFill/>
                  </a:rPr>
                  <a:t> </a:t>
                </a:r>
              </a:p>
            </p:txBody>
          </p:sp>
        </mc:Fallback>
      </mc:AlternateContent>
      <p:cxnSp>
        <p:nvCxnSpPr>
          <p:cNvPr id="77" name="コネクタ: カギ線 76">
            <a:extLst>
              <a:ext uri="{FF2B5EF4-FFF2-40B4-BE49-F238E27FC236}">
                <a16:creationId xmlns:a16="http://schemas.microsoft.com/office/drawing/2014/main" id="{43DAB725-14EB-E77C-4D42-3239C73B3875}"/>
              </a:ext>
            </a:extLst>
          </p:cNvPr>
          <p:cNvCxnSpPr>
            <a:cxnSpLocks/>
            <a:stCxn id="76" idx="3"/>
            <a:endCxn id="75" idx="3"/>
          </p:cNvCxnSpPr>
          <p:nvPr/>
        </p:nvCxnSpPr>
        <p:spPr>
          <a:xfrm flipV="1">
            <a:off x="2577356" y="2904059"/>
            <a:ext cx="166688" cy="310992"/>
          </a:xfrm>
          <a:prstGeom prst="bentConnector2">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89" name="コネクタ: カギ線 88">
            <a:extLst>
              <a:ext uri="{FF2B5EF4-FFF2-40B4-BE49-F238E27FC236}">
                <a16:creationId xmlns:a16="http://schemas.microsoft.com/office/drawing/2014/main" id="{0843821F-047D-9D83-B9F0-E6DBCE271410}"/>
              </a:ext>
            </a:extLst>
          </p:cNvPr>
          <p:cNvCxnSpPr>
            <a:cxnSpLocks/>
            <a:stCxn id="110" idx="6"/>
            <a:endCxn id="97" idx="6"/>
          </p:cNvCxnSpPr>
          <p:nvPr/>
        </p:nvCxnSpPr>
        <p:spPr>
          <a:xfrm>
            <a:off x="2506159" y="1582120"/>
            <a:ext cx="1058300" cy="913634"/>
          </a:xfrm>
          <a:prstGeom prst="bentConnector3">
            <a:avLst>
              <a:gd name="adj1" fmla="val 12160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90" name="コネクタ: カギ線 89">
            <a:extLst>
              <a:ext uri="{FF2B5EF4-FFF2-40B4-BE49-F238E27FC236}">
                <a16:creationId xmlns:a16="http://schemas.microsoft.com/office/drawing/2014/main" id="{6570BE3C-B0D4-5B96-2A81-6CBB5D97A914}"/>
              </a:ext>
            </a:extLst>
          </p:cNvPr>
          <p:cNvCxnSpPr>
            <a:cxnSpLocks/>
            <a:stCxn id="60" idx="0"/>
            <a:endCxn id="57" idx="4"/>
          </p:cNvCxnSpPr>
          <p:nvPr/>
        </p:nvCxnSpPr>
        <p:spPr>
          <a:xfrm rot="10800000">
            <a:off x="1070824" y="1642445"/>
            <a:ext cx="115678" cy="853310"/>
          </a:xfrm>
          <a:prstGeom prst="bentConnector2">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97" name="楕円 96">
            <a:extLst>
              <a:ext uri="{FF2B5EF4-FFF2-40B4-BE49-F238E27FC236}">
                <a16:creationId xmlns:a16="http://schemas.microsoft.com/office/drawing/2014/main" id="{BE190863-36C2-5DAE-1894-FC023B4189CA}"/>
              </a:ext>
            </a:extLst>
          </p:cNvPr>
          <p:cNvSpPr/>
          <p:nvPr/>
        </p:nvSpPr>
        <p:spPr>
          <a:xfrm>
            <a:off x="3443809" y="2435429"/>
            <a:ext cx="120650" cy="120650"/>
          </a:xfrm>
          <a:prstGeom prst="ellipse">
            <a:avLst/>
          </a:prstGeom>
          <a:noFill/>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kumimoji="1" lang="ja-JP" altLang="en-US"/>
          </a:p>
        </p:txBody>
      </p:sp>
      <p:sp>
        <p:nvSpPr>
          <p:cNvPr id="98" name="テキスト ボックス 97">
            <a:extLst>
              <a:ext uri="{FF2B5EF4-FFF2-40B4-BE49-F238E27FC236}">
                <a16:creationId xmlns:a16="http://schemas.microsoft.com/office/drawing/2014/main" id="{10DF5E30-07C7-9932-4653-1F1C32A633D7}"/>
              </a:ext>
            </a:extLst>
          </p:cNvPr>
          <p:cNvSpPr txBox="1"/>
          <p:nvPr/>
        </p:nvSpPr>
        <p:spPr>
          <a:xfrm>
            <a:off x="3597830" y="2515630"/>
            <a:ext cx="153888" cy="184666"/>
          </a:xfrm>
          <a:prstGeom prst="rect">
            <a:avLst/>
          </a:prstGeom>
          <a:noFill/>
        </p:spPr>
        <p:txBody>
          <a:bodyPr wrap="square" lIns="0" tIns="0" rIns="0" bIns="0" rtlCol="0">
            <a:spAutoFit/>
          </a:bodyPr>
          <a:lstStyle/>
          <a:p>
            <a:pPr algn="l"/>
            <a:r>
              <a:rPr kumimoji="1" lang="ja-JP" altLang="en-US" sz="1200" dirty="0">
                <a:solidFill>
                  <a:schemeClr val="tx1">
                    <a:lumMod val="90000"/>
                    <a:lumOff val="10000"/>
                  </a:schemeClr>
                </a:solidFill>
              </a:rPr>
              <a:t>＋</a:t>
            </a:r>
          </a:p>
        </p:txBody>
      </p:sp>
      <p:sp>
        <p:nvSpPr>
          <p:cNvPr id="99" name="テキスト ボックス 98">
            <a:extLst>
              <a:ext uri="{FF2B5EF4-FFF2-40B4-BE49-F238E27FC236}">
                <a16:creationId xmlns:a16="http://schemas.microsoft.com/office/drawing/2014/main" id="{DB5F9E60-D2B3-B4F5-AEE0-F9F735DA5EBB}"/>
              </a:ext>
            </a:extLst>
          </p:cNvPr>
          <p:cNvSpPr txBox="1"/>
          <p:nvPr/>
        </p:nvSpPr>
        <p:spPr>
          <a:xfrm>
            <a:off x="3557614" y="2264204"/>
            <a:ext cx="153888" cy="184666"/>
          </a:xfrm>
          <a:prstGeom prst="rect">
            <a:avLst/>
          </a:prstGeom>
          <a:noFill/>
        </p:spPr>
        <p:txBody>
          <a:bodyPr wrap="square" lIns="0" tIns="0" rIns="0" bIns="0" rtlCol="0">
            <a:spAutoFit/>
          </a:bodyPr>
          <a:lstStyle/>
          <a:p>
            <a:pPr algn="l"/>
            <a:r>
              <a:rPr kumimoji="1" lang="ja-JP" altLang="en-US" sz="1200" dirty="0">
                <a:solidFill>
                  <a:schemeClr val="tx1">
                    <a:lumMod val="90000"/>
                    <a:lumOff val="10000"/>
                  </a:schemeClr>
                </a:solidFill>
              </a:rPr>
              <a:t>＋</a:t>
            </a:r>
          </a:p>
        </p:txBody>
      </p:sp>
      <p:cxnSp>
        <p:nvCxnSpPr>
          <p:cNvPr id="100" name="コネクタ: カギ線 99">
            <a:extLst>
              <a:ext uri="{FF2B5EF4-FFF2-40B4-BE49-F238E27FC236}">
                <a16:creationId xmlns:a16="http://schemas.microsoft.com/office/drawing/2014/main" id="{D1B80325-31DF-7D62-10BC-B5630DB8CC18}"/>
              </a:ext>
            </a:extLst>
          </p:cNvPr>
          <p:cNvCxnSpPr>
            <a:cxnSpLocks/>
            <a:stCxn id="74" idx="1"/>
            <a:endCxn id="97" idx="0"/>
          </p:cNvCxnSpPr>
          <p:nvPr/>
        </p:nvCxnSpPr>
        <p:spPr>
          <a:xfrm rot="10800000" flipH="1">
            <a:off x="2412574" y="2435430"/>
            <a:ext cx="1091559" cy="60325"/>
          </a:xfrm>
          <a:prstGeom prst="bentConnector4">
            <a:avLst>
              <a:gd name="adj1" fmla="val -20943"/>
              <a:gd name="adj2" fmla="val 1055789"/>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01" name="直線コネクタ 100">
            <a:extLst>
              <a:ext uri="{FF2B5EF4-FFF2-40B4-BE49-F238E27FC236}">
                <a16:creationId xmlns:a16="http://schemas.microsoft.com/office/drawing/2014/main" id="{634DEBA6-1188-A6FE-5A04-56F953BCEB3F}"/>
              </a:ext>
            </a:extLst>
          </p:cNvPr>
          <p:cNvCxnSpPr>
            <a:cxnSpLocks/>
            <a:stCxn id="97" idx="2"/>
            <a:endCxn id="74" idx="3"/>
          </p:cNvCxnSpPr>
          <p:nvPr/>
        </p:nvCxnSpPr>
        <p:spPr>
          <a:xfrm flipH="1">
            <a:off x="3075515" y="2495754"/>
            <a:ext cx="368294" cy="0"/>
          </a:xfrm>
          <a:prstGeom prst="line">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mc:AlternateContent xmlns:mc="http://schemas.openxmlformats.org/markup-compatibility/2006" xmlns:a14="http://schemas.microsoft.com/office/drawing/2010/main">
        <mc:Choice Requires="a14">
          <p:sp>
            <p:nvSpPr>
              <p:cNvPr id="107" name="テキスト ボックス 106">
                <a:extLst>
                  <a:ext uri="{FF2B5EF4-FFF2-40B4-BE49-F238E27FC236}">
                    <a16:creationId xmlns:a16="http://schemas.microsoft.com/office/drawing/2014/main" id="{05118CD0-BC97-28A5-8F5D-286C1C6DAB63}"/>
                  </a:ext>
                </a:extLst>
              </p:cNvPr>
              <p:cNvSpPr txBox="1"/>
              <p:nvPr/>
            </p:nvSpPr>
            <p:spPr>
              <a:xfrm>
                <a:off x="4028872" y="1346791"/>
                <a:ext cx="565320" cy="461665"/>
              </a:xfrm>
              <a:prstGeom prst="rect">
                <a:avLst/>
              </a:prstGeom>
              <a:noFill/>
            </p:spPr>
            <p:txBody>
              <a:bodyPr wrap="square">
                <a:spAutoFit/>
              </a:bodyPr>
              <a:lstStyle/>
              <a:p>
                <a:pPr/>
                <a14:m>
                  <m:oMathPara xmlns:m="http://schemas.openxmlformats.org/officeDocument/2006/math">
                    <m:oMath>
                      <m:sSub>
                        <m:sSubPr>
                          <m:ctrlPr>
                            <a:rPr lang="en-US" altLang="ja-JP" sz="2400" b="0" i="1" smtClean="0">
                              <a:solidFill>
                                <a:schemeClr val="tx1">
                                  <a:lumMod val="90000"/>
                                  <a:lumOff val="10000"/>
                                </a:schemeClr>
                              </a:solidFill>
                              <a:latin typeface="Cambria Math" panose="02040503050406030204" pitchFamily="18" charset="0"/>
                            </a:rPr>
                          </m:ctrlPr>
                        </m:sSubPr>
                        <m:e>
                          <m:r>
                            <a:rPr lang="en-US" altLang="ja-JP" sz="2400" b="0" i="1" smtClean="0">
                              <a:solidFill>
                                <a:schemeClr val="tx1">
                                  <a:lumMod val="90000"/>
                                  <a:lumOff val="10000"/>
                                </a:schemeClr>
                              </a:solidFill>
                              <a:latin typeface="Cambria Math" panose="02040503050406030204" pitchFamily="18" charset="0"/>
                            </a:rPr>
                            <m:t>𝑦</m:t>
                          </m:r>
                        </m:e>
                        <m:sub>
                          <m:r>
                            <a:rPr lang="en-US" altLang="ja-JP" sz="2400" b="0" i="1" smtClean="0">
                              <a:solidFill>
                                <a:schemeClr val="tx1">
                                  <a:lumMod val="90000"/>
                                  <a:lumOff val="10000"/>
                                </a:schemeClr>
                              </a:solidFill>
                              <a:latin typeface="Cambria Math" panose="02040503050406030204" pitchFamily="18" charset="0"/>
                            </a:rPr>
                            <m:t>𝑛</m:t>
                          </m:r>
                        </m:sub>
                      </m:sSub>
                    </m:oMath>
                  </m:oMathPara>
                </a14:m>
                <a:endParaRPr lang="en-US" altLang="ja-JP" sz="2400" b="0" dirty="0">
                  <a:solidFill>
                    <a:schemeClr val="tx1">
                      <a:lumMod val="90000"/>
                      <a:lumOff val="10000"/>
                    </a:schemeClr>
                  </a:solidFill>
                </a:endParaRPr>
              </a:p>
            </p:txBody>
          </p:sp>
        </mc:Choice>
        <mc:Fallback xmlns="">
          <p:sp>
            <p:nvSpPr>
              <p:cNvPr id="107" name="テキスト ボックス 106">
                <a:extLst>
                  <a:ext uri="{FF2B5EF4-FFF2-40B4-BE49-F238E27FC236}">
                    <a16:creationId xmlns:a16="http://schemas.microsoft.com/office/drawing/2014/main" id="{05118CD0-BC97-28A5-8F5D-286C1C6DAB63}"/>
                  </a:ext>
                </a:extLst>
              </p:cNvPr>
              <p:cNvSpPr txBox="1">
                <a:spLocks noRot="1" noChangeAspect="1" noMove="1" noResize="1" noEditPoints="1" noAdjustHandles="1" noChangeArrowheads="1" noChangeShapeType="1" noTextEdit="1"/>
              </p:cNvSpPr>
              <p:nvPr/>
            </p:nvSpPr>
            <p:spPr>
              <a:xfrm>
                <a:off x="4028872" y="1346791"/>
                <a:ext cx="565320" cy="461665"/>
              </a:xfrm>
              <a:prstGeom prst="rect">
                <a:avLst/>
              </a:prstGeom>
              <a:blipFill>
                <a:blip r:embed="rId4"/>
                <a:stretch>
                  <a:fillRect b="-11842"/>
                </a:stretch>
              </a:blipFill>
            </p:spPr>
            <p:txBody>
              <a:bodyPr/>
              <a:lstStyle/>
              <a:p>
                <a:r>
                  <a:rPr lang="ja-JP" altLang="en-US">
                    <a:noFill/>
                  </a:rPr>
                  <a:t> </a:t>
                </a:r>
              </a:p>
            </p:txBody>
          </p:sp>
        </mc:Fallback>
      </mc:AlternateContent>
      <p:sp>
        <p:nvSpPr>
          <p:cNvPr id="110" name="楕円 109">
            <a:extLst>
              <a:ext uri="{FF2B5EF4-FFF2-40B4-BE49-F238E27FC236}">
                <a16:creationId xmlns:a16="http://schemas.microsoft.com/office/drawing/2014/main" id="{FE1B7E8A-04C5-6A29-F5B9-A2CA5076B164}"/>
              </a:ext>
            </a:extLst>
          </p:cNvPr>
          <p:cNvSpPr/>
          <p:nvPr/>
        </p:nvSpPr>
        <p:spPr>
          <a:xfrm>
            <a:off x="2385509" y="1521795"/>
            <a:ext cx="120650" cy="120650"/>
          </a:xfrm>
          <a:prstGeom prst="ellipse">
            <a:avLst/>
          </a:prstGeom>
          <a:noFill/>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kumimoji="1" lang="ja-JP" altLang="en-US"/>
          </a:p>
        </p:txBody>
      </p:sp>
      <mc:AlternateContent xmlns:mc="http://schemas.openxmlformats.org/markup-compatibility/2006" xmlns:a14="http://schemas.microsoft.com/office/drawing/2010/main">
        <mc:Choice Requires="a14">
          <p:sp>
            <p:nvSpPr>
              <p:cNvPr id="111" name="テキスト ボックス 110">
                <a:extLst>
                  <a:ext uri="{FF2B5EF4-FFF2-40B4-BE49-F238E27FC236}">
                    <a16:creationId xmlns:a16="http://schemas.microsoft.com/office/drawing/2014/main" id="{DEBA21E0-FE5C-83CB-3244-197A8F96262D}"/>
                  </a:ext>
                </a:extLst>
              </p:cNvPr>
              <p:cNvSpPr txBox="1"/>
              <p:nvPr/>
            </p:nvSpPr>
            <p:spPr>
              <a:xfrm>
                <a:off x="2250492" y="908050"/>
                <a:ext cx="390683" cy="369332"/>
              </a:xfrm>
              <a:prstGeom prst="rect">
                <a:avLst/>
              </a:prstGeom>
              <a:noFill/>
            </p:spPr>
            <p:txBody>
              <a:bodyPr wrap="none" lIns="0" tIns="0" rIns="0" bIns="0" rtlCol="0">
                <a:spAutoFit/>
              </a:bodyPr>
              <a:lstStyle/>
              <a:p>
                <a:pPr algn="l"/>
                <a14:m>
                  <m:oMathPara xmlns:m="http://schemas.openxmlformats.org/officeDocument/2006/math">
                    <m:oMath>
                      <m:sSub>
                        <m:sSubPr>
                          <m:ctrlPr>
                            <a:rPr kumimoji="1" lang="en-US" altLang="ja-JP" sz="2400" b="0" i="1" smtClean="0">
                              <a:solidFill>
                                <a:schemeClr val="tx1">
                                  <a:lumMod val="90000"/>
                                  <a:lumOff val="10000"/>
                                </a:schemeClr>
                              </a:solidFill>
                              <a:latin typeface="Cambria Math" panose="02040503050406030204" pitchFamily="18" charset="0"/>
                            </a:rPr>
                          </m:ctrlPr>
                        </m:sSubPr>
                        <m:e>
                          <m:r>
                            <a:rPr kumimoji="1" lang="en-US" altLang="ja-JP" sz="2400" b="0" i="1" smtClean="0">
                              <a:solidFill>
                                <a:schemeClr val="tx1">
                                  <a:lumMod val="90000"/>
                                  <a:lumOff val="10000"/>
                                </a:schemeClr>
                              </a:solidFill>
                              <a:latin typeface="Cambria Math" panose="02040503050406030204" pitchFamily="18" charset="0"/>
                            </a:rPr>
                            <m:t>𝑒</m:t>
                          </m:r>
                        </m:e>
                        <m:sub>
                          <m:r>
                            <a:rPr kumimoji="1" lang="en-US" altLang="ja-JP" sz="2400" b="0" i="1" smtClean="0">
                              <a:solidFill>
                                <a:schemeClr val="tx1">
                                  <a:lumMod val="90000"/>
                                  <a:lumOff val="10000"/>
                                </a:schemeClr>
                              </a:solidFill>
                              <a:latin typeface="Cambria Math" panose="02040503050406030204" pitchFamily="18" charset="0"/>
                            </a:rPr>
                            <m:t>𝑛</m:t>
                          </m:r>
                        </m:sub>
                      </m:sSub>
                    </m:oMath>
                  </m:oMathPara>
                </a14:m>
                <a:endParaRPr kumimoji="1" lang="ja-JP" altLang="en-US" sz="2400" dirty="0">
                  <a:solidFill>
                    <a:schemeClr val="tx1">
                      <a:lumMod val="90000"/>
                      <a:lumOff val="10000"/>
                    </a:schemeClr>
                  </a:solidFill>
                </a:endParaRPr>
              </a:p>
            </p:txBody>
          </p:sp>
        </mc:Choice>
        <mc:Fallback xmlns="">
          <p:sp>
            <p:nvSpPr>
              <p:cNvPr id="111" name="テキスト ボックス 110">
                <a:extLst>
                  <a:ext uri="{FF2B5EF4-FFF2-40B4-BE49-F238E27FC236}">
                    <a16:creationId xmlns:a16="http://schemas.microsoft.com/office/drawing/2014/main" id="{DEBA21E0-FE5C-83CB-3244-197A8F96262D}"/>
                  </a:ext>
                </a:extLst>
              </p:cNvPr>
              <p:cNvSpPr txBox="1">
                <a:spLocks noRot="1" noChangeAspect="1" noMove="1" noResize="1" noEditPoints="1" noAdjustHandles="1" noChangeArrowheads="1" noChangeShapeType="1" noTextEdit="1"/>
              </p:cNvSpPr>
              <p:nvPr/>
            </p:nvSpPr>
            <p:spPr>
              <a:xfrm>
                <a:off x="2250492" y="908050"/>
                <a:ext cx="390683" cy="369332"/>
              </a:xfrm>
              <a:prstGeom prst="rect">
                <a:avLst/>
              </a:prstGeom>
              <a:blipFill>
                <a:blip r:embed="rId5"/>
                <a:stretch>
                  <a:fillRect l="-7813" r="-1563" b="-11475"/>
                </a:stretch>
              </a:blipFill>
            </p:spPr>
            <p:txBody>
              <a:bodyPr/>
              <a:lstStyle/>
              <a:p>
                <a:r>
                  <a:rPr lang="ja-JP" altLang="en-US">
                    <a:noFill/>
                  </a:rPr>
                  <a:t> </a:t>
                </a:r>
              </a:p>
            </p:txBody>
          </p:sp>
        </mc:Fallback>
      </mc:AlternateContent>
      <p:cxnSp>
        <p:nvCxnSpPr>
          <p:cNvPr id="112" name="直線コネクタ 111">
            <a:extLst>
              <a:ext uri="{FF2B5EF4-FFF2-40B4-BE49-F238E27FC236}">
                <a16:creationId xmlns:a16="http://schemas.microsoft.com/office/drawing/2014/main" id="{369274B0-0ED2-CFC3-619D-C7A502C798D8}"/>
              </a:ext>
            </a:extLst>
          </p:cNvPr>
          <p:cNvCxnSpPr>
            <a:cxnSpLocks/>
            <a:stCxn id="111" idx="2"/>
            <a:endCxn id="110" idx="0"/>
          </p:cNvCxnSpPr>
          <p:nvPr/>
        </p:nvCxnSpPr>
        <p:spPr>
          <a:xfrm>
            <a:off x="2445834" y="1277382"/>
            <a:ext cx="0" cy="244413"/>
          </a:xfrm>
          <a:prstGeom prst="line">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13" name="テキスト ボックス 112">
            <a:extLst>
              <a:ext uri="{FF2B5EF4-FFF2-40B4-BE49-F238E27FC236}">
                <a16:creationId xmlns:a16="http://schemas.microsoft.com/office/drawing/2014/main" id="{2D276D87-B0E0-EB66-EFFE-D06AA5403F7A}"/>
              </a:ext>
            </a:extLst>
          </p:cNvPr>
          <p:cNvSpPr txBox="1"/>
          <p:nvPr/>
        </p:nvSpPr>
        <p:spPr>
          <a:xfrm>
            <a:off x="2236485" y="1623790"/>
            <a:ext cx="153888" cy="184666"/>
          </a:xfrm>
          <a:prstGeom prst="rect">
            <a:avLst/>
          </a:prstGeom>
          <a:noFill/>
        </p:spPr>
        <p:txBody>
          <a:bodyPr wrap="none" lIns="0" tIns="0" rIns="0" bIns="0" rtlCol="0">
            <a:spAutoFit/>
          </a:bodyPr>
          <a:lstStyle/>
          <a:p>
            <a:pPr algn="l"/>
            <a:r>
              <a:rPr kumimoji="1" lang="ja-JP" altLang="en-US" sz="1200" dirty="0">
                <a:solidFill>
                  <a:schemeClr val="tx1">
                    <a:lumMod val="90000"/>
                    <a:lumOff val="10000"/>
                  </a:schemeClr>
                </a:solidFill>
              </a:rPr>
              <a:t>＋</a:t>
            </a:r>
          </a:p>
        </p:txBody>
      </p:sp>
      <p:sp>
        <p:nvSpPr>
          <p:cNvPr id="114" name="テキスト ボックス 113">
            <a:extLst>
              <a:ext uri="{FF2B5EF4-FFF2-40B4-BE49-F238E27FC236}">
                <a16:creationId xmlns:a16="http://schemas.microsoft.com/office/drawing/2014/main" id="{FC68C5A5-E8DB-4751-AE02-0D1BC906D894}"/>
              </a:ext>
            </a:extLst>
          </p:cNvPr>
          <p:cNvSpPr txBox="1"/>
          <p:nvPr/>
        </p:nvSpPr>
        <p:spPr>
          <a:xfrm>
            <a:off x="2516386" y="1367291"/>
            <a:ext cx="153888" cy="184666"/>
          </a:xfrm>
          <a:prstGeom prst="rect">
            <a:avLst/>
          </a:prstGeom>
          <a:noFill/>
        </p:spPr>
        <p:txBody>
          <a:bodyPr wrap="none" lIns="0" tIns="0" rIns="0" bIns="0" rtlCol="0">
            <a:spAutoFit/>
          </a:bodyPr>
          <a:lstStyle/>
          <a:p>
            <a:pPr algn="l"/>
            <a:r>
              <a:rPr kumimoji="1" lang="ja-JP" altLang="en-US" sz="1200" dirty="0">
                <a:solidFill>
                  <a:schemeClr val="tx1">
                    <a:lumMod val="90000"/>
                    <a:lumOff val="10000"/>
                  </a:schemeClr>
                </a:solidFill>
              </a:rPr>
              <a:t>＋</a:t>
            </a:r>
          </a:p>
        </p:txBody>
      </p:sp>
      <p:sp>
        <p:nvSpPr>
          <p:cNvPr id="7" name="フリーフォーム: 図形 6">
            <a:extLst>
              <a:ext uri="{FF2B5EF4-FFF2-40B4-BE49-F238E27FC236}">
                <a16:creationId xmlns:a16="http://schemas.microsoft.com/office/drawing/2014/main" id="{4464B3C9-88C3-D676-A157-2E70946DCA4B}"/>
              </a:ext>
            </a:extLst>
          </p:cNvPr>
          <p:cNvSpPr/>
          <p:nvPr/>
        </p:nvSpPr>
        <p:spPr>
          <a:xfrm rot="2097267">
            <a:off x="1702880" y="2521025"/>
            <a:ext cx="155969" cy="1026257"/>
          </a:xfrm>
          <a:custGeom>
            <a:avLst/>
            <a:gdLst>
              <a:gd name="csX0" fmla="*/ 71566 w 135746"/>
              <a:gd name="csY0" fmla="*/ 510117 h 510117"/>
              <a:gd name="csX1" fmla="*/ 1716 w 135746"/>
              <a:gd name="csY1" fmla="*/ 294217 h 510117"/>
              <a:gd name="csX2" fmla="*/ 135066 w 135746"/>
              <a:gd name="csY2" fmla="*/ 243417 h 510117"/>
              <a:gd name="csX3" fmla="*/ 44049 w 135746"/>
              <a:gd name="csY3" fmla="*/ 0 h 510117"/>
            </a:gdLst>
            <a:ahLst/>
            <a:cxnLst>
              <a:cxn ang="0">
                <a:pos x="csX0" y="csY0"/>
              </a:cxn>
              <a:cxn ang="0">
                <a:pos x="csX1" y="csY1"/>
              </a:cxn>
              <a:cxn ang="0">
                <a:pos x="csX2" y="csY2"/>
              </a:cxn>
              <a:cxn ang="0">
                <a:pos x="csX3" y="csY3"/>
              </a:cxn>
            </a:cxnLst>
            <a:rect l="l" t="t" r="r" b="b"/>
            <a:pathLst>
              <a:path w="135746" h="510117">
                <a:moveTo>
                  <a:pt x="71566" y="510117"/>
                </a:moveTo>
                <a:cubicBezTo>
                  <a:pt x="31349" y="424392"/>
                  <a:pt x="-8867" y="338667"/>
                  <a:pt x="1716" y="294217"/>
                </a:cubicBezTo>
                <a:cubicBezTo>
                  <a:pt x="12299" y="249767"/>
                  <a:pt x="128011" y="292453"/>
                  <a:pt x="135066" y="243417"/>
                </a:cubicBezTo>
                <a:cubicBezTo>
                  <a:pt x="142122" y="194381"/>
                  <a:pt x="93085" y="97190"/>
                  <a:pt x="44049" y="0"/>
                </a:cubicBezTo>
              </a:path>
            </a:pathLst>
          </a:cu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kumimoji="1" lang="ja-JP" altLang="en-US"/>
          </a:p>
        </p:txBody>
      </p:sp>
      <mc:AlternateContent xmlns:mc="http://schemas.openxmlformats.org/markup-compatibility/2006" xmlns:a14="http://schemas.microsoft.com/office/drawing/2010/main">
        <mc:Choice Requires="a14">
          <p:sp>
            <p:nvSpPr>
              <p:cNvPr id="9" name="テキスト ボックス 8">
                <a:extLst>
                  <a:ext uri="{FF2B5EF4-FFF2-40B4-BE49-F238E27FC236}">
                    <a16:creationId xmlns:a16="http://schemas.microsoft.com/office/drawing/2014/main" id="{60D6BB5A-3D17-3F3F-3EB0-408DCD909317}"/>
                  </a:ext>
                </a:extLst>
              </p:cNvPr>
              <p:cNvSpPr txBox="1"/>
              <p:nvPr/>
            </p:nvSpPr>
            <p:spPr>
              <a:xfrm>
                <a:off x="1010500" y="3572702"/>
                <a:ext cx="1967268" cy="369332"/>
              </a:xfrm>
              <a:prstGeom prst="rect">
                <a:avLst/>
              </a:prstGeom>
              <a:noFill/>
            </p:spPr>
            <p:txBody>
              <a:bodyPr wrap="square">
                <a:spAutoFit/>
              </a:bodyPr>
              <a:lstStyle/>
              <a:p>
                <a:pPr/>
                <a14:m>
                  <m:oMathPara xmlns:m="http://schemas.openxmlformats.org/officeDocument/2006/math">
                    <m:oMathParaPr>
                      <m:jc m:val="left"/>
                    </m:oMathParaPr>
                    <m:oMath>
                      <m:sSub>
                        <m:sSubPr>
                          <m:ctrlPr>
                            <a:rPr lang="en-US" altLang="ja-JP" sz="1800" b="0" i="1" smtClean="0">
                              <a:solidFill>
                                <a:schemeClr val="tx1">
                                  <a:lumMod val="90000"/>
                                  <a:lumOff val="10000"/>
                                </a:schemeClr>
                              </a:solidFill>
                              <a:latin typeface="Cambria Math" panose="02040503050406030204" pitchFamily="18" charset="0"/>
                            </a:rPr>
                          </m:ctrlPr>
                        </m:sSubPr>
                        <m:e>
                          <m:r>
                            <a:rPr lang="en-US" altLang="ja-JP" sz="1800" b="0" i="1" smtClean="0">
                              <a:solidFill>
                                <a:schemeClr val="tx1">
                                  <a:lumMod val="90000"/>
                                  <a:lumOff val="10000"/>
                                </a:schemeClr>
                              </a:solidFill>
                              <a:latin typeface="Cambria Math" panose="02040503050406030204" pitchFamily="18" charset="0"/>
                            </a:rPr>
                            <m:t>𝑆</m:t>
                          </m:r>
                        </m:e>
                        <m:sub>
                          <m:r>
                            <a:rPr lang="en-US" altLang="ja-JP" sz="1800" b="0" i="1" smtClean="0">
                              <a:solidFill>
                                <a:schemeClr val="tx1">
                                  <a:lumMod val="90000"/>
                                  <a:lumOff val="10000"/>
                                </a:schemeClr>
                              </a:solidFill>
                              <a:latin typeface="Cambria Math" panose="02040503050406030204" pitchFamily="18" charset="0"/>
                            </a:rPr>
                            <m:t>𝑛</m:t>
                          </m:r>
                        </m:sub>
                      </m:sSub>
                      <m:r>
                        <a:rPr lang="en-US" altLang="ja-JP" sz="1800" b="0" i="1" smtClean="0">
                          <a:solidFill>
                            <a:schemeClr val="tx1">
                              <a:lumMod val="90000"/>
                              <a:lumOff val="10000"/>
                            </a:schemeClr>
                          </a:solidFill>
                          <a:latin typeface="Cambria Math" panose="02040503050406030204" pitchFamily="18" charset="0"/>
                        </a:rPr>
                        <m:t>=</m:t>
                      </m:r>
                      <m:sSub>
                        <m:sSubPr>
                          <m:ctrlPr>
                            <a:rPr lang="en-US" altLang="ja-JP" sz="1800" b="0" i="1" smtClean="0">
                              <a:solidFill>
                                <a:schemeClr val="tx1">
                                  <a:lumMod val="90000"/>
                                  <a:lumOff val="10000"/>
                                </a:schemeClr>
                              </a:solidFill>
                              <a:latin typeface="Cambria Math" panose="02040503050406030204" pitchFamily="18" charset="0"/>
                            </a:rPr>
                          </m:ctrlPr>
                        </m:sSubPr>
                        <m:e>
                          <m:r>
                            <a:rPr lang="en-US" altLang="ja-JP" sz="1800" b="0" i="1" smtClean="0">
                              <a:solidFill>
                                <a:schemeClr val="tx1">
                                  <a:lumMod val="90000"/>
                                  <a:lumOff val="10000"/>
                                </a:schemeClr>
                              </a:solidFill>
                              <a:latin typeface="Cambria Math" panose="02040503050406030204" pitchFamily="18" charset="0"/>
                            </a:rPr>
                            <m:t>𝑆</m:t>
                          </m:r>
                        </m:e>
                        <m:sub>
                          <m:r>
                            <a:rPr lang="en-US" altLang="ja-JP" sz="1800" b="0" i="1" smtClean="0">
                              <a:solidFill>
                                <a:schemeClr val="tx1">
                                  <a:lumMod val="90000"/>
                                  <a:lumOff val="10000"/>
                                </a:schemeClr>
                              </a:solidFill>
                              <a:latin typeface="Cambria Math" panose="02040503050406030204" pitchFamily="18" charset="0"/>
                            </a:rPr>
                            <m:t>𝑛</m:t>
                          </m:r>
                          <m:r>
                            <a:rPr lang="en-US" altLang="ja-JP" sz="1800" b="0" i="1" smtClean="0">
                              <a:solidFill>
                                <a:schemeClr val="tx1">
                                  <a:lumMod val="90000"/>
                                  <a:lumOff val="10000"/>
                                </a:schemeClr>
                              </a:solidFill>
                              <a:latin typeface="Cambria Math" panose="02040503050406030204" pitchFamily="18" charset="0"/>
                            </a:rPr>
                            <m:t>−1</m:t>
                          </m:r>
                        </m:sub>
                      </m:sSub>
                      <m:r>
                        <a:rPr lang="en-US" altLang="ja-JP" sz="1800" b="0" i="1" smtClean="0">
                          <a:solidFill>
                            <a:schemeClr val="tx1">
                              <a:lumMod val="90000"/>
                              <a:lumOff val="10000"/>
                            </a:schemeClr>
                          </a:solidFill>
                          <a:latin typeface="Cambria Math" panose="02040503050406030204" pitchFamily="18" charset="0"/>
                        </a:rPr>
                        <m:t>+</m:t>
                      </m:r>
                      <m:sSub>
                        <m:sSubPr>
                          <m:ctrlPr>
                            <a:rPr lang="en-US" altLang="ja-JP" sz="1800" b="0" i="1" smtClean="0">
                              <a:solidFill>
                                <a:schemeClr val="tx1">
                                  <a:lumMod val="90000"/>
                                  <a:lumOff val="10000"/>
                                </a:schemeClr>
                              </a:solidFill>
                              <a:latin typeface="Cambria Math" panose="02040503050406030204" pitchFamily="18" charset="0"/>
                            </a:rPr>
                          </m:ctrlPr>
                        </m:sSubPr>
                        <m:e>
                          <m:r>
                            <a:rPr lang="en-US" altLang="ja-JP" sz="1800" b="0" i="1" smtClean="0">
                              <a:solidFill>
                                <a:schemeClr val="tx1">
                                  <a:lumMod val="90000"/>
                                  <a:lumOff val="10000"/>
                                </a:schemeClr>
                              </a:solidFill>
                              <a:latin typeface="Cambria Math" panose="02040503050406030204" pitchFamily="18" charset="0"/>
                            </a:rPr>
                            <m:t>𝑦</m:t>
                          </m:r>
                        </m:e>
                        <m:sub>
                          <m:r>
                            <a:rPr lang="en-US" altLang="ja-JP" sz="1800" b="0" i="1" smtClean="0">
                              <a:solidFill>
                                <a:schemeClr val="tx1">
                                  <a:lumMod val="90000"/>
                                  <a:lumOff val="10000"/>
                                </a:schemeClr>
                              </a:solidFill>
                              <a:latin typeface="Cambria Math" panose="02040503050406030204" pitchFamily="18" charset="0"/>
                            </a:rPr>
                            <m:t>𝑛</m:t>
                          </m:r>
                          <m:r>
                            <a:rPr lang="en-US" altLang="ja-JP" sz="1800" b="0" i="1" smtClean="0">
                              <a:solidFill>
                                <a:schemeClr val="tx1">
                                  <a:lumMod val="90000"/>
                                  <a:lumOff val="10000"/>
                                </a:schemeClr>
                              </a:solidFill>
                              <a:latin typeface="Cambria Math" panose="02040503050406030204" pitchFamily="18" charset="0"/>
                            </a:rPr>
                            <m:t>−1</m:t>
                          </m:r>
                        </m:sub>
                      </m:sSub>
                    </m:oMath>
                  </m:oMathPara>
                </a14:m>
                <a:endParaRPr lang="ja-JP" altLang="en-US" dirty="0"/>
              </a:p>
            </p:txBody>
          </p:sp>
        </mc:Choice>
        <mc:Fallback xmlns="">
          <p:sp>
            <p:nvSpPr>
              <p:cNvPr id="9" name="テキスト ボックス 8">
                <a:extLst>
                  <a:ext uri="{FF2B5EF4-FFF2-40B4-BE49-F238E27FC236}">
                    <a16:creationId xmlns:a16="http://schemas.microsoft.com/office/drawing/2014/main" id="{60D6BB5A-3D17-3F3F-3EB0-408DCD909317}"/>
                  </a:ext>
                </a:extLst>
              </p:cNvPr>
              <p:cNvSpPr txBox="1">
                <a:spLocks noRot="1" noChangeAspect="1" noMove="1" noResize="1" noEditPoints="1" noAdjustHandles="1" noChangeArrowheads="1" noChangeShapeType="1" noTextEdit="1"/>
              </p:cNvSpPr>
              <p:nvPr/>
            </p:nvSpPr>
            <p:spPr>
              <a:xfrm>
                <a:off x="1010500" y="3572702"/>
                <a:ext cx="1967268" cy="369332"/>
              </a:xfrm>
              <a:prstGeom prst="rect">
                <a:avLst/>
              </a:prstGeom>
              <a:blipFill>
                <a:blip r:embed="rId6"/>
                <a:stretch>
                  <a:fillRect b="-8197"/>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1" name="テキスト ボックス 10">
                <a:extLst>
                  <a:ext uri="{FF2B5EF4-FFF2-40B4-BE49-F238E27FC236}">
                    <a16:creationId xmlns:a16="http://schemas.microsoft.com/office/drawing/2014/main" id="{17F5DB35-CD57-CC83-17D9-142B248F5A9F}"/>
                  </a:ext>
                </a:extLst>
              </p:cNvPr>
              <p:cNvSpPr txBox="1"/>
              <p:nvPr/>
            </p:nvSpPr>
            <p:spPr>
              <a:xfrm>
                <a:off x="5147496" y="1582120"/>
                <a:ext cx="5324361" cy="369332"/>
              </a:xfrm>
              <a:prstGeom prst="rect">
                <a:avLst/>
              </a:prstGeom>
              <a:noFill/>
            </p:spPr>
            <p:txBody>
              <a:bodyPr wrap="square">
                <a:spAutoFit/>
              </a:bodyPr>
              <a:lstStyle/>
              <a:p>
                <a:pPr/>
                <a14:m>
                  <m:oMathPara xmlns:m="http://schemas.openxmlformats.org/officeDocument/2006/math">
                    <m:oMathParaPr>
                      <m:jc m:val="left"/>
                    </m:oMathParaPr>
                    <m:oMath>
                      <m:sSub>
                        <m:sSubPr>
                          <m:ctrlPr>
                            <a:rPr lang="en-US" altLang="ja-JP" sz="1800" b="0" i="1" smtClean="0">
                              <a:solidFill>
                                <a:schemeClr val="tx1">
                                  <a:lumMod val="90000"/>
                                  <a:lumOff val="10000"/>
                                </a:schemeClr>
                              </a:solidFill>
                              <a:latin typeface="Cambria Math" panose="02040503050406030204" pitchFamily="18" charset="0"/>
                            </a:rPr>
                          </m:ctrlPr>
                        </m:sSubPr>
                        <m:e>
                          <m:r>
                            <a:rPr lang="en-US" altLang="ja-JP" sz="1800" b="0" i="1" smtClean="0">
                              <a:solidFill>
                                <a:schemeClr val="tx1">
                                  <a:lumMod val="90000"/>
                                  <a:lumOff val="10000"/>
                                </a:schemeClr>
                              </a:solidFill>
                              <a:latin typeface="Cambria Math" panose="02040503050406030204" pitchFamily="18" charset="0"/>
                            </a:rPr>
                            <m:t>𝑦</m:t>
                          </m:r>
                        </m:e>
                        <m:sub>
                          <m:r>
                            <a:rPr lang="en-US" altLang="ja-JP" sz="1800" b="0" i="1" smtClean="0">
                              <a:solidFill>
                                <a:schemeClr val="tx1">
                                  <a:lumMod val="90000"/>
                                  <a:lumOff val="10000"/>
                                </a:schemeClr>
                              </a:solidFill>
                              <a:latin typeface="Cambria Math" panose="02040503050406030204" pitchFamily="18" charset="0"/>
                            </a:rPr>
                            <m:t>𝑛</m:t>
                          </m:r>
                        </m:sub>
                      </m:sSub>
                      <m:r>
                        <a:rPr lang="en-US" altLang="ja-JP" sz="1800" b="0" i="1" smtClean="0">
                          <a:solidFill>
                            <a:schemeClr val="tx1">
                              <a:lumMod val="90000"/>
                              <a:lumOff val="10000"/>
                            </a:schemeClr>
                          </a:solidFill>
                          <a:latin typeface="Cambria Math" panose="02040503050406030204" pitchFamily="18" charset="0"/>
                        </a:rPr>
                        <m:t>=</m:t>
                      </m:r>
                      <m:sSub>
                        <m:sSubPr>
                          <m:ctrlPr>
                            <a:rPr lang="en-US" altLang="ja-JP" sz="1800" b="0" i="1" smtClean="0">
                              <a:solidFill>
                                <a:schemeClr val="tx1">
                                  <a:lumMod val="90000"/>
                                  <a:lumOff val="10000"/>
                                </a:schemeClr>
                              </a:solidFill>
                              <a:latin typeface="Cambria Math" panose="02040503050406030204" pitchFamily="18" charset="0"/>
                            </a:rPr>
                          </m:ctrlPr>
                        </m:sSubPr>
                        <m:e>
                          <m:r>
                            <a:rPr lang="en-US" altLang="ja-JP" sz="1800" b="0" i="1" smtClean="0">
                              <a:solidFill>
                                <a:schemeClr val="tx1">
                                  <a:lumMod val="90000"/>
                                  <a:lumOff val="10000"/>
                                </a:schemeClr>
                              </a:solidFill>
                              <a:latin typeface="Cambria Math" panose="02040503050406030204" pitchFamily="18" charset="0"/>
                            </a:rPr>
                            <m:t>𝑢</m:t>
                          </m:r>
                        </m:e>
                        <m:sub>
                          <m:r>
                            <a:rPr lang="en-US" altLang="ja-JP" sz="1800" b="0" i="1" smtClean="0">
                              <a:solidFill>
                                <a:schemeClr val="tx1">
                                  <a:lumMod val="90000"/>
                                  <a:lumOff val="10000"/>
                                </a:schemeClr>
                              </a:solidFill>
                              <a:latin typeface="Cambria Math" panose="02040503050406030204" pitchFamily="18" charset="0"/>
                            </a:rPr>
                            <m:t>𝑛</m:t>
                          </m:r>
                        </m:sub>
                      </m:sSub>
                      <m:r>
                        <a:rPr lang="en-US" altLang="ja-JP" sz="1800" b="0" i="1" smtClean="0">
                          <a:solidFill>
                            <a:schemeClr val="tx1">
                              <a:lumMod val="90000"/>
                              <a:lumOff val="10000"/>
                            </a:schemeClr>
                          </a:solidFill>
                          <a:latin typeface="Cambria Math" panose="02040503050406030204" pitchFamily="18" charset="0"/>
                        </a:rPr>
                        <m:t>−</m:t>
                      </m:r>
                      <m:sSub>
                        <m:sSubPr>
                          <m:ctrlPr>
                            <a:rPr lang="en-US" altLang="ja-JP" sz="1800" b="0" i="1" smtClean="0">
                              <a:solidFill>
                                <a:schemeClr val="tx1">
                                  <a:lumMod val="90000"/>
                                  <a:lumOff val="10000"/>
                                </a:schemeClr>
                              </a:solidFill>
                              <a:latin typeface="Cambria Math" panose="02040503050406030204" pitchFamily="18" charset="0"/>
                            </a:rPr>
                          </m:ctrlPr>
                        </m:sSubPr>
                        <m:e>
                          <m:r>
                            <a:rPr lang="en-US" altLang="ja-JP" sz="1800" b="0" i="1" smtClean="0">
                              <a:solidFill>
                                <a:schemeClr val="tx1">
                                  <a:lumMod val="90000"/>
                                  <a:lumOff val="10000"/>
                                </a:schemeClr>
                              </a:solidFill>
                              <a:latin typeface="Cambria Math" panose="02040503050406030204" pitchFamily="18" charset="0"/>
                            </a:rPr>
                            <m:t>𝑠</m:t>
                          </m:r>
                        </m:e>
                        <m:sub>
                          <m:r>
                            <a:rPr lang="en-US" altLang="ja-JP" sz="1800" b="0" i="1" smtClean="0">
                              <a:solidFill>
                                <a:schemeClr val="tx1">
                                  <a:lumMod val="90000"/>
                                  <a:lumOff val="10000"/>
                                </a:schemeClr>
                              </a:solidFill>
                              <a:latin typeface="Cambria Math" panose="02040503050406030204" pitchFamily="18" charset="0"/>
                            </a:rPr>
                            <m:t>𝑛</m:t>
                          </m:r>
                        </m:sub>
                      </m:sSub>
                      <m:r>
                        <a:rPr lang="en-US" altLang="ja-JP" sz="1800" b="0" i="1" smtClean="0">
                          <a:solidFill>
                            <a:schemeClr val="tx1">
                              <a:lumMod val="90000"/>
                              <a:lumOff val="10000"/>
                            </a:schemeClr>
                          </a:solidFill>
                          <a:latin typeface="Cambria Math" panose="02040503050406030204" pitchFamily="18" charset="0"/>
                        </a:rPr>
                        <m:t>+</m:t>
                      </m:r>
                      <m:sSub>
                        <m:sSubPr>
                          <m:ctrlPr>
                            <a:rPr lang="en-US" altLang="ja-JP" sz="1800" b="0" i="1" smtClean="0">
                              <a:solidFill>
                                <a:schemeClr val="tx1">
                                  <a:lumMod val="90000"/>
                                  <a:lumOff val="10000"/>
                                </a:schemeClr>
                              </a:solidFill>
                              <a:latin typeface="Cambria Math" panose="02040503050406030204" pitchFamily="18" charset="0"/>
                            </a:rPr>
                          </m:ctrlPr>
                        </m:sSubPr>
                        <m:e>
                          <m:r>
                            <a:rPr lang="en-US" altLang="ja-JP" sz="1800" b="0" i="1" smtClean="0">
                              <a:solidFill>
                                <a:schemeClr val="tx1">
                                  <a:lumMod val="90000"/>
                                  <a:lumOff val="10000"/>
                                </a:schemeClr>
                              </a:solidFill>
                              <a:latin typeface="Cambria Math" panose="02040503050406030204" pitchFamily="18" charset="0"/>
                            </a:rPr>
                            <m:t>𝑒</m:t>
                          </m:r>
                        </m:e>
                        <m:sub>
                          <m:r>
                            <a:rPr lang="en-US" altLang="ja-JP" sz="1800" b="0" i="1" smtClean="0">
                              <a:solidFill>
                                <a:schemeClr val="tx1">
                                  <a:lumMod val="90000"/>
                                  <a:lumOff val="10000"/>
                                </a:schemeClr>
                              </a:solidFill>
                              <a:latin typeface="Cambria Math" panose="02040503050406030204" pitchFamily="18" charset="0"/>
                            </a:rPr>
                            <m:t>𝑛</m:t>
                          </m:r>
                        </m:sub>
                      </m:sSub>
                      <m:r>
                        <a:rPr lang="en-US" altLang="ja-JP" sz="1800" b="0" i="1" smtClean="0">
                          <a:solidFill>
                            <a:schemeClr val="tx1">
                              <a:lumMod val="90000"/>
                              <a:lumOff val="10000"/>
                            </a:schemeClr>
                          </a:solidFill>
                          <a:latin typeface="Cambria Math" panose="02040503050406030204" pitchFamily="18" charset="0"/>
                        </a:rPr>
                        <m:t>=</m:t>
                      </m:r>
                      <m:sSub>
                        <m:sSubPr>
                          <m:ctrlPr>
                            <a:rPr lang="en-US" altLang="ja-JP" sz="1800" b="0" i="1" smtClean="0">
                              <a:solidFill>
                                <a:schemeClr val="tx1">
                                  <a:lumMod val="90000"/>
                                  <a:lumOff val="10000"/>
                                </a:schemeClr>
                              </a:solidFill>
                              <a:latin typeface="Cambria Math" panose="02040503050406030204" pitchFamily="18" charset="0"/>
                            </a:rPr>
                          </m:ctrlPr>
                        </m:sSubPr>
                        <m:e>
                          <m:r>
                            <a:rPr lang="en-US" altLang="ja-JP" sz="1800" b="0" i="1" smtClean="0">
                              <a:solidFill>
                                <a:schemeClr val="tx1">
                                  <a:lumMod val="90000"/>
                                  <a:lumOff val="10000"/>
                                </a:schemeClr>
                              </a:solidFill>
                              <a:latin typeface="Cambria Math" panose="02040503050406030204" pitchFamily="18" charset="0"/>
                            </a:rPr>
                            <m:t>𝑢</m:t>
                          </m:r>
                        </m:e>
                        <m:sub>
                          <m:r>
                            <a:rPr lang="en-US" altLang="ja-JP" sz="1800" b="0" i="1" smtClean="0">
                              <a:solidFill>
                                <a:schemeClr val="tx1">
                                  <a:lumMod val="90000"/>
                                  <a:lumOff val="10000"/>
                                </a:schemeClr>
                              </a:solidFill>
                              <a:latin typeface="Cambria Math" panose="02040503050406030204" pitchFamily="18" charset="0"/>
                            </a:rPr>
                            <m:t>𝑛</m:t>
                          </m:r>
                        </m:sub>
                      </m:sSub>
                      <m:r>
                        <a:rPr lang="en-US" altLang="ja-JP" sz="1800" b="0" i="1" smtClean="0">
                          <a:solidFill>
                            <a:schemeClr val="tx1">
                              <a:lumMod val="90000"/>
                              <a:lumOff val="10000"/>
                            </a:schemeClr>
                          </a:solidFill>
                          <a:latin typeface="Cambria Math" panose="02040503050406030204" pitchFamily="18" charset="0"/>
                        </a:rPr>
                        <m:t>−</m:t>
                      </m:r>
                      <m:d>
                        <m:dPr>
                          <m:ctrlPr>
                            <a:rPr lang="en-US" altLang="ja-JP" sz="1800" b="0" i="1" smtClean="0">
                              <a:solidFill>
                                <a:schemeClr val="tx1">
                                  <a:lumMod val="90000"/>
                                  <a:lumOff val="10000"/>
                                </a:schemeClr>
                              </a:solidFill>
                              <a:latin typeface="Cambria Math" panose="02040503050406030204" pitchFamily="18" charset="0"/>
                            </a:rPr>
                          </m:ctrlPr>
                        </m:dPr>
                        <m:e>
                          <m:sSub>
                            <m:sSubPr>
                              <m:ctrlPr>
                                <a:rPr lang="en-US" altLang="ja-JP" sz="1800" b="0" i="1" smtClean="0">
                                  <a:solidFill>
                                    <a:schemeClr val="tx1">
                                      <a:lumMod val="90000"/>
                                      <a:lumOff val="10000"/>
                                    </a:schemeClr>
                                  </a:solidFill>
                                  <a:latin typeface="Cambria Math" panose="02040503050406030204" pitchFamily="18" charset="0"/>
                                </a:rPr>
                              </m:ctrlPr>
                            </m:sSubPr>
                            <m:e>
                              <m:r>
                                <a:rPr lang="en-US" altLang="ja-JP" sz="1800" b="0" i="1" smtClean="0">
                                  <a:solidFill>
                                    <a:schemeClr val="tx1">
                                      <a:lumMod val="90000"/>
                                      <a:lumOff val="10000"/>
                                    </a:schemeClr>
                                  </a:solidFill>
                                  <a:latin typeface="Cambria Math" panose="02040503050406030204" pitchFamily="18" charset="0"/>
                                </a:rPr>
                                <m:t>𝑠</m:t>
                              </m:r>
                            </m:e>
                            <m:sub>
                              <m:r>
                                <a:rPr lang="en-US" altLang="ja-JP" sz="1800" b="0" i="1" smtClean="0">
                                  <a:solidFill>
                                    <a:schemeClr val="tx1">
                                      <a:lumMod val="90000"/>
                                      <a:lumOff val="10000"/>
                                    </a:schemeClr>
                                  </a:solidFill>
                                  <a:latin typeface="Cambria Math" panose="02040503050406030204" pitchFamily="18" charset="0"/>
                                </a:rPr>
                                <m:t>𝑛</m:t>
                              </m:r>
                              <m:r>
                                <a:rPr lang="en-US" altLang="ja-JP" sz="1800" b="0" i="1" smtClean="0">
                                  <a:solidFill>
                                    <a:schemeClr val="tx1">
                                      <a:lumMod val="90000"/>
                                      <a:lumOff val="10000"/>
                                    </a:schemeClr>
                                  </a:solidFill>
                                  <a:latin typeface="Cambria Math" panose="02040503050406030204" pitchFamily="18" charset="0"/>
                                </a:rPr>
                                <m:t>−1</m:t>
                              </m:r>
                            </m:sub>
                          </m:sSub>
                          <m:r>
                            <a:rPr lang="en-US" altLang="ja-JP" sz="1800" b="0" i="1" smtClean="0">
                              <a:solidFill>
                                <a:schemeClr val="tx1">
                                  <a:lumMod val="90000"/>
                                  <a:lumOff val="10000"/>
                                </a:schemeClr>
                              </a:solidFill>
                              <a:latin typeface="Cambria Math" panose="02040503050406030204" pitchFamily="18" charset="0"/>
                            </a:rPr>
                            <m:t>+</m:t>
                          </m:r>
                          <m:sSub>
                            <m:sSubPr>
                              <m:ctrlPr>
                                <a:rPr lang="en-US" altLang="ja-JP" sz="1800" b="0" i="1" smtClean="0">
                                  <a:solidFill>
                                    <a:schemeClr val="tx1">
                                      <a:lumMod val="90000"/>
                                      <a:lumOff val="10000"/>
                                    </a:schemeClr>
                                  </a:solidFill>
                                  <a:latin typeface="Cambria Math" panose="02040503050406030204" pitchFamily="18" charset="0"/>
                                </a:rPr>
                              </m:ctrlPr>
                            </m:sSubPr>
                            <m:e>
                              <m:r>
                                <a:rPr lang="en-US" altLang="ja-JP" sz="1800" b="0" i="1" smtClean="0">
                                  <a:solidFill>
                                    <a:schemeClr val="tx1">
                                      <a:lumMod val="90000"/>
                                      <a:lumOff val="10000"/>
                                    </a:schemeClr>
                                  </a:solidFill>
                                  <a:latin typeface="Cambria Math" panose="02040503050406030204" pitchFamily="18" charset="0"/>
                                </a:rPr>
                                <m:t>𝑦</m:t>
                              </m:r>
                            </m:e>
                            <m:sub>
                              <m:r>
                                <a:rPr lang="en-US" altLang="ja-JP" sz="1800" b="0" i="1" smtClean="0">
                                  <a:solidFill>
                                    <a:schemeClr val="tx1">
                                      <a:lumMod val="90000"/>
                                      <a:lumOff val="10000"/>
                                    </a:schemeClr>
                                  </a:solidFill>
                                  <a:latin typeface="Cambria Math" panose="02040503050406030204" pitchFamily="18" charset="0"/>
                                </a:rPr>
                                <m:t>𝑛</m:t>
                              </m:r>
                              <m:r>
                                <a:rPr lang="en-US" altLang="ja-JP" sz="1800" b="0" i="1" smtClean="0">
                                  <a:solidFill>
                                    <a:schemeClr val="tx1">
                                      <a:lumMod val="90000"/>
                                      <a:lumOff val="10000"/>
                                    </a:schemeClr>
                                  </a:solidFill>
                                  <a:latin typeface="Cambria Math" panose="02040503050406030204" pitchFamily="18" charset="0"/>
                                </a:rPr>
                                <m:t>−1</m:t>
                              </m:r>
                            </m:sub>
                          </m:sSub>
                        </m:e>
                      </m:d>
                      <m:r>
                        <a:rPr lang="en-US" altLang="ja-JP" sz="1800" b="0" i="1" smtClean="0">
                          <a:solidFill>
                            <a:schemeClr val="tx1">
                              <a:lumMod val="90000"/>
                              <a:lumOff val="10000"/>
                            </a:schemeClr>
                          </a:solidFill>
                          <a:latin typeface="Cambria Math" panose="02040503050406030204" pitchFamily="18" charset="0"/>
                        </a:rPr>
                        <m:t>+</m:t>
                      </m:r>
                      <m:sSub>
                        <m:sSubPr>
                          <m:ctrlPr>
                            <a:rPr lang="en-US" altLang="ja-JP" sz="1800" b="0" i="1" smtClean="0">
                              <a:solidFill>
                                <a:schemeClr val="tx1">
                                  <a:lumMod val="90000"/>
                                  <a:lumOff val="10000"/>
                                </a:schemeClr>
                              </a:solidFill>
                              <a:latin typeface="Cambria Math" panose="02040503050406030204" pitchFamily="18" charset="0"/>
                            </a:rPr>
                          </m:ctrlPr>
                        </m:sSubPr>
                        <m:e>
                          <m:r>
                            <a:rPr lang="en-US" altLang="ja-JP" sz="1800" b="0" i="1" smtClean="0">
                              <a:solidFill>
                                <a:schemeClr val="tx1">
                                  <a:lumMod val="90000"/>
                                  <a:lumOff val="10000"/>
                                </a:schemeClr>
                              </a:solidFill>
                              <a:latin typeface="Cambria Math" panose="02040503050406030204" pitchFamily="18" charset="0"/>
                            </a:rPr>
                            <m:t>𝑒</m:t>
                          </m:r>
                        </m:e>
                        <m:sub>
                          <m:r>
                            <a:rPr lang="en-US" altLang="ja-JP" sz="1800" b="0" i="1" smtClean="0">
                              <a:solidFill>
                                <a:schemeClr val="tx1">
                                  <a:lumMod val="90000"/>
                                  <a:lumOff val="10000"/>
                                </a:schemeClr>
                              </a:solidFill>
                              <a:latin typeface="Cambria Math" panose="02040503050406030204" pitchFamily="18" charset="0"/>
                            </a:rPr>
                            <m:t>𝑛</m:t>
                          </m:r>
                        </m:sub>
                      </m:sSub>
                    </m:oMath>
                  </m:oMathPara>
                </a14:m>
                <a:endParaRPr lang="en-US" altLang="ja-JP" sz="1800" b="0" dirty="0">
                  <a:solidFill>
                    <a:schemeClr val="tx1">
                      <a:lumMod val="90000"/>
                      <a:lumOff val="10000"/>
                    </a:schemeClr>
                  </a:solidFill>
                </a:endParaRPr>
              </a:p>
            </p:txBody>
          </p:sp>
        </mc:Choice>
        <mc:Fallback xmlns="">
          <p:sp>
            <p:nvSpPr>
              <p:cNvPr id="11" name="テキスト ボックス 10">
                <a:extLst>
                  <a:ext uri="{FF2B5EF4-FFF2-40B4-BE49-F238E27FC236}">
                    <a16:creationId xmlns:a16="http://schemas.microsoft.com/office/drawing/2014/main" id="{17F5DB35-CD57-CC83-17D9-142B248F5A9F}"/>
                  </a:ext>
                </a:extLst>
              </p:cNvPr>
              <p:cNvSpPr txBox="1">
                <a:spLocks noRot="1" noChangeAspect="1" noMove="1" noResize="1" noEditPoints="1" noAdjustHandles="1" noChangeArrowheads="1" noChangeShapeType="1" noTextEdit="1"/>
              </p:cNvSpPr>
              <p:nvPr/>
            </p:nvSpPr>
            <p:spPr>
              <a:xfrm>
                <a:off x="5147496" y="1582120"/>
                <a:ext cx="5324361" cy="369332"/>
              </a:xfrm>
              <a:prstGeom prst="rect">
                <a:avLst/>
              </a:prstGeom>
              <a:blipFill>
                <a:blip r:embed="rId7"/>
                <a:stretch>
                  <a:fillRect b="-8333"/>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3" name="テキスト ボックス 12">
                <a:extLst>
                  <a:ext uri="{FF2B5EF4-FFF2-40B4-BE49-F238E27FC236}">
                    <a16:creationId xmlns:a16="http://schemas.microsoft.com/office/drawing/2014/main" id="{F7753A55-76D8-4AAD-E893-7748F021DE52}"/>
                  </a:ext>
                </a:extLst>
              </p:cNvPr>
              <p:cNvSpPr txBox="1"/>
              <p:nvPr/>
            </p:nvSpPr>
            <p:spPr>
              <a:xfrm>
                <a:off x="5147496" y="2359127"/>
                <a:ext cx="5645907" cy="369332"/>
              </a:xfrm>
              <a:prstGeom prst="rect">
                <a:avLst/>
              </a:prstGeom>
              <a:noFill/>
            </p:spPr>
            <p:txBody>
              <a:bodyPr wrap="square">
                <a:spAutoFit/>
              </a:bodyPr>
              <a:lstStyle/>
              <a:p>
                <a:pPr/>
                <a14:m>
                  <m:oMathPara xmlns:m="http://schemas.openxmlformats.org/officeDocument/2006/math">
                    <m:oMathParaPr>
                      <m:jc m:val="left"/>
                    </m:oMathParaPr>
                    <m:oMath>
                      <m:sSub>
                        <m:sSubPr>
                          <m:ctrlPr>
                            <a:rPr lang="en-US" altLang="ja-JP" sz="1800" b="0" i="1" smtClean="0">
                              <a:solidFill>
                                <a:schemeClr val="tx1">
                                  <a:lumMod val="90000"/>
                                  <a:lumOff val="10000"/>
                                </a:schemeClr>
                              </a:solidFill>
                              <a:latin typeface="Cambria Math" panose="02040503050406030204" pitchFamily="18" charset="0"/>
                            </a:rPr>
                          </m:ctrlPr>
                        </m:sSubPr>
                        <m:e>
                          <m:r>
                            <a:rPr lang="en-US" altLang="ja-JP" sz="1800" b="0" i="1" smtClean="0">
                              <a:solidFill>
                                <a:schemeClr val="tx1">
                                  <a:lumMod val="90000"/>
                                  <a:lumOff val="10000"/>
                                </a:schemeClr>
                              </a:solidFill>
                              <a:latin typeface="Cambria Math" panose="02040503050406030204" pitchFamily="18" charset="0"/>
                            </a:rPr>
                            <m:t>𝑦</m:t>
                          </m:r>
                        </m:e>
                        <m:sub>
                          <m:r>
                            <a:rPr lang="en-US" altLang="ja-JP" sz="1800" b="0" i="1" smtClean="0">
                              <a:solidFill>
                                <a:schemeClr val="tx1">
                                  <a:lumMod val="90000"/>
                                  <a:lumOff val="10000"/>
                                </a:schemeClr>
                              </a:solidFill>
                              <a:latin typeface="Cambria Math" panose="02040503050406030204" pitchFamily="18" charset="0"/>
                            </a:rPr>
                            <m:t>𝑛</m:t>
                          </m:r>
                          <m:r>
                            <a:rPr lang="en-US" altLang="ja-JP" sz="1800" b="0" i="1" smtClean="0">
                              <a:solidFill>
                                <a:schemeClr val="tx1">
                                  <a:lumMod val="90000"/>
                                  <a:lumOff val="10000"/>
                                </a:schemeClr>
                              </a:solidFill>
                              <a:latin typeface="Cambria Math" panose="02040503050406030204" pitchFamily="18" charset="0"/>
                            </a:rPr>
                            <m:t>+1</m:t>
                          </m:r>
                        </m:sub>
                      </m:sSub>
                      <m:r>
                        <a:rPr lang="en-US" altLang="ja-JP" sz="1800" b="0" i="1" smtClean="0">
                          <a:solidFill>
                            <a:schemeClr val="tx1">
                              <a:lumMod val="90000"/>
                              <a:lumOff val="10000"/>
                            </a:schemeClr>
                          </a:solidFill>
                          <a:latin typeface="Cambria Math" panose="02040503050406030204" pitchFamily="18" charset="0"/>
                        </a:rPr>
                        <m:t>=</m:t>
                      </m:r>
                      <m:sSub>
                        <m:sSubPr>
                          <m:ctrlPr>
                            <a:rPr lang="en-US" altLang="ja-JP" sz="1800" b="0" i="1" smtClean="0">
                              <a:solidFill>
                                <a:schemeClr val="tx1">
                                  <a:lumMod val="90000"/>
                                  <a:lumOff val="10000"/>
                                </a:schemeClr>
                              </a:solidFill>
                              <a:latin typeface="Cambria Math" panose="02040503050406030204" pitchFamily="18" charset="0"/>
                            </a:rPr>
                          </m:ctrlPr>
                        </m:sSubPr>
                        <m:e>
                          <m:r>
                            <a:rPr lang="en-US" altLang="ja-JP" sz="1800" b="0" i="1" smtClean="0">
                              <a:solidFill>
                                <a:schemeClr val="tx1">
                                  <a:lumMod val="90000"/>
                                  <a:lumOff val="10000"/>
                                </a:schemeClr>
                              </a:solidFill>
                              <a:latin typeface="Cambria Math" panose="02040503050406030204" pitchFamily="18" charset="0"/>
                            </a:rPr>
                            <m:t>𝑢</m:t>
                          </m:r>
                        </m:e>
                        <m:sub>
                          <m:r>
                            <a:rPr lang="en-US" altLang="ja-JP" sz="1800" b="0" i="1" smtClean="0">
                              <a:solidFill>
                                <a:schemeClr val="tx1">
                                  <a:lumMod val="90000"/>
                                  <a:lumOff val="10000"/>
                                </a:schemeClr>
                              </a:solidFill>
                              <a:latin typeface="Cambria Math" panose="02040503050406030204" pitchFamily="18" charset="0"/>
                            </a:rPr>
                            <m:t>𝑛</m:t>
                          </m:r>
                          <m:r>
                            <a:rPr lang="en-US" altLang="ja-JP" sz="1800" b="0" i="1" smtClean="0">
                              <a:solidFill>
                                <a:schemeClr val="tx1">
                                  <a:lumMod val="90000"/>
                                  <a:lumOff val="10000"/>
                                </a:schemeClr>
                              </a:solidFill>
                              <a:latin typeface="Cambria Math" panose="02040503050406030204" pitchFamily="18" charset="0"/>
                            </a:rPr>
                            <m:t>+1</m:t>
                          </m:r>
                        </m:sub>
                      </m:sSub>
                      <m:r>
                        <a:rPr lang="en-US" altLang="ja-JP" sz="1800" b="0" i="1" smtClean="0">
                          <a:solidFill>
                            <a:schemeClr val="tx1">
                              <a:lumMod val="90000"/>
                              <a:lumOff val="10000"/>
                            </a:schemeClr>
                          </a:solidFill>
                          <a:latin typeface="Cambria Math" panose="02040503050406030204" pitchFamily="18" charset="0"/>
                        </a:rPr>
                        <m:t>−</m:t>
                      </m:r>
                      <m:sSub>
                        <m:sSubPr>
                          <m:ctrlPr>
                            <a:rPr lang="en-US" altLang="ja-JP" sz="1800" b="0" i="1" smtClean="0">
                              <a:solidFill>
                                <a:schemeClr val="tx1">
                                  <a:lumMod val="90000"/>
                                  <a:lumOff val="10000"/>
                                </a:schemeClr>
                              </a:solidFill>
                              <a:latin typeface="Cambria Math" panose="02040503050406030204" pitchFamily="18" charset="0"/>
                            </a:rPr>
                          </m:ctrlPr>
                        </m:sSubPr>
                        <m:e>
                          <m:r>
                            <a:rPr lang="en-US" altLang="ja-JP" sz="1800" b="0" i="1" smtClean="0">
                              <a:solidFill>
                                <a:schemeClr val="tx1">
                                  <a:lumMod val="90000"/>
                                  <a:lumOff val="10000"/>
                                </a:schemeClr>
                              </a:solidFill>
                              <a:latin typeface="Cambria Math" panose="02040503050406030204" pitchFamily="18" charset="0"/>
                            </a:rPr>
                            <m:t>𝑠</m:t>
                          </m:r>
                        </m:e>
                        <m:sub>
                          <m:r>
                            <a:rPr lang="en-US" altLang="ja-JP" sz="1800" b="0" i="1" smtClean="0">
                              <a:solidFill>
                                <a:schemeClr val="tx1">
                                  <a:lumMod val="90000"/>
                                  <a:lumOff val="10000"/>
                                </a:schemeClr>
                              </a:solidFill>
                              <a:latin typeface="Cambria Math" panose="02040503050406030204" pitchFamily="18" charset="0"/>
                            </a:rPr>
                            <m:t>𝑛</m:t>
                          </m:r>
                          <m:r>
                            <a:rPr lang="en-US" altLang="ja-JP" sz="1800" b="0" i="1" smtClean="0">
                              <a:solidFill>
                                <a:schemeClr val="tx1">
                                  <a:lumMod val="90000"/>
                                  <a:lumOff val="10000"/>
                                </a:schemeClr>
                              </a:solidFill>
                              <a:latin typeface="Cambria Math" panose="02040503050406030204" pitchFamily="18" charset="0"/>
                            </a:rPr>
                            <m:t>+1</m:t>
                          </m:r>
                        </m:sub>
                      </m:sSub>
                      <m:r>
                        <a:rPr lang="en-US" altLang="ja-JP" sz="1800" b="0" i="1" smtClean="0">
                          <a:solidFill>
                            <a:schemeClr val="tx1">
                              <a:lumMod val="90000"/>
                              <a:lumOff val="10000"/>
                            </a:schemeClr>
                          </a:solidFill>
                          <a:latin typeface="Cambria Math" panose="02040503050406030204" pitchFamily="18" charset="0"/>
                        </a:rPr>
                        <m:t>+</m:t>
                      </m:r>
                      <m:sSub>
                        <m:sSubPr>
                          <m:ctrlPr>
                            <a:rPr lang="en-US" altLang="ja-JP" sz="1800" b="0" i="1" smtClean="0">
                              <a:solidFill>
                                <a:schemeClr val="tx1">
                                  <a:lumMod val="90000"/>
                                  <a:lumOff val="10000"/>
                                </a:schemeClr>
                              </a:solidFill>
                              <a:latin typeface="Cambria Math" panose="02040503050406030204" pitchFamily="18" charset="0"/>
                            </a:rPr>
                          </m:ctrlPr>
                        </m:sSubPr>
                        <m:e>
                          <m:r>
                            <a:rPr lang="en-US" altLang="ja-JP" sz="1800" b="0" i="1" smtClean="0">
                              <a:solidFill>
                                <a:schemeClr val="tx1">
                                  <a:lumMod val="90000"/>
                                  <a:lumOff val="10000"/>
                                </a:schemeClr>
                              </a:solidFill>
                              <a:latin typeface="Cambria Math" panose="02040503050406030204" pitchFamily="18" charset="0"/>
                            </a:rPr>
                            <m:t>𝑒</m:t>
                          </m:r>
                        </m:e>
                        <m:sub>
                          <m:r>
                            <a:rPr lang="en-US" altLang="ja-JP" sz="1800" b="0" i="1" smtClean="0">
                              <a:solidFill>
                                <a:schemeClr val="tx1">
                                  <a:lumMod val="90000"/>
                                  <a:lumOff val="10000"/>
                                </a:schemeClr>
                              </a:solidFill>
                              <a:latin typeface="Cambria Math" panose="02040503050406030204" pitchFamily="18" charset="0"/>
                            </a:rPr>
                            <m:t>𝑛</m:t>
                          </m:r>
                          <m:r>
                            <a:rPr lang="en-US" altLang="ja-JP" sz="1800" b="0" i="1" smtClean="0">
                              <a:solidFill>
                                <a:schemeClr val="tx1">
                                  <a:lumMod val="90000"/>
                                  <a:lumOff val="10000"/>
                                </a:schemeClr>
                              </a:solidFill>
                              <a:latin typeface="Cambria Math" panose="02040503050406030204" pitchFamily="18" charset="0"/>
                            </a:rPr>
                            <m:t>+1</m:t>
                          </m:r>
                        </m:sub>
                      </m:sSub>
                      <m:r>
                        <a:rPr lang="en-US" altLang="ja-JP" sz="1800" b="0" i="1" smtClean="0">
                          <a:solidFill>
                            <a:schemeClr val="tx1">
                              <a:lumMod val="90000"/>
                              <a:lumOff val="10000"/>
                            </a:schemeClr>
                          </a:solidFill>
                          <a:latin typeface="Cambria Math" panose="02040503050406030204" pitchFamily="18" charset="0"/>
                        </a:rPr>
                        <m:t>=</m:t>
                      </m:r>
                      <m:sSub>
                        <m:sSubPr>
                          <m:ctrlPr>
                            <a:rPr lang="en-US" altLang="ja-JP" sz="1800" b="0" i="1" smtClean="0">
                              <a:solidFill>
                                <a:schemeClr val="tx1">
                                  <a:lumMod val="90000"/>
                                  <a:lumOff val="10000"/>
                                </a:schemeClr>
                              </a:solidFill>
                              <a:latin typeface="Cambria Math" panose="02040503050406030204" pitchFamily="18" charset="0"/>
                            </a:rPr>
                          </m:ctrlPr>
                        </m:sSubPr>
                        <m:e>
                          <m:r>
                            <a:rPr lang="en-US" altLang="ja-JP" sz="1800" b="0" i="1" smtClean="0">
                              <a:solidFill>
                                <a:schemeClr val="tx1">
                                  <a:lumMod val="90000"/>
                                  <a:lumOff val="10000"/>
                                </a:schemeClr>
                              </a:solidFill>
                              <a:latin typeface="Cambria Math" panose="02040503050406030204" pitchFamily="18" charset="0"/>
                            </a:rPr>
                            <m:t>𝑢</m:t>
                          </m:r>
                        </m:e>
                        <m:sub>
                          <m:r>
                            <a:rPr lang="en-US" altLang="ja-JP" sz="1800" b="0" i="1" smtClean="0">
                              <a:solidFill>
                                <a:schemeClr val="tx1">
                                  <a:lumMod val="90000"/>
                                  <a:lumOff val="10000"/>
                                </a:schemeClr>
                              </a:solidFill>
                              <a:latin typeface="Cambria Math" panose="02040503050406030204" pitchFamily="18" charset="0"/>
                            </a:rPr>
                            <m:t>𝑛</m:t>
                          </m:r>
                          <m:r>
                            <a:rPr lang="en-US" altLang="ja-JP" sz="1800" b="0" i="1" smtClean="0">
                              <a:solidFill>
                                <a:schemeClr val="tx1">
                                  <a:lumMod val="90000"/>
                                  <a:lumOff val="10000"/>
                                </a:schemeClr>
                              </a:solidFill>
                              <a:latin typeface="Cambria Math" panose="02040503050406030204" pitchFamily="18" charset="0"/>
                            </a:rPr>
                            <m:t>+1</m:t>
                          </m:r>
                        </m:sub>
                      </m:sSub>
                      <m:r>
                        <a:rPr lang="en-US" altLang="ja-JP" sz="1800" b="0" i="1" smtClean="0">
                          <a:solidFill>
                            <a:schemeClr val="tx1">
                              <a:lumMod val="90000"/>
                              <a:lumOff val="10000"/>
                            </a:schemeClr>
                          </a:solidFill>
                          <a:latin typeface="Cambria Math" panose="02040503050406030204" pitchFamily="18" charset="0"/>
                        </a:rPr>
                        <m:t>−</m:t>
                      </m:r>
                      <m:d>
                        <m:dPr>
                          <m:ctrlPr>
                            <a:rPr lang="en-US" altLang="ja-JP" sz="1800" b="0" i="1" smtClean="0">
                              <a:solidFill>
                                <a:schemeClr val="tx1">
                                  <a:lumMod val="90000"/>
                                  <a:lumOff val="10000"/>
                                </a:schemeClr>
                              </a:solidFill>
                              <a:latin typeface="Cambria Math" panose="02040503050406030204" pitchFamily="18" charset="0"/>
                            </a:rPr>
                          </m:ctrlPr>
                        </m:dPr>
                        <m:e>
                          <m:sSub>
                            <m:sSubPr>
                              <m:ctrlPr>
                                <a:rPr lang="en-US" altLang="ja-JP" sz="1800" b="0" i="1" smtClean="0">
                                  <a:solidFill>
                                    <a:schemeClr val="tx1">
                                      <a:lumMod val="90000"/>
                                      <a:lumOff val="10000"/>
                                    </a:schemeClr>
                                  </a:solidFill>
                                  <a:latin typeface="Cambria Math" panose="02040503050406030204" pitchFamily="18" charset="0"/>
                                </a:rPr>
                              </m:ctrlPr>
                            </m:sSubPr>
                            <m:e>
                              <m:r>
                                <a:rPr lang="en-US" altLang="ja-JP" sz="1800" b="0" i="1" smtClean="0">
                                  <a:solidFill>
                                    <a:schemeClr val="tx1">
                                      <a:lumMod val="90000"/>
                                      <a:lumOff val="10000"/>
                                    </a:schemeClr>
                                  </a:solidFill>
                                  <a:latin typeface="Cambria Math" panose="02040503050406030204" pitchFamily="18" charset="0"/>
                                </a:rPr>
                                <m:t>𝑠</m:t>
                              </m:r>
                            </m:e>
                            <m:sub>
                              <m:r>
                                <a:rPr lang="en-US" altLang="ja-JP" sz="1800" b="0" i="1" smtClean="0">
                                  <a:solidFill>
                                    <a:schemeClr val="tx1">
                                      <a:lumMod val="90000"/>
                                      <a:lumOff val="10000"/>
                                    </a:schemeClr>
                                  </a:solidFill>
                                  <a:latin typeface="Cambria Math" panose="02040503050406030204" pitchFamily="18" charset="0"/>
                                </a:rPr>
                                <m:t>𝑛</m:t>
                              </m:r>
                            </m:sub>
                          </m:sSub>
                          <m:r>
                            <a:rPr lang="en-US" altLang="ja-JP" sz="1800" b="0" i="1" smtClean="0">
                              <a:solidFill>
                                <a:schemeClr val="tx1">
                                  <a:lumMod val="90000"/>
                                  <a:lumOff val="10000"/>
                                </a:schemeClr>
                              </a:solidFill>
                              <a:latin typeface="Cambria Math" panose="02040503050406030204" pitchFamily="18" charset="0"/>
                            </a:rPr>
                            <m:t>+</m:t>
                          </m:r>
                          <m:sSub>
                            <m:sSubPr>
                              <m:ctrlPr>
                                <a:rPr lang="en-US" altLang="ja-JP" sz="1800" b="0" i="1" smtClean="0">
                                  <a:solidFill>
                                    <a:schemeClr val="tx1">
                                      <a:lumMod val="90000"/>
                                      <a:lumOff val="10000"/>
                                    </a:schemeClr>
                                  </a:solidFill>
                                  <a:latin typeface="Cambria Math" panose="02040503050406030204" pitchFamily="18" charset="0"/>
                                </a:rPr>
                              </m:ctrlPr>
                            </m:sSubPr>
                            <m:e>
                              <m:r>
                                <a:rPr lang="en-US" altLang="ja-JP" sz="1800" b="0" i="1" smtClean="0">
                                  <a:solidFill>
                                    <a:schemeClr val="tx1">
                                      <a:lumMod val="90000"/>
                                      <a:lumOff val="10000"/>
                                    </a:schemeClr>
                                  </a:solidFill>
                                  <a:latin typeface="Cambria Math" panose="02040503050406030204" pitchFamily="18" charset="0"/>
                                </a:rPr>
                                <m:t>𝑦</m:t>
                              </m:r>
                            </m:e>
                            <m:sub>
                              <m:r>
                                <a:rPr lang="en-US" altLang="ja-JP" sz="1800" b="0" i="1" smtClean="0">
                                  <a:solidFill>
                                    <a:schemeClr val="tx1">
                                      <a:lumMod val="90000"/>
                                      <a:lumOff val="10000"/>
                                    </a:schemeClr>
                                  </a:solidFill>
                                  <a:latin typeface="Cambria Math" panose="02040503050406030204" pitchFamily="18" charset="0"/>
                                </a:rPr>
                                <m:t>𝑛</m:t>
                              </m:r>
                            </m:sub>
                          </m:sSub>
                        </m:e>
                      </m:d>
                      <m:r>
                        <a:rPr lang="en-US" altLang="ja-JP" sz="1800" b="0" i="1" smtClean="0">
                          <a:solidFill>
                            <a:schemeClr val="tx1">
                              <a:lumMod val="90000"/>
                              <a:lumOff val="10000"/>
                            </a:schemeClr>
                          </a:solidFill>
                          <a:latin typeface="Cambria Math" panose="02040503050406030204" pitchFamily="18" charset="0"/>
                        </a:rPr>
                        <m:t>+</m:t>
                      </m:r>
                      <m:sSub>
                        <m:sSubPr>
                          <m:ctrlPr>
                            <a:rPr lang="en-US" altLang="ja-JP" sz="1800" b="0" i="1" smtClean="0">
                              <a:solidFill>
                                <a:schemeClr val="tx1">
                                  <a:lumMod val="90000"/>
                                  <a:lumOff val="10000"/>
                                </a:schemeClr>
                              </a:solidFill>
                              <a:latin typeface="Cambria Math" panose="02040503050406030204" pitchFamily="18" charset="0"/>
                            </a:rPr>
                          </m:ctrlPr>
                        </m:sSubPr>
                        <m:e>
                          <m:r>
                            <a:rPr lang="en-US" altLang="ja-JP" sz="1800" b="0" i="1" smtClean="0">
                              <a:solidFill>
                                <a:schemeClr val="tx1">
                                  <a:lumMod val="90000"/>
                                  <a:lumOff val="10000"/>
                                </a:schemeClr>
                              </a:solidFill>
                              <a:latin typeface="Cambria Math" panose="02040503050406030204" pitchFamily="18" charset="0"/>
                            </a:rPr>
                            <m:t>𝑒</m:t>
                          </m:r>
                        </m:e>
                        <m:sub>
                          <m:r>
                            <a:rPr lang="en-US" altLang="ja-JP" sz="1800" b="0" i="1" smtClean="0">
                              <a:solidFill>
                                <a:schemeClr val="tx1">
                                  <a:lumMod val="90000"/>
                                  <a:lumOff val="10000"/>
                                </a:schemeClr>
                              </a:solidFill>
                              <a:latin typeface="Cambria Math" panose="02040503050406030204" pitchFamily="18" charset="0"/>
                            </a:rPr>
                            <m:t>𝑛</m:t>
                          </m:r>
                          <m:r>
                            <a:rPr lang="en-US" altLang="ja-JP" sz="1800" b="0" i="1" smtClean="0">
                              <a:solidFill>
                                <a:schemeClr val="tx1">
                                  <a:lumMod val="90000"/>
                                  <a:lumOff val="10000"/>
                                </a:schemeClr>
                              </a:solidFill>
                              <a:latin typeface="Cambria Math" panose="02040503050406030204" pitchFamily="18" charset="0"/>
                            </a:rPr>
                            <m:t>+1</m:t>
                          </m:r>
                        </m:sub>
                      </m:sSub>
                    </m:oMath>
                  </m:oMathPara>
                </a14:m>
                <a:endParaRPr lang="en-US" altLang="ja-JP" sz="1800" b="0" dirty="0">
                  <a:solidFill>
                    <a:schemeClr val="tx1">
                      <a:lumMod val="90000"/>
                      <a:lumOff val="10000"/>
                    </a:schemeClr>
                  </a:solidFill>
                </a:endParaRPr>
              </a:p>
            </p:txBody>
          </p:sp>
        </mc:Choice>
        <mc:Fallback xmlns="">
          <p:sp>
            <p:nvSpPr>
              <p:cNvPr id="13" name="テキスト ボックス 12">
                <a:extLst>
                  <a:ext uri="{FF2B5EF4-FFF2-40B4-BE49-F238E27FC236}">
                    <a16:creationId xmlns:a16="http://schemas.microsoft.com/office/drawing/2014/main" id="{F7753A55-76D8-4AAD-E893-7748F021DE52}"/>
                  </a:ext>
                </a:extLst>
              </p:cNvPr>
              <p:cNvSpPr txBox="1">
                <a:spLocks noRot="1" noChangeAspect="1" noMove="1" noResize="1" noEditPoints="1" noAdjustHandles="1" noChangeArrowheads="1" noChangeShapeType="1" noTextEdit="1"/>
              </p:cNvSpPr>
              <p:nvPr/>
            </p:nvSpPr>
            <p:spPr>
              <a:xfrm>
                <a:off x="5147496" y="2359127"/>
                <a:ext cx="5645907" cy="369332"/>
              </a:xfrm>
              <a:prstGeom prst="rect">
                <a:avLst/>
              </a:prstGeom>
              <a:blipFill>
                <a:blip r:embed="rId8"/>
                <a:stretch>
                  <a:fillRect b="-6557"/>
                </a:stretch>
              </a:blipFill>
            </p:spPr>
            <p:txBody>
              <a:bodyPr/>
              <a:lstStyle/>
              <a:p>
                <a:r>
                  <a:rPr lang="ja-JP" altLang="en-US">
                    <a:noFill/>
                  </a:rPr>
                  <a:t> </a:t>
                </a:r>
              </a:p>
            </p:txBody>
          </p:sp>
        </mc:Fallback>
      </mc:AlternateContent>
      <p:sp>
        <p:nvSpPr>
          <p:cNvPr id="14" name="テキスト ボックス 13">
            <a:extLst>
              <a:ext uri="{FF2B5EF4-FFF2-40B4-BE49-F238E27FC236}">
                <a16:creationId xmlns:a16="http://schemas.microsoft.com/office/drawing/2014/main" id="{3D109015-DCDD-920E-7E57-C1DCDB10C213}"/>
              </a:ext>
            </a:extLst>
          </p:cNvPr>
          <p:cNvSpPr txBox="1"/>
          <p:nvPr/>
        </p:nvSpPr>
        <p:spPr>
          <a:xfrm>
            <a:off x="4617147" y="2025441"/>
            <a:ext cx="5324361" cy="369332"/>
          </a:xfrm>
          <a:prstGeom prst="rect">
            <a:avLst/>
          </a:prstGeom>
          <a:noFill/>
        </p:spPr>
        <p:txBody>
          <a:bodyPr wrap="square">
            <a:spAutoFit/>
          </a:bodyPr>
          <a:lstStyle/>
          <a:p>
            <a:r>
              <a:rPr lang="ja-JP" altLang="en-US" sz="1800" b="0" dirty="0">
                <a:solidFill>
                  <a:schemeClr val="tx1">
                    <a:lumMod val="90000"/>
                    <a:lumOff val="10000"/>
                  </a:schemeClr>
                </a:solidFill>
              </a:rPr>
              <a:t>ここで</a:t>
            </a:r>
            <a:r>
              <a:rPr lang="en-US" altLang="ja-JP" sz="1800" b="0" dirty="0">
                <a:solidFill>
                  <a:schemeClr val="tx1">
                    <a:lumMod val="90000"/>
                    <a:lumOff val="10000"/>
                  </a:schemeClr>
                </a:solidFill>
              </a:rPr>
              <a:t>y</a:t>
            </a:r>
            <a:r>
              <a:rPr lang="en-US" altLang="ja-JP" sz="1800" b="0" baseline="-25000" dirty="0">
                <a:solidFill>
                  <a:schemeClr val="tx1">
                    <a:lumMod val="90000"/>
                    <a:lumOff val="10000"/>
                  </a:schemeClr>
                </a:solidFill>
              </a:rPr>
              <a:t>n</a:t>
            </a:r>
            <a:r>
              <a:rPr lang="en-US" altLang="ja-JP" baseline="-25000" dirty="0">
                <a:solidFill>
                  <a:schemeClr val="tx1">
                    <a:lumMod val="90000"/>
                    <a:lumOff val="10000"/>
                  </a:schemeClr>
                </a:solidFill>
              </a:rPr>
              <a:t>+1</a:t>
            </a:r>
            <a:r>
              <a:rPr lang="ja-JP" altLang="en-US" dirty="0">
                <a:solidFill>
                  <a:schemeClr val="tx1">
                    <a:lumMod val="90000"/>
                    <a:lumOff val="10000"/>
                  </a:schemeClr>
                </a:solidFill>
              </a:rPr>
              <a:t>を考える。</a:t>
            </a:r>
            <a:endParaRPr lang="en-US" altLang="ja-JP" dirty="0">
              <a:solidFill>
                <a:schemeClr val="tx1">
                  <a:lumMod val="90000"/>
                  <a:lumOff val="10000"/>
                </a:schemeClr>
              </a:solidFill>
            </a:endParaRPr>
          </a:p>
        </p:txBody>
      </p:sp>
      <p:sp>
        <p:nvSpPr>
          <p:cNvPr id="16" name="テキスト ボックス 15">
            <a:extLst>
              <a:ext uri="{FF2B5EF4-FFF2-40B4-BE49-F238E27FC236}">
                <a16:creationId xmlns:a16="http://schemas.microsoft.com/office/drawing/2014/main" id="{BA632884-B25E-1464-A5D1-81A67568CD55}"/>
              </a:ext>
            </a:extLst>
          </p:cNvPr>
          <p:cNvSpPr txBox="1"/>
          <p:nvPr/>
        </p:nvSpPr>
        <p:spPr>
          <a:xfrm>
            <a:off x="4617147" y="2766462"/>
            <a:ext cx="5324361" cy="369332"/>
          </a:xfrm>
          <a:prstGeom prst="rect">
            <a:avLst/>
          </a:prstGeom>
          <a:noFill/>
        </p:spPr>
        <p:txBody>
          <a:bodyPr wrap="square">
            <a:spAutoFit/>
          </a:bodyPr>
          <a:lstStyle/>
          <a:p>
            <a:r>
              <a:rPr lang="en-US" altLang="ja-JP" sz="1800" b="0" dirty="0">
                <a:solidFill>
                  <a:schemeClr val="tx1">
                    <a:lumMod val="90000"/>
                    <a:lumOff val="10000"/>
                  </a:schemeClr>
                </a:solidFill>
              </a:rPr>
              <a:t>y</a:t>
            </a:r>
            <a:r>
              <a:rPr lang="en-US" altLang="ja-JP" sz="1800" b="0" baseline="-25000" dirty="0">
                <a:solidFill>
                  <a:schemeClr val="tx1">
                    <a:lumMod val="90000"/>
                    <a:lumOff val="10000"/>
                  </a:schemeClr>
                </a:solidFill>
              </a:rPr>
              <a:t>n</a:t>
            </a:r>
            <a:r>
              <a:rPr lang="en-US" altLang="ja-JP" baseline="-25000" dirty="0">
                <a:solidFill>
                  <a:schemeClr val="tx1">
                    <a:lumMod val="90000"/>
                    <a:lumOff val="10000"/>
                  </a:schemeClr>
                </a:solidFill>
              </a:rPr>
              <a:t>+1</a:t>
            </a:r>
            <a:r>
              <a:rPr lang="ja-JP" altLang="en-US" dirty="0">
                <a:solidFill>
                  <a:schemeClr val="tx1">
                    <a:lumMod val="90000"/>
                    <a:lumOff val="10000"/>
                  </a:schemeClr>
                </a:solidFill>
              </a:rPr>
              <a:t>と</a:t>
            </a:r>
            <a:r>
              <a:rPr lang="en-US" altLang="ja-JP" dirty="0" err="1">
                <a:solidFill>
                  <a:schemeClr val="tx1">
                    <a:lumMod val="90000"/>
                    <a:lumOff val="10000"/>
                  </a:schemeClr>
                </a:solidFill>
              </a:rPr>
              <a:t>y</a:t>
            </a:r>
            <a:r>
              <a:rPr lang="en-US" altLang="ja-JP" baseline="-25000" dirty="0" err="1">
                <a:solidFill>
                  <a:schemeClr val="tx1">
                    <a:lumMod val="90000"/>
                    <a:lumOff val="10000"/>
                  </a:schemeClr>
                </a:solidFill>
              </a:rPr>
              <a:t>n</a:t>
            </a:r>
            <a:r>
              <a:rPr lang="ja-JP" altLang="en-US" dirty="0">
                <a:solidFill>
                  <a:schemeClr val="tx1">
                    <a:lumMod val="90000"/>
                    <a:lumOff val="10000"/>
                  </a:schemeClr>
                </a:solidFill>
              </a:rPr>
              <a:t>の差分を取る。</a:t>
            </a:r>
            <a:endParaRPr lang="en-US" altLang="ja-JP" dirty="0">
              <a:solidFill>
                <a:schemeClr val="tx1">
                  <a:lumMod val="90000"/>
                  <a:lumOff val="10000"/>
                </a:schemeClr>
              </a:solidFill>
            </a:endParaRPr>
          </a:p>
        </p:txBody>
      </p:sp>
      <mc:AlternateContent xmlns:mc="http://schemas.openxmlformats.org/markup-compatibility/2006" xmlns:a14="http://schemas.microsoft.com/office/drawing/2010/main">
        <mc:Choice Requires="a14">
          <p:sp>
            <p:nvSpPr>
              <p:cNvPr id="17" name="テキスト ボックス 16">
                <a:extLst>
                  <a:ext uri="{FF2B5EF4-FFF2-40B4-BE49-F238E27FC236}">
                    <a16:creationId xmlns:a16="http://schemas.microsoft.com/office/drawing/2014/main" id="{2E529E4C-4131-601D-0B0D-4D39477481EF}"/>
                  </a:ext>
                </a:extLst>
              </p:cNvPr>
              <p:cNvSpPr txBox="1"/>
              <p:nvPr/>
            </p:nvSpPr>
            <p:spPr>
              <a:xfrm>
                <a:off x="5147495" y="3180426"/>
                <a:ext cx="5645907" cy="639983"/>
              </a:xfrm>
              <a:prstGeom prst="rect">
                <a:avLst/>
              </a:prstGeom>
              <a:noFill/>
            </p:spPr>
            <p:txBody>
              <a:bodyPr wrap="square">
                <a:spAutoFit/>
              </a:bodyPr>
              <a:lstStyle/>
              <a:p>
                <a:pPr/>
                <a14:m>
                  <m:oMathPara xmlns:m="http://schemas.openxmlformats.org/officeDocument/2006/math">
                    <m:oMathParaPr>
                      <m:jc m:val="left"/>
                    </m:oMathParaPr>
                    <m:oMath>
                      <m:sSub>
                        <m:sSubPr>
                          <m:ctrlPr>
                            <a:rPr lang="en-US" altLang="ja-JP" sz="1800" b="0" i="1" smtClean="0">
                              <a:solidFill>
                                <a:schemeClr val="tx1">
                                  <a:lumMod val="90000"/>
                                  <a:lumOff val="10000"/>
                                </a:schemeClr>
                              </a:solidFill>
                              <a:latin typeface="Cambria Math" panose="02040503050406030204" pitchFamily="18" charset="0"/>
                            </a:rPr>
                          </m:ctrlPr>
                        </m:sSubPr>
                        <m:e>
                          <m:r>
                            <a:rPr lang="en-US" altLang="ja-JP" sz="1800" b="0" i="1" smtClean="0">
                              <a:solidFill>
                                <a:schemeClr val="tx1">
                                  <a:lumMod val="90000"/>
                                  <a:lumOff val="10000"/>
                                </a:schemeClr>
                              </a:solidFill>
                              <a:latin typeface="Cambria Math" panose="02040503050406030204" pitchFamily="18" charset="0"/>
                            </a:rPr>
                            <m:t>𝑦</m:t>
                          </m:r>
                        </m:e>
                        <m:sub>
                          <m:r>
                            <a:rPr lang="en-US" altLang="ja-JP" sz="1800" b="0" i="1" smtClean="0">
                              <a:solidFill>
                                <a:schemeClr val="tx1">
                                  <a:lumMod val="90000"/>
                                  <a:lumOff val="10000"/>
                                </a:schemeClr>
                              </a:solidFill>
                              <a:latin typeface="Cambria Math" panose="02040503050406030204" pitchFamily="18" charset="0"/>
                            </a:rPr>
                            <m:t>𝑛</m:t>
                          </m:r>
                          <m:r>
                            <a:rPr lang="en-US" altLang="ja-JP" sz="1800" b="0" i="1" smtClean="0">
                              <a:solidFill>
                                <a:schemeClr val="tx1">
                                  <a:lumMod val="90000"/>
                                  <a:lumOff val="10000"/>
                                </a:schemeClr>
                              </a:solidFill>
                              <a:latin typeface="Cambria Math" panose="02040503050406030204" pitchFamily="18" charset="0"/>
                            </a:rPr>
                            <m:t>+1</m:t>
                          </m:r>
                        </m:sub>
                      </m:sSub>
                      <m:r>
                        <a:rPr lang="en-US" altLang="ja-JP" sz="1800" b="0" i="1" smtClean="0">
                          <a:solidFill>
                            <a:schemeClr val="tx1">
                              <a:lumMod val="90000"/>
                              <a:lumOff val="10000"/>
                            </a:schemeClr>
                          </a:solidFill>
                          <a:latin typeface="Cambria Math" panose="02040503050406030204" pitchFamily="18" charset="0"/>
                        </a:rPr>
                        <m:t>−</m:t>
                      </m:r>
                      <m:sSub>
                        <m:sSubPr>
                          <m:ctrlPr>
                            <a:rPr lang="en-US" altLang="ja-JP" sz="1800" b="0" i="1" smtClean="0">
                              <a:solidFill>
                                <a:schemeClr val="tx1">
                                  <a:lumMod val="90000"/>
                                  <a:lumOff val="10000"/>
                                </a:schemeClr>
                              </a:solidFill>
                              <a:latin typeface="Cambria Math" panose="02040503050406030204" pitchFamily="18" charset="0"/>
                            </a:rPr>
                          </m:ctrlPr>
                        </m:sSubPr>
                        <m:e>
                          <m:r>
                            <a:rPr lang="en-US" altLang="ja-JP" sz="1800" b="0" i="1" smtClean="0">
                              <a:solidFill>
                                <a:schemeClr val="tx1">
                                  <a:lumMod val="90000"/>
                                  <a:lumOff val="10000"/>
                                </a:schemeClr>
                              </a:solidFill>
                              <a:latin typeface="Cambria Math" panose="02040503050406030204" pitchFamily="18" charset="0"/>
                            </a:rPr>
                            <m:t>𝑦</m:t>
                          </m:r>
                        </m:e>
                        <m:sub>
                          <m:r>
                            <a:rPr lang="en-US" altLang="ja-JP" sz="1800" b="0" i="1" smtClean="0">
                              <a:solidFill>
                                <a:schemeClr val="tx1">
                                  <a:lumMod val="90000"/>
                                  <a:lumOff val="10000"/>
                                </a:schemeClr>
                              </a:solidFill>
                              <a:latin typeface="Cambria Math" panose="02040503050406030204" pitchFamily="18" charset="0"/>
                            </a:rPr>
                            <m:t>𝑛</m:t>
                          </m:r>
                        </m:sub>
                      </m:sSub>
                      <m:r>
                        <a:rPr lang="en-US" altLang="ja-JP" sz="1800" b="0" i="1" smtClean="0">
                          <a:solidFill>
                            <a:schemeClr val="tx1">
                              <a:lumMod val="90000"/>
                              <a:lumOff val="10000"/>
                            </a:schemeClr>
                          </a:solidFill>
                          <a:latin typeface="Cambria Math" panose="02040503050406030204" pitchFamily="18" charset="0"/>
                        </a:rPr>
                        <m:t>=</m:t>
                      </m:r>
                      <m:sSub>
                        <m:sSubPr>
                          <m:ctrlPr>
                            <a:rPr lang="en-US" altLang="ja-JP" sz="1800" b="0" i="1" smtClean="0">
                              <a:solidFill>
                                <a:schemeClr val="tx1">
                                  <a:lumMod val="90000"/>
                                  <a:lumOff val="10000"/>
                                </a:schemeClr>
                              </a:solidFill>
                              <a:latin typeface="Cambria Math" panose="02040503050406030204" pitchFamily="18" charset="0"/>
                            </a:rPr>
                          </m:ctrlPr>
                        </m:sSubPr>
                        <m:e>
                          <m:r>
                            <a:rPr lang="en-US" altLang="ja-JP" sz="1800" b="0" i="1" smtClean="0">
                              <a:solidFill>
                                <a:schemeClr val="tx1">
                                  <a:lumMod val="90000"/>
                                  <a:lumOff val="10000"/>
                                </a:schemeClr>
                              </a:solidFill>
                              <a:latin typeface="Cambria Math" panose="02040503050406030204" pitchFamily="18" charset="0"/>
                            </a:rPr>
                            <m:t>𝑢</m:t>
                          </m:r>
                        </m:e>
                        <m:sub>
                          <m:r>
                            <a:rPr lang="en-US" altLang="ja-JP" sz="1800" b="0" i="1" smtClean="0">
                              <a:solidFill>
                                <a:schemeClr val="tx1">
                                  <a:lumMod val="90000"/>
                                  <a:lumOff val="10000"/>
                                </a:schemeClr>
                              </a:solidFill>
                              <a:latin typeface="Cambria Math" panose="02040503050406030204" pitchFamily="18" charset="0"/>
                            </a:rPr>
                            <m:t>𝑛</m:t>
                          </m:r>
                          <m:r>
                            <a:rPr lang="en-US" altLang="ja-JP" sz="1800" b="0" i="1" smtClean="0">
                              <a:solidFill>
                                <a:schemeClr val="tx1">
                                  <a:lumMod val="90000"/>
                                  <a:lumOff val="10000"/>
                                </a:schemeClr>
                              </a:solidFill>
                              <a:latin typeface="Cambria Math" panose="02040503050406030204" pitchFamily="18" charset="0"/>
                            </a:rPr>
                            <m:t>+1</m:t>
                          </m:r>
                        </m:sub>
                      </m:sSub>
                      <m:r>
                        <a:rPr lang="en-US" altLang="ja-JP" sz="1800" b="0" i="1" smtClean="0">
                          <a:solidFill>
                            <a:schemeClr val="tx1">
                              <a:lumMod val="90000"/>
                              <a:lumOff val="10000"/>
                            </a:schemeClr>
                          </a:solidFill>
                          <a:latin typeface="Cambria Math" panose="02040503050406030204" pitchFamily="18" charset="0"/>
                        </a:rPr>
                        <m:t>−</m:t>
                      </m:r>
                      <m:sSub>
                        <m:sSubPr>
                          <m:ctrlPr>
                            <a:rPr lang="en-US" altLang="ja-JP" sz="1800" b="0" i="1" smtClean="0">
                              <a:solidFill>
                                <a:schemeClr val="tx1">
                                  <a:lumMod val="90000"/>
                                  <a:lumOff val="10000"/>
                                </a:schemeClr>
                              </a:solidFill>
                              <a:latin typeface="Cambria Math" panose="02040503050406030204" pitchFamily="18" charset="0"/>
                            </a:rPr>
                          </m:ctrlPr>
                        </m:sSubPr>
                        <m:e>
                          <m:r>
                            <a:rPr lang="en-US" altLang="ja-JP" sz="1800" b="0" i="1" smtClean="0">
                              <a:solidFill>
                                <a:schemeClr val="tx1">
                                  <a:lumMod val="90000"/>
                                  <a:lumOff val="10000"/>
                                </a:schemeClr>
                              </a:solidFill>
                              <a:latin typeface="Cambria Math" panose="02040503050406030204" pitchFamily="18" charset="0"/>
                            </a:rPr>
                            <m:t>𝑢</m:t>
                          </m:r>
                        </m:e>
                        <m:sub>
                          <m:r>
                            <a:rPr lang="en-US" altLang="ja-JP" sz="1800" b="0" i="1" smtClean="0">
                              <a:solidFill>
                                <a:schemeClr val="tx1">
                                  <a:lumMod val="90000"/>
                                  <a:lumOff val="10000"/>
                                </a:schemeClr>
                              </a:solidFill>
                              <a:latin typeface="Cambria Math" panose="02040503050406030204" pitchFamily="18" charset="0"/>
                            </a:rPr>
                            <m:t>𝑛</m:t>
                          </m:r>
                        </m:sub>
                      </m:sSub>
                      <m:r>
                        <a:rPr lang="en-US" altLang="ja-JP" sz="1800" b="0" i="1" smtClean="0">
                          <a:solidFill>
                            <a:schemeClr val="tx1">
                              <a:lumMod val="90000"/>
                              <a:lumOff val="10000"/>
                            </a:schemeClr>
                          </a:solidFill>
                          <a:latin typeface="Cambria Math" panose="02040503050406030204" pitchFamily="18" charset="0"/>
                        </a:rPr>
                        <m:t>−</m:t>
                      </m:r>
                      <m:sSub>
                        <m:sSubPr>
                          <m:ctrlPr>
                            <a:rPr lang="en-US" altLang="ja-JP" sz="1800" b="0" i="1" smtClean="0">
                              <a:solidFill>
                                <a:schemeClr val="tx1">
                                  <a:lumMod val="90000"/>
                                  <a:lumOff val="10000"/>
                                </a:schemeClr>
                              </a:solidFill>
                              <a:latin typeface="Cambria Math" panose="02040503050406030204" pitchFamily="18" charset="0"/>
                            </a:rPr>
                          </m:ctrlPr>
                        </m:sSubPr>
                        <m:e>
                          <m:r>
                            <a:rPr lang="en-US" altLang="ja-JP" sz="1800" b="0" i="1" smtClean="0">
                              <a:solidFill>
                                <a:schemeClr val="tx1">
                                  <a:lumMod val="90000"/>
                                  <a:lumOff val="10000"/>
                                </a:schemeClr>
                              </a:solidFill>
                              <a:latin typeface="Cambria Math" panose="02040503050406030204" pitchFamily="18" charset="0"/>
                            </a:rPr>
                            <m:t>𝑠</m:t>
                          </m:r>
                        </m:e>
                        <m:sub>
                          <m:r>
                            <a:rPr lang="en-US" altLang="ja-JP" sz="1800" b="0" i="1" smtClean="0">
                              <a:solidFill>
                                <a:schemeClr val="tx1">
                                  <a:lumMod val="90000"/>
                                  <a:lumOff val="10000"/>
                                </a:schemeClr>
                              </a:solidFill>
                              <a:latin typeface="Cambria Math" panose="02040503050406030204" pitchFamily="18" charset="0"/>
                            </a:rPr>
                            <m:t>𝑛</m:t>
                          </m:r>
                        </m:sub>
                      </m:sSub>
                      <m:r>
                        <a:rPr lang="en-US" altLang="ja-JP" sz="1800" b="0" i="1" smtClean="0">
                          <a:solidFill>
                            <a:schemeClr val="tx1">
                              <a:lumMod val="90000"/>
                              <a:lumOff val="10000"/>
                            </a:schemeClr>
                          </a:solidFill>
                          <a:latin typeface="Cambria Math" panose="02040503050406030204" pitchFamily="18" charset="0"/>
                        </a:rPr>
                        <m:t>+</m:t>
                      </m:r>
                      <m:sSub>
                        <m:sSubPr>
                          <m:ctrlPr>
                            <a:rPr lang="en-US" altLang="ja-JP" sz="1800" b="0" i="1" smtClean="0">
                              <a:solidFill>
                                <a:schemeClr val="tx1">
                                  <a:lumMod val="90000"/>
                                  <a:lumOff val="10000"/>
                                </a:schemeClr>
                              </a:solidFill>
                              <a:latin typeface="Cambria Math" panose="02040503050406030204" pitchFamily="18" charset="0"/>
                            </a:rPr>
                          </m:ctrlPr>
                        </m:sSubPr>
                        <m:e>
                          <m:r>
                            <a:rPr lang="en-US" altLang="ja-JP" sz="1800" b="0" i="1" smtClean="0">
                              <a:solidFill>
                                <a:schemeClr val="tx1">
                                  <a:lumMod val="90000"/>
                                  <a:lumOff val="10000"/>
                                </a:schemeClr>
                              </a:solidFill>
                              <a:latin typeface="Cambria Math" panose="02040503050406030204" pitchFamily="18" charset="0"/>
                            </a:rPr>
                            <m:t>𝑠</m:t>
                          </m:r>
                        </m:e>
                        <m:sub>
                          <m:r>
                            <a:rPr lang="en-US" altLang="ja-JP" sz="1800" b="0" i="1" smtClean="0">
                              <a:solidFill>
                                <a:schemeClr val="tx1">
                                  <a:lumMod val="90000"/>
                                  <a:lumOff val="10000"/>
                                </a:schemeClr>
                              </a:solidFill>
                              <a:latin typeface="Cambria Math" panose="02040503050406030204" pitchFamily="18" charset="0"/>
                            </a:rPr>
                            <m:t>𝑛</m:t>
                          </m:r>
                          <m:r>
                            <a:rPr lang="en-US" altLang="ja-JP" sz="1800" b="0" i="1" smtClean="0">
                              <a:solidFill>
                                <a:schemeClr val="tx1">
                                  <a:lumMod val="90000"/>
                                  <a:lumOff val="10000"/>
                                </a:schemeClr>
                              </a:solidFill>
                              <a:latin typeface="Cambria Math" panose="02040503050406030204" pitchFamily="18" charset="0"/>
                            </a:rPr>
                            <m:t>−1</m:t>
                          </m:r>
                        </m:sub>
                      </m:sSub>
                      <m:r>
                        <a:rPr lang="en-US" altLang="ja-JP" sz="1800" b="0" i="1" smtClean="0">
                          <a:solidFill>
                            <a:schemeClr val="tx1">
                              <a:lumMod val="90000"/>
                              <a:lumOff val="10000"/>
                            </a:schemeClr>
                          </a:solidFill>
                          <a:latin typeface="Cambria Math" panose="02040503050406030204" pitchFamily="18" charset="0"/>
                        </a:rPr>
                        <m:t>−</m:t>
                      </m:r>
                      <m:sSub>
                        <m:sSubPr>
                          <m:ctrlPr>
                            <a:rPr lang="en-US" altLang="ja-JP" sz="1800" b="0" i="1" smtClean="0">
                              <a:solidFill>
                                <a:schemeClr val="tx1">
                                  <a:lumMod val="90000"/>
                                  <a:lumOff val="10000"/>
                                </a:schemeClr>
                              </a:solidFill>
                              <a:latin typeface="Cambria Math" panose="02040503050406030204" pitchFamily="18" charset="0"/>
                            </a:rPr>
                          </m:ctrlPr>
                        </m:sSubPr>
                        <m:e>
                          <m:r>
                            <a:rPr lang="en-US" altLang="ja-JP" sz="1800" b="0" i="1" smtClean="0">
                              <a:solidFill>
                                <a:schemeClr val="tx1">
                                  <a:lumMod val="90000"/>
                                  <a:lumOff val="10000"/>
                                </a:schemeClr>
                              </a:solidFill>
                              <a:latin typeface="Cambria Math" panose="02040503050406030204" pitchFamily="18" charset="0"/>
                            </a:rPr>
                            <m:t>𝑦</m:t>
                          </m:r>
                        </m:e>
                        <m:sub>
                          <m:r>
                            <a:rPr lang="en-US" altLang="ja-JP" sz="1800" b="0" i="1" smtClean="0">
                              <a:solidFill>
                                <a:schemeClr val="tx1">
                                  <a:lumMod val="90000"/>
                                  <a:lumOff val="10000"/>
                                </a:schemeClr>
                              </a:solidFill>
                              <a:latin typeface="Cambria Math" panose="02040503050406030204" pitchFamily="18" charset="0"/>
                            </a:rPr>
                            <m:t>𝑛</m:t>
                          </m:r>
                        </m:sub>
                      </m:sSub>
                      <m:r>
                        <a:rPr lang="en-US" altLang="ja-JP" sz="1800" b="0" i="1" smtClean="0">
                          <a:solidFill>
                            <a:schemeClr val="tx1">
                              <a:lumMod val="90000"/>
                              <a:lumOff val="10000"/>
                            </a:schemeClr>
                          </a:solidFill>
                          <a:latin typeface="Cambria Math" panose="02040503050406030204" pitchFamily="18" charset="0"/>
                        </a:rPr>
                        <m:t>+</m:t>
                      </m:r>
                      <m:sSub>
                        <m:sSubPr>
                          <m:ctrlPr>
                            <a:rPr lang="en-US" altLang="ja-JP" sz="1800" b="0" i="1" smtClean="0">
                              <a:solidFill>
                                <a:schemeClr val="tx1">
                                  <a:lumMod val="90000"/>
                                  <a:lumOff val="10000"/>
                                </a:schemeClr>
                              </a:solidFill>
                              <a:latin typeface="Cambria Math" panose="02040503050406030204" pitchFamily="18" charset="0"/>
                            </a:rPr>
                          </m:ctrlPr>
                        </m:sSubPr>
                        <m:e>
                          <m:r>
                            <a:rPr lang="en-US" altLang="ja-JP" sz="1800" b="0" i="1" smtClean="0">
                              <a:solidFill>
                                <a:schemeClr val="tx1">
                                  <a:lumMod val="90000"/>
                                  <a:lumOff val="10000"/>
                                </a:schemeClr>
                              </a:solidFill>
                              <a:latin typeface="Cambria Math" panose="02040503050406030204" pitchFamily="18" charset="0"/>
                            </a:rPr>
                            <m:t>𝑦</m:t>
                          </m:r>
                        </m:e>
                        <m:sub>
                          <m:r>
                            <a:rPr lang="en-US" altLang="ja-JP" sz="1800" b="0" i="1" smtClean="0">
                              <a:solidFill>
                                <a:schemeClr val="tx1">
                                  <a:lumMod val="90000"/>
                                  <a:lumOff val="10000"/>
                                </a:schemeClr>
                              </a:solidFill>
                              <a:latin typeface="Cambria Math" panose="02040503050406030204" pitchFamily="18" charset="0"/>
                            </a:rPr>
                            <m:t>𝑛</m:t>
                          </m:r>
                          <m:r>
                            <a:rPr lang="en-US" altLang="ja-JP" sz="1800" b="0" i="1" smtClean="0">
                              <a:solidFill>
                                <a:schemeClr val="tx1">
                                  <a:lumMod val="90000"/>
                                  <a:lumOff val="10000"/>
                                </a:schemeClr>
                              </a:solidFill>
                              <a:latin typeface="Cambria Math" panose="02040503050406030204" pitchFamily="18" charset="0"/>
                            </a:rPr>
                            <m:t>−1</m:t>
                          </m:r>
                        </m:sub>
                      </m:sSub>
                      <m:r>
                        <a:rPr lang="en-US" altLang="ja-JP" sz="1800" b="0" i="1" smtClean="0">
                          <a:solidFill>
                            <a:schemeClr val="tx1">
                              <a:lumMod val="90000"/>
                              <a:lumOff val="10000"/>
                            </a:schemeClr>
                          </a:solidFill>
                          <a:latin typeface="Cambria Math" panose="02040503050406030204" pitchFamily="18" charset="0"/>
                        </a:rPr>
                        <m:t>+</m:t>
                      </m:r>
                      <m:sSub>
                        <m:sSubPr>
                          <m:ctrlPr>
                            <a:rPr lang="en-US" altLang="ja-JP" sz="1800" b="0" i="1" smtClean="0">
                              <a:solidFill>
                                <a:schemeClr val="tx1">
                                  <a:lumMod val="90000"/>
                                  <a:lumOff val="10000"/>
                                </a:schemeClr>
                              </a:solidFill>
                              <a:latin typeface="Cambria Math" panose="02040503050406030204" pitchFamily="18" charset="0"/>
                            </a:rPr>
                          </m:ctrlPr>
                        </m:sSubPr>
                        <m:e>
                          <m:r>
                            <a:rPr lang="en-US" altLang="ja-JP" sz="1800" b="0" i="1" smtClean="0">
                              <a:solidFill>
                                <a:schemeClr val="tx1">
                                  <a:lumMod val="90000"/>
                                  <a:lumOff val="10000"/>
                                </a:schemeClr>
                              </a:solidFill>
                              <a:latin typeface="Cambria Math" panose="02040503050406030204" pitchFamily="18" charset="0"/>
                            </a:rPr>
                            <m:t>𝑒</m:t>
                          </m:r>
                        </m:e>
                        <m:sub>
                          <m:r>
                            <a:rPr lang="en-US" altLang="ja-JP" sz="1800" b="0" i="1" smtClean="0">
                              <a:solidFill>
                                <a:schemeClr val="tx1">
                                  <a:lumMod val="90000"/>
                                  <a:lumOff val="10000"/>
                                </a:schemeClr>
                              </a:solidFill>
                              <a:latin typeface="Cambria Math" panose="02040503050406030204" pitchFamily="18" charset="0"/>
                            </a:rPr>
                            <m:t>𝑛</m:t>
                          </m:r>
                          <m:r>
                            <a:rPr lang="en-US" altLang="ja-JP" sz="1800" b="0" i="1" smtClean="0">
                              <a:solidFill>
                                <a:schemeClr val="tx1">
                                  <a:lumMod val="90000"/>
                                  <a:lumOff val="10000"/>
                                </a:schemeClr>
                              </a:solidFill>
                              <a:latin typeface="Cambria Math" panose="02040503050406030204" pitchFamily="18" charset="0"/>
                            </a:rPr>
                            <m:t>+1</m:t>
                          </m:r>
                        </m:sub>
                      </m:sSub>
                      <m:r>
                        <a:rPr lang="en-US" altLang="ja-JP" sz="1800" b="0" i="1" smtClean="0">
                          <a:solidFill>
                            <a:schemeClr val="tx1">
                              <a:lumMod val="90000"/>
                              <a:lumOff val="10000"/>
                            </a:schemeClr>
                          </a:solidFill>
                          <a:latin typeface="Cambria Math" panose="02040503050406030204" pitchFamily="18" charset="0"/>
                        </a:rPr>
                        <m:t>−</m:t>
                      </m:r>
                      <m:sSub>
                        <m:sSubPr>
                          <m:ctrlPr>
                            <a:rPr lang="en-US" altLang="ja-JP" sz="1800" b="0" i="1" smtClean="0">
                              <a:solidFill>
                                <a:schemeClr val="tx1">
                                  <a:lumMod val="90000"/>
                                  <a:lumOff val="10000"/>
                                </a:schemeClr>
                              </a:solidFill>
                              <a:latin typeface="Cambria Math" panose="02040503050406030204" pitchFamily="18" charset="0"/>
                            </a:rPr>
                          </m:ctrlPr>
                        </m:sSubPr>
                        <m:e>
                          <m:r>
                            <a:rPr lang="en-US" altLang="ja-JP" sz="1800" b="0" i="1" smtClean="0">
                              <a:solidFill>
                                <a:schemeClr val="tx1">
                                  <a:lumMod val="90000"/>
                                  <a:lumOff val="10000"/>
                                </a:schemeClr>
                              </a:solidFill>
                              <a:latin typeface="Cambria Math" panose="02040503050406030204" pitchFamily="18" charset="0"/>
                            </a:rPr>
                            <m:t>𝑒</m:t>
                          </m:r>
                        </m:e>
                        <m:sub>
                          <m:r>
                            <a:rPr lang="en-US" altLang="ja-JP" sz="1800" b="0" i="1" smtClean="0">
                              <a:solidFill>
                                <a:schemeClr val="tx1">
                                  <a:lumMod val="90000"/>
                                  <a:lumOff val="10000"/>
                                </a:schemeClr>
                              </a:solidFill>
                              <a:latin typeface="Cambria Math" panose="02040503050406030204" pitchFamily="18" charset="0"/>
                            </a:rPr>
                            <m:t>𝑛</m:t>
                          </m:r>
                        </m:sub>
                      </m:sSub>
                    </m:oMath>
                  </m:oMathPara>
                </a14:m>
                <a:endParaRPr lang="en-US" altLang="ja-JP" sz="1800" b="0" dirty="0">
                  <a:solidFill>
                    <a:schemeClr val="tx1">
                      <a:lumMod val="90000"/>
                      <a:lumOff val="10000"/>
                    </a:schemeClr>
                  </a:solidFill>
                </a:endParaRPr>
              </a:p>
            </p:txBody>
          </p:sp>
        </mc:Choice>
        <mc:Fallback xmlns="">
          <p:sp>
            <p:nvSpPr>
              <p:cNvPr id="17" name="テキスト ボックス 16">
                <a:extLst>
                  <a:ext uri="{FF2B5EF4-FFF2-40B4-BE49-F238E27FC236}">
                    <a16:creationId xmlns:a16="http://schemas.microsoft.com/office/drawing/2014/main" id="{2E529E4C-4131-601D-0B0D-4D39477481EF}"/>
                  </a:ext>
                </a:extLst>
              </p:cNvPr>
              <p:cNvSpPr txBox="1">
                <a:spLocks noRot="1" noChangeAspect="1" noMove="1" noResize="1" noEditPoints="1" noAdjustHandles="1" noChangeArrowheads="1" noChangeShapeType="1" noTextEdit="1"/>
              </p:cNvSpPr>
              <p:nvPr/>
            </p:nvSpPr>
            <p:spPr>
              <a:xfrm>
                <a:off x="5147495" y="3180426"/>
                <a:ext cx="5645907" cy="639983"/>
              </a:xfrm>
              <a:prstGeom prst="rect">
                <a:avLst/>
              </a:prstGeom>
              <a:blipFill>
                <a:blip r:embed="rId9"/>
                <a:stretch>
                  <a:fillRect b="-3810"/>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8" name="テキスト ボックス 17">
                <a:extLst>
                  <a:ext uri="{FF2B5EF4-FFF2-40B4-BE49-F238E27FC236}">
                    <a16:creationId xmlns:a16="http://schemas.microsoft.com/office/drawing/2014/main" id="{7EBE7894-2830-1F4F-82FC-05901221219B}"/>
                  </a:ext>
                </a:extLst>
              </p:cNvPr>
              <p:cNvSpPr txBox="1"/>
              <p:nvPr/>
            </p:nvSpPr>
            <p:spPr>
              <a:xfrm>
                <a:off x="4617147" y="3862973"/>
                <a:ext cx="5324361" cy="374783"/>
              </a:xfrm>
              <a:prstGeom prst="rect">
                <a:avLst/>
              </a:prstGeom>
              <a:noFill/>
            </p:spPr>
            <p:txBody>
              <a:bodyPr wrap="square">
                <a:spAutoFit/>
              </a:bodyPr>
              <a:lstStyle/>
              <a:p>
                <a14:m>
                  <m:oMath xmlns:m="http://schemas.openxmlformats.org/officeDocument/2006/math">
                    <m:sSub>
                      <m:sSubPr>
                        <m:ctrlPr>
                          <a:rPr lang="en-US" altLang="ja-JP" b="0" i="1" smtClean="0">
                            <a:solidFill>
                              <a:schemeClr val="tx1">
                                <a:lumMod val="90000"/>
                                <a:lumOff val="10000"/>
                              </a:schemeClr>
                            </a:solidFill>
                            <a:latin typeface="Cambria Math" panose="02040503050406030204" pitchFamily="18" charset="0"/>
                          </a:rPr>
                        </m:ctrlPr>
                      </m:sSubPr>
                      <m:e>
                        <m:r>
                          <a:rPr lang="en-US" altLang="ja-JP" b="0" i="1" smtClean="0">
                            <a:solidFill>
                              <a:schemeClr val="tx1">
                                <a:lumMod val="90000"/>
                                <a:lumOff val="10000"/>
                              </a:schemeClr>
                            </a:solidFill>
                            <a:latin typeface="Cambria Math" panose="02040503050406030204" pitchFamily="18" charset="0"/>
                          </a:rPr>
                          <m:t>𝑠</m:t>
                        </m:r>
                      </m:e>
                      <m:sub>
                        <m:r>
                          <a:rPr lang="en-US" altLang="ja-JP" b="0" i="1" smtClean="0">
                            <a:solidFill>
                              <a:schemeClr val="tx1">
                                <a:lumMod val="90000"/>
                                <a:lumOff val="10000"/>
                              </a:schemeClr>
                            </a:solidFill>
                            <a:latin typeface="Cambria Math" panose="02040503050406030204" pitchFamily="18" charset="0"/>
                          </a:rPr>
                          <m:t>𝑛</m:t>
                        </m:r>
                      </m:sub>
                    </m:sSub>
                    <m:r>
                      <a:rPr lang="en-US" altLang="ja-JP" b="0" i="1" smtClean="0">
                        <a:solidFill>
                          <a:schemeClr val="tx1">
                            <a:lumMod val="90000"/>
                            <a:lumOff val="10000"/>
                          </a:schemeClr>
                        </a:solidFill>
                        <a:latin typeface="Cambria Math" panose="02040503050406030204" pitchFamily="18" charset="0"/>
                      </a:rPr>
                      <m:t>=</m:t>
                    </m:r>
                    <m:sSub>
                      <m:sSubPr>
                        <m:ctrlPr>
                          <a:rPr lang="en-US" altLang="ja-JP" b="0" i="1" smtClean="0">
                            <a:solidFill>
                              <a:schemeClr val="tx1">
                                <a:lumMod val="90000"/>
                                <a:lumOff val="10000"/>
                              </a:schemeClr>
                            </a:solidFill>
                            <a:latin typeface="Cambria Math" panose="02040503050406030204" pitchFamily="18" charset="0"/>
                          </a:rPr>
                        </m:ctrlPr>
                      </m:sSubPr>
                      <m:e>
                        <m:r>
                          <a:rPr lang="en-US" altLang="ja-JP" b="0" i="1" smtClean="0">
                            <a:solidFill>
                              <a:schemeClr val="tx1">
                                <a:lumMod val="90000"/>
                                <a:lumOff val="10000"/>
                              </a:schemeClr>
                            </a:solidFill>
                            <a:latin typeface="Cambria Math" panose="02040503050406030204" pitchFamily="18" charset="0"/>
                          </a:rPr>
                          <m:t>𝑠</m:t>
                        </m:r>
                      </m:e>
                      <m:sub>
                        <m:r>
                          <a:rPr lang="en-US" altLang="ja-JP" b="0" i="1" smtClean="0">
                            <a:solidFill>
                              <a:schemeClr val="tx1">
                                <a:lumMod val="90000"/>
                                <a:lumOff val="10000"/>
                              </a:schemeClr>
                            </a:solidFill>
                            <a:latin typeface="Cambria Math" panose="02040503050406030204" pitchFamily="18" charset="0"/>
                          </a:rPr>
                          <m:t>𝑛</m:t>
                        </m:r>
                        <m:r>
                          <a:rPr lang="en-US" altLang="ja-JP" b="0" i="1" smtClean="0">
                            <a:solidFill>
                              <a:schemeClr val="tx1">
                                <a:lumMod val="90000"/>
                                <a:lumOff val="10000"/>
                              </a:schemeClr>
                            </a:solidFill>
                            <a:latin typeface="Cambria Math" panose="02040503050406030204" pitchFamily="18" charset="0"/>
                          </a:rPr>
                          <m:t>−1</m:t>
                        </m:r>
                      </m:sub>
                    </m:sSub>
                    <m:r>
                      <a:rPr lang="en-US" altLang="ja-JP" b="0" i="1" smtClean="0">
                        <a:solidFill>
                          <a:schemeClr val="tx1">
                            <a:lumMod val="90000"/>
                            <a:lumOff val="10000"/>
                          </a:schemeClr>
                        </a:solidFill>
                        <a:latin typeface="Cambria Math" panose="02040503050406030204" pitchFamily="18" charset="0"/>
                      </a:rPr>
                      <m:t>+</m:t>
                    </m:r>
                    <m:sSub>
                      <m:sSubPr>
                        <m:ctrlPr>
                          <a:rPr lang="en-US" altLang="ja-JP" b="0" i="1" smtClean="0">
                            <a:solidFill>
                              <a:schemeClr val="tx1">
                                <a:lumMod val="90000"/>
                                <a:lumOff val="10000"/>
                              </a:schemeClr>
                            </a:solidFill>
                            <a:latin typeface="Cambria Math" panose="02040503050406030204" pitchFamily="18" charset="0"/>
                          </a:rPr>
                        </m:ctrlPr>
                      </m:sSubPr>
                      <m:e>
                        <m:r>
                          <a:rPr lang="en-US" altLang="ja-JP" b="0" i="1" smtClean="0">
                            <a:solidFill>
                              <a:schemeClr val="tx1">
                                <a:lumMod val="90000"/>
                                <a:lumOff val="10000"/>
                              </a:schemeClr>
                            </a:solidFill>
                            <a:latin typeface="Cambria Math" panose="02040503050406030204" pitchFamily="18" charset="0"/>
                          </a:rPr>
                          <m:t>𝑦</m:t>
                        </m:r>
                      </m:e>
                      <m:sub>
                        <m:r>
                          <a:rPr lang="en-US" altLang="ja-JP" b="0" i="1" smtClean="0">
                            <a:solidFill>
                              <a:schemeClr val="tx1">
                                <a:lumMod val="90000"/>
                                <a:lumOff val="10000"/>
                              </a:schemeClr>
                            </a:solidFill>
                            <a:latin typeface="Cambria Math" panose="02040503050406030204" pitchFamily="18" charset="0"/>
                          </a:rPr>
                          <m:t>𝑛</m:t>
                        </m:r>
                        <m:r>
                          <a:rPr lang="en-US" altLang="ja-JP" b="0" i="1" smtClean="0">
                            <a:solidFill>
                              <a:schemeClr val="tx1">
                                <a:lumMod val="90000"/>
                                <a:lumOff val="10000"/>
                              </a:schemeClr>
                            </a:solidFill>
                            <a:latin typeface="Cambria Math" panose="02040503050406030204" pitchFamily="18" charset="0"/>
                          </a:rPr>
                          <m:t>−1</m:t>
                        </m:r>
                      </m:sub>
                    </m:sSub>
                  </m:oMath>
                </a14:m>
                <a:r>
                  <a:rPr lang="ja-JP" altLang="en-US" dirty="0">
                    <a:solidFill>
                      <a:schemeClr val="tx1">
                        <a:lumMod val="90000"/>
                        <a:lumOff val="10000"/>
                      </a:schemeClr>
                    </a:solidFill>
                  </a:rPr>
                  <a:t>を代入。</a:t>
                </a:r>
                <a:endParaRPr lang="en-US" altLang="ja-JP" dirty="0">
                  <a:solidFill>
                    <a:schemeClr val="tx1">
                      <a:lumMod val="90000"/>
                      <a:lumOff val="10000"/>
                    </a:schemeClr>
                  </a:solidFill>
                </a:endParaRPr>
              </a:p>
            </p:txBody>
          </p:sp>
        </mc:Choice>
        <mc:Fallback xmlns="">
          <p:sp>
            <p:nvSpPr>
              <p:cNvPr id="18" name="テキスト ボックス 17">
                <a:extLst>
                  <a:ext uri="{FF2B5EF4-FFF2-40B4-BE49-F238E27FC236}">
                    <a16:creationId xmlns:a16="http://schemas.microsoft.com/office/drawing/2014/main" id="{7EBE7894-2830-1F4F-82FC-05901221219B}"/>
                  </a:ext>
                </a:extLst>
              </p:cNvPr>
              <p:cNvSpPr txBox="1">
                <a:spLocks noRot="1" noChangeAspect="1" noMove="1" noResize="1" noEditPoints="1" noAdjustHandles="1" noChangeArrowheads="1" noChangeShapeType="1" noTextEdit="1"/>
              </p:cNvSpPr>
              <p:nvPr/>
            </p:nvSpPr>
            <p:spPr>
              <a:xfrm>
                <a:off x="4617147" y="3862973"/>
                <a:ext cx="5324361" cy="374783"/>
              </a:xfrm>
              <a:prstGeom prst="rect">
                <a:avLst/>
              </a:prstGeom>
              <a:blipFill>
                <a:blip r:embed="rId10"/>
                <a:stretch>
                  <a:fillRect t="-13115" b="-21311"/>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9" name="テキスト ボックス 18">
                <a:extLst>
                  <a:ext uri="{FF2B5EF4-FFF2-40B4-BE49-F238E27FC236}">
                    <a16:creationId xmlns:a16="http://schemas.microsoft.com/office/drawing/2014/main" id="{F89E887F-925F-C329-EF8A-EED15A66C373}"/>
                  </a:ext>
                </a:extLst>
              </p:cNvPr>
              <p:cNvSpPr txBox="1"/>
              <p:nvPr/>
            </p:nvSpPr>
            <p:spPr>
              <a:xfrm>
                <a:off x="5147495" y="4217507"/>
                <a:ext cx="6312986" cy="910634"/>
              </a:xfrm>
              <a:prstGeom prst="rect">
                <a:avLst/>
              </a:prstGeom>
              <a:noFill/>
            </p:spPr>
            <p:txBody>
              <a:bodyPr wrap="square">
                <a:spAutoFit/>
              </a:bodyPr>
              <a:lstStyle/>
              <a:p>
                <a:pPr/>
                <a14:m>
                  <m:oMathPara xmlns:m="http://schemas.openxmlformats.org/officeDocument/2006/math">
                    <m:oMathParaPr>
                      <m:jc m:val="left"/>
                    </m:oMathParaPr>
                    <m:oMath>
                      <m:sSub>
                        <m:sSubPr>
                          <m:ctrlPr>
                            <a:rPr lang="en-US" altLang="ja-JP" sz="1800" b="0" i="1" smtClean="0">
                              <a:solidFill>
                                <a:schemeClr val="tx1">
                                  <a:lumMod val="90000"/>
                                  <a:lumOff val="10000"/>
                                </a:schemeClr>
                              </a:solidFill>
                              <a:latin typeface="Cambria Math" panose="02040503050406030204" pitchFamily="18" charset="0"/>
                            </a:rPr>
                          </m:ctrlPr>
                        </m:sSubPr>
                        <m:e>
                          <m:r>
                            <a:rPr lang="en-US" altLang="ja-JP" sz="1800" b="0" i="1" smtClean="0">
                              <a:solidFill>
                                <a:schemeClr val="tx1">
                                  <a:lumMod val="90000"/>
                                  <a:lumOff val="10000"/>
                                </a:schemeClr>
                              </a:solidFill>
                              <a:latin typeface="Cambria Math" panose="02040503050406030204" pitchFamily="18" charset="0"/>
                            </a:rPr>
                            <m:t>𝑦</m:t>
                          </m:r>
                        </m:e>
                        <m:sub>
                          <m:r>
                            <a:rPr lang="en-US" altLang="ja-JP" sz="1800" b="0" i="1" smtClean="0">
                              <a:solidFill>
                                <a:schemeClr val="tx1">
                                  <a:lumMod val="90000"/>
                                  <a:lumOff val="10000"/>
                                </a:schemeClr>
                              </a:solidFill>
                              <a:latin typeface="Cambria Math" panose="02040503050406030204" pitchFamily="18" charset="0"/>
                            </a:rPr>
                            <m:t>𝑛</m:t>
                          </m:r>
                          <m:r>
                            <a:rPr lang="en-US" altLang="ja-JP" sz="1800" b="0" i="1" smtClean="0">
                              <a:solidFill>
                                <a:schemeClr val="tx1">
                                  <a:lumMod val="90000"/>
                                  <a:lumOff val="10000"/>
                                </a:schemeClr>
                              </a:solidFill>
                              <a:latin typeface="Cambria Math" panose="02040503050406030204" pitchFamily="18" charset="0"/>
                            </a:rPr>
                            <m:t>+1</m:t>
                          </m:r>
                        </m:sub>
                      </m:sSub>
                      <m:r>
                        <a:rPr lang="en-US" altLang="ja-JP" sz="1800" b="0" i="1" smtClean="0">
                          <a:solidFill>
                            <a:schemeClr val="tx1">
                              <a:lumMod val="90000"/>
                              <a:lumOff val="10000"/>
                            </a:schemeClr>
                          </a:solidFill>
                          <a:latin typeface="Cambria Math" panose="02040503050406030204" pitchFamily="18" charset="0"/>
                        </a:rPr>
                        <m:t>−</m:t>
                      </m:r>
                      <m:sSub>
                        <m:sSubPr>
                          <m:ctrlPr>
                            <a:rPr lang="en-US" altLang="ja-JP" sz="1800" b="0" i="1" smtClean="0">
                              <a:solidFill>
                                <a:schemeClr val="tx1">
                                  <a:lumMod val="90000"/>
                                  <a:lumOff val="10000"/>
                                </a:schemeClr>
                              </a:solidFill>
                              <a:latin typeface="Cambria Math" panose="02040503050406030204" pitchFamily="18" charset="0"/>
                            </a:rPr>
                          </m:ctrlPr>
                        </m:sSubPr>
                        <m:e>
                          <m:r>
                            <a:rPr lang="en-US" altLang="ja-JP" sz="1800" b="0" i="1" smtClean="0">
                              <a:solidFill>
                                <a:schemeClr val="tx1">
                                  <a:lumMod val="90000"/>
                                  <a:lumOff val="10000"/>
                                </a:schemeClr>
                              </a:solidFill>
                              <a:latin typeface="Cambria Math" panose="02040503050406030204" pitchFamily="18" charset="0"/>
                            </a:rPr>
                            <m:t>𝑦</m:t>
                          </m:r>
                        </m:e>
                        <m:sub>
                          <m:r>
                            <a:rPr lang="en-US" altLang="ja-JP" sz="1800" b="0" i="1" smtClean="0">
                              <a:solidFill>
                                <a:schemeClr val="tx1">
                                  <a:lumMod val="90000"/>
                                  <a:lumOff val="10000"/>
                                </a:schemeClr>
                              </a:solidFill>
                              <a:latin typeface="Cambria Math" panose="02040503050406030204" pitchFamily="18" charset="0"/>
                            </a:rPr>
                            <m:t>𝑛</m:t>
                          </m:r>
                        </m:sub>
                      </m:sSub>
                      <m:r>
                        <a:rPr lang="en-US" altLang="ja-JP" sz="1800" b="0" i="1" smtClean="0">
                          <a:solidFill>
                            <a:schemeClr val="tx1">
                              <a:lumMod val="90000"/>
                              <a:lumOff val="10000"/>
                            </a:schemeClr>
                          </a:solidFill>
                          <a:latin typeface="Cambria Math" panose="02040503050406030204" pitchFamily="18" charset="0"/>
                        </a:rPr>
                        <m:t>=</m:t>
                      </m:r>
                      <m:sSub>
                        <m:sSubPr>
                          <m:ctrlPr>
                            <a:rPr lang="en-US" altLang="ja-JP" sz="1800" b="0" i="1" smtClean="0">
                              <a:solidFill>
                                <a:schemeClr val="tx1">
                                  <a:lumMod val="90000"/>
                                  <a:lumOff val="10000"/>
                                </a:schemeClr>
                              </a:solidFill>
                              <a:latin typeface="Cambria Math" panose="02040503050406030204" pitchFamily="18" charset="0"/>
                            </a:rPr>
                          </m:ctrlPr>
                        </m:sSubPr>
                        <m:e>
                          <m:r>
                            <a:rPr lang="en-US" altLang="ja-JP" sz="1800" b="0" i="1" smtClean="0">
                              <a:solidFill>
                                <a:schemeClr val="tx1">
                                  <a:lumMod val="90000"/>
                                  <a:lumOff val="10000"/>
                                </a:schemeClr>
                              </a:solidFill>
                              <a:latin typeface="Cambria Math" panose="02040503050406030204" pitchFamily="18" charset="0"/>
                            </a:rPr>
                            <m:t>𝑢</m:t>
                          </m:r>
                        </m:e>
                        <m:sub>
                          <m:r>
                            <a:rPr lang="en-US" altLang="ja-JP" sz="1800" b="0" i="1" smtClean="0">
                              <a:solidFill>
                                <a:schemeClr val="tx1">
                                  <a:lumMod val="90000"/>
                                  <a:lumOff val="10000"/>
                                </a:schemeClr>
                              </a:solidFill>
                              <a:latin typeface="Cambria Math" panose="02040503050406030204" pitchFamily="18" charset="0"/>
                            </a:rPr>
                            <m:t>𝑛</m:t>
                          </m:r>
                          <m:r>
                            <a:rPr lang="en-US" altLang="ja-JP" sz="1800" b="0" i="1" smtClean="0">
                              <a:solidFill>
                                <a:schemeClr val="tx1">
                                  <a:lumMod val="90000"/>
                                  <a:lumOff val="10000"/>
                                </a:schemeClr>
                              </a:solidFill>
                              <a:latin typeface="Cambria Math" panose="02040503050406030204" pitchFamily="18" charset="0"/>
                            </a:rPr>
                            <m:t>+1</m:t>
                          </m:r>
                        </m:sub>
                      </m:sSub>
                      <m:r>
                        <a:rPr lang="en-US" altLang="ja-JP" sz="1800" b="0" i="1" smtClean="0">
                          <a:solidFill>
                            <a:schemeClr val="tx1">
                              <a:lumMod val="90000"/>
                              <a:lumOff val="10000"/>
                            </a:schemeClr>
                          </a:solidFill>
                          <a:latin typeface="Cambria Math" panose="02040503050406030204" pitchFamily="18" charset="0"/>
                        </a:rPr>
                        <m:t>−</m:t>
                      </m:r>
                      <m:sSub>
                        <m:sSubPr>
                          <m:ctrlPr>
                            <a:rPr lang="en-US" altLang="ja-JP" sz="1800" b="0" i="1" smtClean="0">
                              <a:solidFill>
                                <a:schemeClr val="tx1">
                                  <a:lumMod val="90000"/>
                                  <a:lumOff val="10000"/>
                                </a:schemeClr>
                              </a:solidFill>
                              <a:latin typeface="Cambria Math" panose="02040503050406030204" pitchFamily="18" charset="0"/>
                            </a:rPr>
                          </m:ctrlPr>
                        </m:sSubPr>
                        <m:e>
                          <m:r>
                            <a:rPr lang="en-US" altLang="ja-JP" sz="1800" b="0" i="1" smtClean="0">
                              <a:solidFill>
                                <a:schemeClr val="tx1">
                                  <a:lumMod val="90000"/>
                                  <a:lumOff val="10000"/>
                                </a:schemeClr>
                              </a:solidFill>
                              <a:latin typeface="Cambria Math" panose="02040503050406030204" pitchFamily="18" charset="0"/>
                            </a:rPr>
                            <m:t>𝑢</m:t>
                          </m:r>
                        </m:e>
                        <m:sub>
                          <m:r>
                            <a:rPr lang="en-US" altLang="ja-JP" sz="1800" b="0" i="1" smtClean="0">
                              <a:solidFill>
                                <a:schemeClr val="tx1">
                                  <a:lumMod val="90000"/>
                                  <a:lumOff val="10000"/>
                                </a:schemeClr>
                              </a:solidFill>
                              <a:latin typeface="Cambria Math" panose="02040503050406030204" pitchFamily="18" charset="0"/>
                            </a:rPr>
                            <m:t>𝑛</m:t>
                          </m:r>
                        </m:sub>
                      </m:sSub>
                      <m:r>
                        <a:rPr lang="en-US" altLang="ja-JP" sz="1800" b="0" i="1" smtClean="0">
                          <a:solidFill>
                            <a:schemeClr val="tx1">
                              <a:lumMod val="90000"/>
                              <a:lumOff val="10000"/>
                            </a:schemeClr>
                          </a:solidFill>
                          <a:latin typeface="Cambria Math" panose="02040503050406030204" pitchFamily="18" charset="0"/>
                        </a:rPr>
                        <m:t>−</m:t>
                      </m:r>
                      <m:sSub>
                        <m:sSubPr>
                          <m:ctrlPr>
                            <a:rPr lang="en-US" altLang="ja-JP" sz="1800" b="0" i="1" smtClean="0">
                              <a:solidFill>
                                <a:schemeClr val="tx1">
                                  <a:lumMod val="90000"/>
                                  <a:lumOff val="10000"/>
                                </a:schemeClr>
                              </a:solidFill>
                              <a:latin typeface="Cambria Math" panose="02040503050406030204" pitchFamily="18" charset="0"/>
                            </a:rPr>
                          </m:ctrlPr>
                        </m:sSubPr>
                        <m:e>
                          <m:r>
                            <a:rPr lang="en-US" altLang="ja-JP" sz="1800" b="0" i="1" smtClean="0">
                              <a:solidFill>
                                <a:schemeClr val="tx1">
                                  <a:lumMod val="90000"/>
                                  <a:lumOff val="10000"/>
                                </a:schemeClr>
                              </a:solidFill>
                              <a:latin typeface="Cambria Math" panose="02040503050406030204" pitchFamily="18" charset="0"/>
                            </a:rPr>
                            <m:t>(</m:t>
                          </m:r>
                          <m:r>
                            <a:rPr lang="en-US" altLang="ja-JP" sz="1800" b="0" i="1" smtClean="0">
                              <a:solidFill>
                                <a:schemeClr val="tx1">
                                  <a:lumMod val="90000"/>
                                  <a:lumOff val="10000"/>
                                </a:schemeClr>
                              </a:solidFill>
                              <a:latin typeface="Cambria Math" panose="02040503050406030204" pitchFamily="18" charset="0"/>
                            </a:rPr>
                            <m:t>𝑠</m:t>
                          </m:r>
                        </m:e>
                        <m:sub>
                          <m:r>
                            <a:rPr lang="en-US" altLang="ja-JP" sz="1800" b="0" i="1" smtClean="0">
                              <a:solidFill>
                                <a:schemeClr val="tx1">
                                  <a:lumMod val="90000"/>
                                  <a:lumOff val="10000"/>
                                </a:schemeClr>
                              </a:solidFill>
                              <a:latin typeface="Cambria Math" panose="02040503050406030204" pitchFamily="18" charset="0"/>
                            </a:rPr>
                            <m:t>𝑛</m:t>
                          </m:r>
                          <m:r>
                            <a:rPr lang="en-US" altLang="ja-JP" sz="1800" b="0" i="1" smtClean="0">
                              <a:solidFill>
                                <a:schemeClr val="tx1">
                                  <a:lumMod val="90000"/>
                                  <a:lumOff val="10000"/>
                                </a:schemeClr>
                              </a:solidFill>
                              <a:latin typeface="Cambria Math" panose="02040503050406030204" pitchFamily="18" charset="0"/>
                            </a:rPr>
                            <m:t>−1</m:t>
                          </m:r>
                        </m:sub>
                      </m:sSub>
                      <m:r>
                        <a:rPr lang="en-US" altLang="ja-JP" sz="1800" b="0" i="1" smtClean="0">
                          <a:solidFill>
                            <a:schemeClr val="tx1">
                              <a:lumMod val="90000"/>
                              <a:lumOff val="10000"/>
                            </a:schemeClr>
                          </a:solidFill>
                          <a:latin typeface="Cambria Math" panose="02040503050406030204" pitchFamily="18" charset="0"/>
                        </a:rPr>
                        <m:t>+</m:t>
                      </m:r>
                      <m:sSub>
                        <m:sSubPr>
                          <m:ctrlPr>
                            <a:rPr lang="en-US" altLang="ja-JP" sz="1800" b="0" i="1" smtClean="0">
                              <a:solidFill>
                                <a:schemeClr val="tx1">
                                  <a:lumMod val="90000"/>
                                  <a:lumOff val="10000"/>
                                </a:schemeClr>
                              </a:solidFill>
                              <a:latin typeface="Cambria Math" panose="02040503050406030204" pitchFamily="18" charset="0"/>
                            </a:rPr>
                          </m:ctrlPr>
                        </m:sSubPr>
                        <m:e>
                          <m:r>
                            <a:rPr lang="en-US" altLang="ja-JP" sz="1800" b="0" i="1" smtClean="0">
                              <a:solidFill>
                                <a:schemeClr val="tx1">
                                  <a:lumMod val="90000"/>
                                  <a:lumOff val="10000"/>
                                </a:schemeClr>
                              </a:solidFill>
                              <a:latin typeface="Cambria Math" panose="02040503050406030204" pitchFamily="18" charset="0"/>
                            </a:rPr>
                            <m:t>𝑦</m:t>
                          </m:r>
                        </m:e>
                        <m:sub>
                          <m:r>
                            <a:rPr lang="en-US" altLang="ja-JP" sz="1800" b="0" i="1" smtClean="0">
                              <a:solidFill>
                                <a:schemeClr val="tx1">
                                  <a:lumMod val="90000"/>
                                  <a:lumOff val="10000"/>
                                </a:schemeClr>
                              </a:solidFill>
                              <a:latin typeface="Cambria Math" panose="02040503050406030204" pitchFamily="18" charset="0"/>
                            </a:rPr>
                            <m:t>𝑛</m:t>
                          </m:r>
                          <m:r>
                            <a:rPr lang="en-US" altLang="ja-JP" sz="1800" b="0" i="1" smtClean="0">
                              <a:solidFill>
                                <a:schemeClr val="tx1">
                                  <a:lumMod val="90000"/>
                                  <a:lumOff val="10000"/>
                                </a:schemeClr>
                              </a:solidFill>
                              <a:latin typeface="Cambria Math" panose="02040503050406030204" pitchFamily="18" charset="0"/>
                            </a:rPr>
                            <m:t>−1</m:t>
                          </m:r>
                        </m:sub>
                      </m:sSub>
                      <m:r>
                        <a:rPr lang="en-US" altLang="ja-JP" sz="1800" b="0" i="1" smtClean="0">
                          <a:solidFill>
                            <a:schemeClr val="tx1">
                              <a:lumMod val="90000"/>
                              <a:lumOff val="10000"/>
                            </a:schemeClr>
                          </a:solidFill>
                          <a:latin typeface="Cambria Math" panose="02040503050406030204" pitchFamily="18" charset="0"/>
                        </a:rPr>
                        <m:t>)+</m:t>
                      </m:r>
                      <m:sSub>
                        <m:sSubPr>
                          <m:ctrlPr>
                            <a:rPr lang="en-US" altLang="ja-JP" sz="1800" b="0" i="1" smtClean="0">
                              <a:solidFill>
                                <a:schemeClr val="tx1">
                                  <a:lumMod val="90000"/>
                                  <a:lumOff val="10000"/>
                                </a:schemeClr>
                              </a:solidFill>
                              <a:latin typeface="Cambria Math" panose="02040503050406030204" pitchFamily="18" charset="0"/>
                            </a:rPr>
                          </m:ctrlPr>
                        </m:sSubPr>
                        <m:e>
                          <m:r>
                            <a:rPr lang="en-US" altLang="ja-JP" sz="1800" b="0" i="1" smtClean="0">
                              <a:solidFill>
                                <a:schemeClr val="tx1">
                                  <a:lumMod val="90000"/>
                                  <a:lumOff val="10000"/>
                                </a:schemeClr>
                              </a:solidFill>
                              <a:latin typeface="Cambria Math" panose="02040503050406030204" pitchFamily="18" charset="0"/>
                            </a:rPr>
                            <m:t>𝑠</m:t>
                          </m:r>
                        </m:e>
                        <m:sub>
                          <m:r>
                            <a:rPr lang="en-US" altLang="ja-JP" sz="1800" b="0" i="1" smtClean="0">
                              <a:solidFill>
                                <a:schemeClr val="tx1">
                                  <a:lumMod val="90000"/>
                                  <a:lumOff val="10000"/>
                                </a:schemeClr>
                              </a:solidFill>
                              <a:latin typeface="Cambria Math" panose="02040503050406030204" pitchFamily="18" charset="0"/>
                            </a:rPr>
                            <m:t>𝑛</m:t>
                          </m:r>
                          <m:r>
                            <a:rPr lang="en-US" altLang="ja-JP" sz="1800" b="0" i="1" smtClean="0">
                              <a:solidFill>
                                <a:schemeClr val="tx1">
                                  <a:lumMod val="90000"/>
                                  <a:lumOff val="10000"/>
                                </a:schemeClr>
                              </a:solidFill>
                              <a:latin typeface="Cambria Math" panose="02040503050406030204" pitchFamily="18" charset="0"/>
                            </a:rPr>
                            <m:t>−1</m:t>
                          </m:r>
                        </m:sub>
                      </m:sSub>
                      <m:r>
                        <a:rPr lang="en-US" altLang="ja-JP" sz="1800" b="0" i="1" smtClean="0">
                          <a:solidFill>
                            <a:schemeClr val="tx1">
                              <a:lumMod val="90000"/>
                              <a:lumOff val="10000"/>
                            </a:schemeClr>
                          </a:solidFill>
                          <a:latin typeface="Cambria Math" panose="02040503050406030204" pitchFamily="18" charset="0"/>
                        </a:rPr>
                        <m:t>−</m:t>
                      </m:r>
                      <m:sSub>
                        <m:sSubPr>
                          <m:ctrlPr>
                            <a:rPr lang="en-US" altLang="ja-JP" sz="1800" b="0" i="1" smtClean="0">
                              <a:solidFill>
                                <a:schemeClr val="tx1">
                                  <a:lumMod val="90000"/>
                                  <a:lumOff val="10000"/>
                                </a:schemeClr>
                              </a:solidFill>
                              <a:latin typeface="Cambria Math" panose="02040503050406030204" pitchFamily="18" charset="0"/>
                            </a:rPr>
                          </m:ctrlPr>
                        </m:sSubPr>
                        <m:e>
                          <m:r>
                            <a:rPr lang="en-US" altLang="ja-JP" sz="1800" b="0" i="1" smtClean="0">
                              <a:solidFill>
                                <a:schemeClr val="tx1">
                                  <a:lumMod val="90000"/>
                                  <a:lumOff val="10000"/>
                                </a:schemeClr>
                              </a:solidFill>
                              <a:latin typeface="Cambria Math" panose="02040503050406030204" pitchFamily="18" charset="0"/>
                            </a:rPr>
                            <m:t>𝑦</m:t>
                          </m:r>
                        </m:e>
                        <m:sub>
                          <m:r>
                            <a:rPr lang="en-US" altLang="ja-JP" sz="1800" b="0" i="1" smtClean="0">
                              <a:solidFill>
                                <a:schemeClr val="tx1">
                                  <a:lumMod val="90000"/>
                                  <a:lumOff val="10000"/>
                                </a:schemeClr>
                              </a:solidFill>
                              <a:latin typeface="Cambria Math" panose="02040503050406030204" pitchFamily="18" charset="0"/>
                            </a:rPr>
                            <m:t>𝑛</m:t>
                          </m:r>
                        </m:sub>
                      </m:sSub>
                      <m:r>
                        <a:rPr lang="en-US" altLang="ja-JP" sz="1800" b="0" i="1" smtClean="0">
                          <a:solidFill>
                            <a:schemeClr val="tx1">
                              <a:lumMod val="90000"/>
                              <a:lumOff val="10000"/>
                            </a:schemeClr>
                          </a:solidFill>
                          <a:latin typeface="Cambria Math" panose="02040503050406030204" pitchFamily="18" charset="0"/>
                        </a:rPr>
                        <m:t>+</m:t>
                      </m:r>
                      <m:sSub>
                        <m:sSubPr>
                          <m:ctrlPr>
                            <a:rPr lang="en-US" altLang="ja-JP" sz="1800" b="0" i="1" smtClean="0">
                              <a:solidFill>
                                <a:schemeClr val="tx1">
                                  <a:lumMod val="90000"/>
                                  <a:lumOff val="10000"/>
                                </a:schemeClr>
                              </a:solidFill>
                              <a:latin typeface="Cambria Math" panose="02040503050406030204" pitchFamily="18" charset="0"/>
                            </a:rPr>
                          </m:ctrlPr>
                        </m:sSubPr>
                        <m:e>
                          <m:r>
                            <a:rPr lang="en-US" altLang="ja-JP" sz="1800" b="0" i="1" smtClean="0">
                              <a:solidFill>
                                <a:schemeClr val="tx1">
                                  <a:lumMod val="90000"/>
                                  <a:lumOff val="10000"/>
                                </a:schemeClr>
                              </a:solidFill>
                              <a:latin typeface="Cambria Math" panose="02040503050406030204" pitchFamily="18" charset="0"/>
                            </a:rPr>
                            <m:t>𝑦</m:t>
                          </m:r>
                        </m:e>
                        <m:sub>
                          <m:r>
                            <a:rPr lang="en-US" altLang="ja-JP" sz="1800" b="0" i="1" smtClean="0">
                              <a:solidFill>
                                <a:schemeClr val="tx1">
                                  <a:lumMod val="90000"/>
                                  <a:lumOff val="10000"/>
                                </a:schemeClr>
                              </a:solidFill>
                              <a:latin typeface="Cambria Math" panose="02040503050406030204" pitchFamily="18" charset="0"/>
                            </a:rPr>
                            <m:t>𝑛</m:t>
                          </m:r>
                          <m:r>
                            <a:rPr lang="en-US" altLang="ja-JP" sz="1800" b="0" i="1" smtClean="0">
                              <a:solidFill>
                                <a:schemeClr val="tx1">
                                  <a:lumMod val="90000"/>
                                  <a:lumOff val="10000"/>
                                </a:schemeClr>
                              </a:solidFill>
                              <a:latin typeface="Cambria Math" panose="02040503050406030204" pitchFamily="18" charset="0"/>
                            </a:rPr>
                            <m:t>−1</m:t>
                          </m:r>
                        </m:sub>
                      </m:sSub>
                      <m:r>
                        <a:rPr lang="en-US" altLang="ja-JP" sz="1800" b="0" i="1" smtClean="0">
                          <a:solidFill>
                            <a:schemeClr val="tx1">
                              <a:lumMod val="90000"/>
                              <a:lumOff val="10000"/>
                            </a:schemeClr>
                          </a:solidFill>
                          <a:latin typeface="Cambria Math" panose="02040503050406030204" pitchFamily="18" charset="0"/>
                        </a:rPr>
                        <m:t>+</m:t>
                      </m:r>
                      <m:sSub>
                        <m:sSubPr>
                          <m:ctrlPr>
                            <a:rPr lang="en-US" altLang="ja-JP" sz="1800" b="0" i="1" smtClean="0">
                              <a:solidFill>
                                <a:schemeClr val="tx1">
                                  <a:lumMod val="90000"/>
                                  <a:lumOff val="10000"/>
                                </a:schemeClr>
                              </a:solidFill>
                              <a:latin typeface="Cambria Math" panose="02040503050406030204" pitchFamily="18" charset="0"/>
                            </a:rPr>
                          </m:ctrlPr>
                        </m:sSubPr>
                        <m:e>
                          <m:r>
                            <a:rPr lang="en-US" altLang="ja-JP" sz="1800" b="0" i="1" smtClean="0">
                              <a:solidFill>
                                <a:schemeClr val="tx1">
                                  <a:lumMod val="90000"/>
                                  <a:lumOff val="10000"/>
                                </a:schemeClr>
                              </a:solidFill>
                              <a:latin typeface="Cambria Math" panose="02040503050406030204" pitchFamily="18" charset="0"/>
                            </a:rPr>
                            <m:t>𝑒</m:t>
                          </m:r>
                        </m:e>
                        <m:sub>
                          <m:r>
                            <a:rPr lang="en-US" altLang="ja-JP" sz="1800" b="0" i="1" smtClean="0">
                              <a:solidFill>
                                <a:schemeClr val="tx1">
                                  <a:lumMod val="90000"/>
                                  <a:lumOff val="10000"/>
                                </a:schemeClr>
                              </a:solidFill>
                              <a:latin typeface="Cambria Math" panose="02040503050406030204" pitchFamily="18" charset="0"/>
                            </a:rPr>
                            <m:t>𝑛</m:t>
                          </m:r>
                          <m:r>
                            <a:rPr lang="en-US" altLang="ja-JP" sz="1800" b="0" i="1" smtClean="0">
                              <a:solidFill>
                                <a:schemeClr val="tx1">
                                  <a:lumMod val="90000"/>
                                  <a:lumOff val="10000"/>
                                </a:schemeClr>
                              </a:solidFill>
                              <a:latin typeface="Cambria Math" panose="02040503050406030204" pitchFamily="18" charset="0"/>
                            </a:rPr>
                            <m:t>+1</m:t>
                          </m:r>
                        </m:sub>
                      </m:sSub>
                      <m:r>
                        <a:rPr lang="en-US" altLang="ja-JP" sz="1800" b="0" i="1" smtClean="0">
                          <a:solidFill>
                            <a:schemeClr val="tx1">
                              <a:lumMod val="90000"/>
                              <a:lumOff val="10000"/>
                            </a:schemeClr>
                          </a:solidFill>
                          <a:latin typeface="Cambria Math" panose="02040503050406030204" pitchFamily="18" charset="0"/>
                        </a:rPr>
                        <m:t>−</m:t>
                      </m:r>
                      <m:sSub>
                        <m:sSubPr>
                          <m:ctrlPr>
                            <a:rPr lang="en-US" altLang="ja-JP" sz="1800" b="0" i="1" smtClean="0">
                              <a:solidFill>
                                <a:schemeClr val="tx1">
                                  <a:lumMod val="90000"/>
                                  <a:lumOff val="10000"/>
                                </a:schemeClr>
                              </a:solidFill>
                              <a:latin typeface="Cambria Math" panose="02040503050406030204" pitchFamily="18" charset="0"/>
                            </a:rPr>
                          </m:ctrlPr>
                        </m:sSubPr>
                        <m:e>
                          <m:r>
                            <a:rPr lang="en-US" altLang="ja-JP" sz="1800" b="0" i="1" smtClean="0">
                              <a:solidFill>
                                <a:schemeClr val="tx1">
                                  <a:lumMod val="90000"/>
                                  <a:lumOff val="10000"/>
                                </a:schemeClr>
                              </a:solidFill>
                              <a:latin typeface="Cambria Math" panose="02040503050406030204" pitchFamily="18" charset="0"/>
                            </a:rPr>
                            <m:t>𝑒</m:t>
                          </m:r>
                        </m:e>
                        <m:sub>
                          <m:r>
                            <a:rPr lang="en-US" altLang="ja-JP" sz="1800" b="0" i="1" smtClean="0">
                              <a:solidFill>
                                <a:schemeClr val="tx1">
                                  <a:lumMod val="90000"/>
                                  <a:lumOff val="10000"/>
                                </a:schemeClr>
                              </a:solidFill>
                              <a:latin typeface="Cambria Math" panose="02040503050406030204" pitchFamily="18" charset="0"/>
                            </a:rPr>
                            <m:t>𝑛</m:t>
                          </m:r>
                        </m:sub>
                      </m:sSub>
                      <m:r>
                        <a:rPr lang="en-US" altLang="ja-JP" sz="1800" b="0" i="1" smtClean="0">
                          <a:solidFill>
                            <a:schemeClr val="tx1">
                              <a:lumMod val="90000"/>
                              <a:lumOff val="10000"/>
                            </a:schemeClr>
                          </a:solidFill>
                          <a:latin typeface="Cambria Math" panose="02040503050406030204" pitchFamily="18" charset="0"/>
                        </a:rPr>
                        <m:t>=</m:t>
                      </m:r>
                      <m:sSub>
                        <m:sSubPr>
                          <m:ctrlPr>
                            <a:rPr lang="en-US" altLang="ja-JP" i="1">
                              <a:solidFill>
                                <a:schemeClr val="tx1">
                                  <a:lumMod val="90000"/>
                                  <a:lumOff val="10000"/>
                                </a:schemeClr>
                              </a:solidFill>
                              <a:latin typeface="Cambria Math" panose="02040503050406030204" pitchFamily="18" charset="0"/>
                            </a:rPr>
                          </m:ctrlPr>
                        </m:sSubPr>
                        <m:e>
                          <m:r>
                            <a:rPr lang="en-US" altLang="ja-JP" i="1">
                              <a:solidFill>
                                <a:schemeClr val="tx1">
                                  <a:lumMod val="90000"/>
                                  <a:lumOff val="10000"/>
                                </a:schemeClr>
                              </a:solidFill>
                              <a:latin typeface="Cambria Math" panose="02040503050406030204" pitchFamily="18" charset="0"/>
                            </a:rPr>
                            <m:t>𝑢</m:t>
                          </m:r>
                        </m:e>
                        <m:sub>
                          <m:r>
                            <a:rPr lang="en-US" altLang="ja-JP" i="1">
                              <a:solidFill>
                                <a:schemeClr val="tx1">
                                  <a:lumMod val="90000"/>
                                  <a:lumOff val="10000"/>
                                </a:schemeClr>
                              </a:solidFill>
                              <a:latin typeface="Cambria Math" panose="02040503050406030204" pitchFamily="18" charset="0"/>
                            </a:rPr>
                            <m:t>𝑛</m:t>
                          </m:r>
                          <m:r>
                            <a:rPr lang="en-US" altLang="ja-JP" i="1">
                              <a:solidFill>
                                <a:schemeClr val="tx1">
                                  <a:lumMod val="90000"/>
                                  <a:lumOff val="10000"/>
                                </a:schemeClr>
                              </a:solidFill>
                              <a:latin typeface="Cambria Math" panose="02040503050406030204" pitchFamily="18" charset="0"/>
                            </a:rPr>
                            <m:t>+1</m:t>
                          </m:r>
                        </m:sub>
                      </m:sSub>
                      <m:r>
                        <a:rPr lang="en-US" altLang="ja-JP" i="1">
                          <a:solidFill>
                            <a:schemeClr val="tx1">
                              <a:lumMod val="90000"/>
                              <a:lumOff val="10000"/>
                            </a:schemeClr>
                          </a:solidFill>
                          <a:latin typeface="Cambria Math" panose="02040503050406030204" pitchFamily="18" charset="0"/>
                        </a:rPr>
                        <m:t>−</m:t>
                      </m:r>
                      <m:sSub>
                        <m:sSubPr>
                          <m:ctrlPr>
                            <a:rPr lang="en-US" altLang="ja-JP" i="1">
                              <a:solidFill>
                                <a:schemeClr val="tx1">
                                  <a:lumMod val="90000"/>
                                  <a:lumOff val="10000"/>
                                </a:schemeClr>
                              </a:solidFill>
                              <a:latin typeface="Cambria Math" panose="02040503050406030204" pitchFamily="18" charset="0"/>
                            </a:rPr>
                          </m:ctrlPr>
                        </m:sSubPr>
                        <m:e>
                          <m:r>
                            <a:rPr lang="en-US" altLang="ja-JP" i="1">
                              <a:solidFill>
                                <a:schemeClr val="tx1">
                                  <a:lumMod val="90000"/>
                                  <a:lumOff val="10000"/>
                                </a:schemeClr>
                              </a:solidFill>
                              <a:latin typeface="Cambria Math" panose="02040503050406030204" pitchFamily="18" charset="0"/>
                            </a:rPr>
                            <m:t>𝑢</m:t>
                          </m:r>
                        </m:e>
                        <m:sub>
                          <m:r>
                            <a:rPr lang="en-US" altLang="ja-JP" i="1">
                              <a:solidFill>
                                <a:schemeClr val="tx1">
                                  <a:lumMod val="90000"/>
                                  <a:lumOff val="10000"/>
                                </a:schemeClr>
                              </a:solidFill>
                              <a:latin typeface="Cambria Math" panose="02040503050406030204" pitchFamily="18" charset="0"/>
                            </a:rPr>
                            <m:t>𝑛</m:t>
                          </m:r>
                        </m:sub>
                      </m:sSub>
                      <m:r>
                        <a:rPr lang="en-US" altLang="ja-JP" i="1">
                          <a:solidFill>
                            <a:schemeClr val="tx1">
                              <a:lumMod val="90000"/>
                              <a:lumOff val="10000"/>
                            </a:schemeClr>
                          </a:solidFill>
                          <a:latin typeface="Cambria Math" panose="02040503050406030204" pitchFamily="18" charset="0"/>
                        </a:rPr>
                        <m:t>−</m:t>
                      </m:r>
                      <m:sSub>
                        <m:sSubPr>
                          <m:ctrlPr>
                            <a:rPr lang="en-US" altLang="ja-JP" i="1">
                              <a:solidFill>
                                <a:schemeClr val="tx1">
                                  <a:lumMod val="90000"/>
                                  <a:lumOff val="10000"/>
                                </a:schemeClr>
                              </a:solidFill>
                              <a:latin typeface="Cambria Math" panose="02040503050406030204" pitchFamily="18" charset="0"/>
                            </a:rPr>
                          </m:ctrlPr>
                        </m:sSubPr>
                        <m:e>
                          <m:r>
                            <a:rPr lang="en-US" altLang="ja-JP" i="1">
                              <a:solidFill>
                                <a:schemeClr val="tx1">
                                  <a:lumMod val="90000"/>
                                  <a:lumOff val="10000"/>
                                </a:schemeClr>
                              </a:solidFill>
                              <a:latin typeface="Cambria Math" panose="02040503050406030204" pitchFamily="18" charset="0"/>
                            </a:rPr>
                            <m:t>𝑦</m:t>
                          </m:r>
                        </m:e>
                        <m:sub>
                          <m:r>
                            <a:rPr lang="en-US" altLang="ja-JP" i="1">
                              <a:solidFill>
                                <a:schemeClr val="tx1">
                                  <a:lumMod val="90000"/>
                                  <a:lumOff val="10000"/>
                                </a:schemeClr>
                              </a:solidFill>
                              <a:latin typeface="Cambria Math" panose="02040503050406030204" pitchFamily="18" charset="0"/>
                            </a:rPr>
                            <m:t>𝑛</m:t>
                          </m:r>
                        </m:sub>
                      </m:sSub>
                      <m:r>
                        <a:rPr lang="en-US" altLang="ja-JP" i="1">
                          <a:solidFill>
                            <a:schemeClr val="tx1">
                              <a:lumMod val="90000"/>
                              <a:lumOff val="10000"/>
                            </a:schemeClr>
                          </a:solidFill>
                          <a:latin typeface="Cambria Math" panose="02040503050406030204" pitchFamily="18" charset="0"/>
                        </a:rPr>
                        <m:t>+</m:t>
                      </m:r>
                      <m:sSub>
                        <m:sSubPr>
                          <m:ctrlPr>
                            <a:rPr lang="en-US" altLang="ja-JP" i="1">
                              <a:solidFill>
                                <a:schemeClr val="tx1">
                                  <a:lumMod val="90000"/>
                                  <a:lumOff val="10000"/>
                                </a:schemeClr>
                              </a:solidFill>
                              <a:latin typeface="Cambria Math" panose="02040503050406030204" pitchFamily="18" charset="0"/>
                            </a:rPr>
                          </m:ctrlPr>
                        </m:sSubPr>
                        <m:e>
                          <m:r>
                            <a:rPr lang="en-US" altLang="ja-JP" i="1">
                              <a:solidFill>
                                <a:schemeClr val="tx1">
                                  <a:lumMod val="90000"/>
                                  <a:lumOff val="10000"/>
                                </a:schemeClr>
                              </a:solidFill>
                              <a:latin typeface="Cambria Math" panose="02040503050406030204" pitchFamily="18" charset="0"/>
                            </a:rPr>
                            <m:t>𝑒</m:t>
                          </m:r>
                        </m:e>
                        <m:sub>
                          <m:r>
                            <a:rPr lang="en-US" altLang="ja-JP" i="1">
                              <a:solidFill>
                                <a:schemeClr val="tx1">
                                  <a:lumMod val="90000"/>
                                  <a:lumOff val="10000"/>
                                </a:schemeClr>
                              </a:solidFill>
                              <a:latin typeface="Cambria Math" panose="02040503050406030204" pitchFamily="18" charset="0"/>
                            </a:rPr>
                            <m:t>𝑛</m:t>
                          </m:r>
                          <m:r>
                            <a:rPr lang="en-US" altLang="ja-JP" i="1">
                              <a:solidFill>
                                <a:schemeClr val="tx1">
                                  <a:lumMod val="90000"/>
                                  <a:lumOff val="10000"/>
                                </a:schemeClr>
                              </a:solidFill>
                              <a:latin typeface="Cambria Math" panose="02040503050406030204" pitchFamily="18" charset="0"/>
                            </a:rPr>
                            <m:t>+1</m:t>
                          </m:r>
                        </m:sub>
                      </m:sSub>
                      <m:r>
                        <a:rPr lang="en-US" altLang="ja-JP" i="1">
                          <a:solidFill>
                            <a:schemeClr val="tx1">
                              <a:lumMod val="90000"/>
                              <a:lumOff val="10000"/>
                            </a:schemeClr>
                          </a:solidFill>
                          <a:latin typeface="Cambria Math" panose="02040503050406030204" pitchFamily="18" charset="0"/>
                        </a:rPr>
                        <m:t>−</m:t>
                      </m:r>
                      <m:sSub>
                        <m:sSubPr>
                          <m:ctrlPr>
                            <a:rPr lang="en-US" altLang="ja-JP" i="1">
                              <a:solidFill>
                                <a:schemeClr val="tx1">
                                  <a:lumMod val="90000"/>
                                  <a:lumOff val="10000"/>
                                </a:schemeClr>
                              </a:solidFill>
                              <a:latin typeface="Cambria Math" panose="02040503050406030204" pitchFamily="18" charset="0"/>
                            </a:rPr>
                          </m:ctrlPr>
                        </m:sSubPr>
                        <m:e>
                          <m:r>
                            <a:rPr lang="en-US" altLang="ja-JP" i="1">
                              <a:solidFill>
                                <a:schemeClr val="tx1">
                                  <a:lumMod val="90000"/>
                                  <a:lumOff val="10000"/>
                                </a:schemeClr>
                              </a:solidFill>
                              <a:latin typeface="Cambria Math" panose="02040503050406030204" pitchFamily="18" charset="0"/>
                            </a:rPr>
                            <m:t>𝑒</m:t>
                          </m:r>
                        </m:e>
                        <m:sub>
                          <m:r>
                            <a:rPr lang="en-US" altLang="ja-JP" i="1">
                              <a:solidFill>
                                <a:schemeClr val="tx1">
                                  <a:lumMod val="90000"/>
                                  <a:lumOff val="10000"/>
                                </a:schemeClr>
                              </a:solidFill>
                              <a:latin typeface="Cambria Math" panose="02040503050406030204" pitchFamily="18" charset="0"/>
                            </a:rPr>
                            <m:t>𝑛</m:t>
                          </m:r>
                        </m:sub>
                      </m:sSub>
                    </m:oMath>
                  </m:oMathPara>
                </a14:m>
                <a:endParaRPr lang="en-US" altLang="ja-JP" dirty="0">
                  <a:solidFill>
                    <a:schemeClr val="tx1">
                      <a:lumMod val="90000"/>
                      <a:lumOff val="10000"/>
                    </a:schemeClr>
                  </a:solidFill>
                </a:endParaRPr>
              </a:p>
            </p:txBody>
          </p:sp>
        </mc:Choice>
        <mc:Fallback xmlns="">
          <p:sp>
            <p:nvSpPr>
              <p:cNvPr id="19" name="テキスト ボックス 18">
                <a:extLst>
                  <a:ext uri="{FF2B5EF4-FFF2-40B4-BE49-F238E27FC236}">
                    <a16:creationId xmlns:a16="http://schemas.microsoft.com/office/drawing/2014/main" id="{F89E887F-925F-C329-EF8A-EED15A66C373}"/>
                  </a:ext>
                </a:extLst>
              </p:cNvPr>
              <p:cNvSpPr txBox="1">
                <a:spLocks noRot="1" noChangeAspect="1" noMove="1" noResize="1" noEditPoints="1" noAdjustHandles="1" noChangeArrowheads="1" noChangeShapeType="1" noTextEdit="1"/>
              </p:cNvSpPr>
              <p:nvPr/>
            </p:nvSpPr>
            <p:spPr>
              <a:xfrm>
                <a:off x="5147495" y="4217507"/>
                <a:ext cx="6312986" cy="910634"/>
              </a:xfrm>
              <a:prstGeom prst="rect">
                <a:avLst/>
              </a:prstGeom>
              <a:blipFill>
                <a:blip r:embed="rId11"/>
                <a:stretch>
                  <a:fillRect b="-2685"/>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22" name="テキスト ボックス 21">
                <a:extLst>
                  <a:ext uri="{FF2B5EF4-FFF2-40B4-BE49-F238E27FC236}">
                    <a16:creationId xmlns:a16="http://schemas.microsoft.com/office/drawing/2014/main" id="{BCB197A7-7250-66B3-E0FB-982AD2A537B5}"/>
                  </a:ext>
                </a:extLst>
              </p:cNvPr>
              <p:cNvSpPr txBox="1"/>
              <p:nvPr/>
            </p:nvSpPr>
            <p:spPr>
              <a:xfrm>
                <a:off x="4618115" y="5122290"/>
                <a:ext cx="6842365" cy="369332"/>
              </a:xfrm>
              <a:prstGeom prst="rect">
                <a:avLst/>
              </a:prstGeom>
              <a:noFill/>
            </p:spPr>
            <p:txBody>
              <a:bodyPr wrap="square">
                <a:spAutoFit/>
              </a:bodyPr>
              <a:lstStyle/>
              <a:p>
                <a14:m>
                  <m:oMath xmlns:m="http://schemas.openxmlformats.org/officeDocument/2006/math">
                    <m:sSub>
                      <m:sSubPr>
                        <m:ctrlPr>
                          <a:rPr lang="en-US" altLang="ja-JP" sz="1800" b="0" i="1" smtClean="0">
                            <a:solidFill>
                              <a:schemeClr val="tx1">
                                <a:lumMod val="90000"/>
                                <a:lumOff val="10000"/>
                              </a:schemeClr>
                            </a:solidFill>
                            <a:latin typeface="Cambria Math" panose="02040503050406030204" pitchFamily="18" charset="0"/>
                          </a:rPr>
                        </m:ctrlPr>
                      </m:sSubPr>
                      <m:e>
                        <m:r>
                          <a:rPr lang="en-US" altLang="ja-JP" sz="1800" b="0" i="1" smtClean="0">
                            <a:solidFill>
                              <a:schemeClr val="tx1">
                                <a:lumMod val="90000"/>
                                <a:lumOff val="10000"/>
                              </a:schemeClr>
                            </a:solidFill>
                            <a:latin typeface="Cambria Math" panose="02040503050406030204" pitchFamily="18" charset="0"/>
                          </a:rPr>
                          <m:t>𝑦</m:t>
                        </m:r>
                      </m:e>
                      <m:sub>
                        <m:r>
                          <a:rPr lang="en-US" altLang="ja-JP" sz="1800" b="0" i="1" smtClean="0">
                            <a:solidFill>
                              <a:schemeClr val="tx1">
                                <a:lumMod val="90000"/>
                                <a:lumOff val="10000"/>
                              </a:schemeClr>
                            </a:solidFill>
                            <a:latin typeface="Cambria Math" panose="02040503050406030204" pitchFamily="18" charset="0"/>
                          </a:rPr>
                          <m:t>𝑛</m:t>
                        </m:r>
                        <m:r>
                          <a:rPr lang="en-US" altLang="ja-JP" sz="1800" b="0" i="1" smtClean="0">
                            <a:solidFill>
                              <a:schemeClr val="tx1">
                                <a:lumMod val="90000"/>
                                <a:lumOff val="10000"/>
                              </a:schemeClr>
                            </a:solidFill>
                            <a:latin typeface="Cambria Math" panose="02040503050406030204" pitchFamily="18" charset="0"/>
                          </a:rPr>
                          <m:t>+1</m:t>
                        </m:r>
                      </m:sub>
                    </m:sSub>
                    <m:r>
                      <a:rPr lang="en-US" altLang="ja-JP" sz="1800" b="0" i="1" smtClean="0">
                        <a:solidFill>
                          <a:schemeClr val="tx1">
                            <a:lumMod val="90000"/>
                            <a:lumOff val="10000"/>
                          </a:schemeClr>
                        </a:solidFill>
                        <a:latin typeface="Cambria Math" panose="02040503050406030204" pitchFamily="18" charset="0"/>
                      </a:rPr>
                      <m:t>=</m:t>
                    </m:r>
                    <m:sSub>
                      <m:sSubPr>
                        <m:ctrlPr>
                          <a:rPr lang="en-US" altLang="ja-JP" i="1">
                            <a:solidFill>
                              <a:schemeClr val="tx1">
                                <a:lumMod val="90000"/>
                                <a:lumOff val="10000"/>
                              </a:schemeClr>
                            </a:solidFill>
                            <a:latin typeface="Cambria Math" panose="02040503050406030204" pitchFamily="18" charset="0"/>
                          </a:rPr>
                        </m:ctrlPr>
                      </m:sSubPr>
                      <m:e>
                        <m:r>
                          <a:rPr lang="en-US" altLang="ja-JP" i="1">
                            <a:solidFill>
                              <a:schemeClr val="tx1">
                                <a:lumMod val="90000"/>
                                <a:lumOff val="10000"/>
                              </a:schemeClr>
                            </a:solidFill>
                            <a:latin typeface="Cambria Math" panose="02040503050406030204" pitchFamily="18" charset="0"/>
                          </a:rPr>
                          <m:t>𝑢</m:t>
                        </m:r>
                      </m:e>
                      <m:sub>
                        <m:r>
                          <a:rPr lang="en-US" altLang="ja-JP" i="1">
                            <a:solidFill>
                              <a:schemeClr val="tx1">
                                <a:lumMod val="90000"/>
                                <a:lumOff val="10000"/>
                              </a:schemeClr>
                            </a:solidFill>
                            <a:latin typeface="Cambria Math" panose="02040503050406030204" pitchFamily="18" charset="0"/>
                          </a:rPr>
                          <m:t>𝑛</m:t>
                        </m:r>
                        <m:r>
                          <a:rPr lang="en-US" altLang="ja-JP" i="1">
                            <a:solidFill>
                              <a:schemeClr val="tx1">
                                <a:lumMod val="90000"/>
                                <a:lumOff val="10000"/>
                              </a:schemeClr>
                            </a:solidFill>
                            <a:latin typeface="Cambria Math" panose="02040503050406030204" pitchFamily="18" charset="0"/>
                          </a:rPr>
                          <m:t>+1</m:t>
                        </m:r>
                      </m:sub>
                    </m:sSub>
                    <m:r>
                      <a:rPr lang="en-US" altLang="ja-JP" i="1">
                        <a:solidFill>
                          <a:schemeClr val="tx1">
                            <a:lumMod val="90000"/>
                            <a:lumOff val="10000"/>
                          </a:schemeClr>
                        </a:solidFill>
                        <a:latin typeface="Cambria Math" panose="02040503050406030204" pitchFamily="18" charset="0"/>
                      </a:rPr>
                      <m:t>−</m:t>
                    </m:r>
                    <m:sSub>
                      <m:sSubPr>
                        <m:ctrlPr>
                          <a:rPr lang="en-US" altLang="ja-JP" i="1">
                            <a:solidFill>
                              <a:schemeClr val="tx1">
                                <a:lumMod val="90000"/>
                                <a:lumOff val="10000"/>
                              </a:schemeClr>
                            </a:solidFill>
                            <a:latin typeface="Cambria Math" panose="02040503050406030204" pitchFamily="18" charset="0"/>
                          </a:rPr>
                        </m:ctrlPr>
                      </m:sSubPr>
                      <m:e>
                        <m:r>
                          <a:rPr lang="en-US" altLang="ja-JP" i="1">
                            <a:solidFill>
                              <a:schemeClr val="tx1">
                                <a:lumMod val="90000"/>
                                <a:lumOff val="10000"/>
                              </a:schemeClr>
                            </a:solidFill>
                            <a:latin typeface="Cambria Math" panose="02040503050406030204" pitchFamily="18" charset="0"/>
                          </a:rPr>
                          <m:t>𝑢</m:t>
                        </m:r>
                      </m:e>
                      <m:sub>
                        <m:r>
                          <a:rPr lang="en-US" altLang="ja-JP" i="1">
                            <a:solidFill>
                              <a:schemeClr val="tx1">
                                <a:lumMod val="90000"/>
                                <a:lumOff val="10000"/>
                              </a:schemeClr>
                            </a:solidFill>
                            <a:latin typeface="Cambria Math" panose="02040503050406030204" pitchFamily="18" charset="0"/>
                          </a:rPr>
                          <m:t>𝑛</m:t>
                        </m:r>
                      </m:sub>
                    </m:sSub>
                    <m:r>
                      <a:rPr lang="en-US" altLang="ja-JP" i="1">
                        <a:solidFill>
                          <a:schemeClr val="tx1">
                            <a:lumMod val="90000"/>
                            <a:lumOff val="10000"/>
                          </a:schemeClr>
                        </a:solidFill>
                        <a:latin typeface="Cambria Math" panose="02040503050406030204" pitchFamily="18" charset="0"/>
                      </a:rPr>
                      <m:t>+</m:t>
                    </m:r>
                    <m:sSub>
                      <m:sSubPr>
                        <m:ctrlPr>
                          <a:rPr lang="en-US" altLang="ja-JP" i="1">
                            <a:solidFill>
                              <a:schemeClr val="tx1">
                                <a:lumMod val="90000"/>
                                <a:lumOff val="10000"/>
                              </a:schemeClr>
                            </a:solidFill>
                            <a:latin typeface="Cambria Math" panose="02040503050406030204" pitchFamily="18" charset="0"/>
                          </a:rPr>
                        </m:ctrlPr>
                      </m:sSubPr>
                      <m:e>
                        <m:r>
                          <a:rPr lang="en-US" altLang="ja-JP" i="1">
                            <a:solidFill>
                              <a:schemeClr val="tx1">
                                <a:lumMod val="90000"/>
                                <a:lumOff val="10000"/>
                              </a:schemeClr>
                            </a:solidFill>
                            <a:latin typeface="Cambria Math" panose="02040503050406030204" pitchFamily="18" charset="0"/>
                          </a:rPr>
                          <m:t>𝑒</m:t>
                        </m:r>
                      </m:e>
                      <m:sub>
                        <m:r>
                          <a:rPr lang="en-US" altLang="ja-JP" i="1">
                            <a:solidFill>
                              <a:schemeClr val="tx1">
                                <a:lumMod val="90000"/>
                                <a:lumOff val="10000"/>
                              </a:schemeClr>
                            </a:solidFill>
                            <a:latin typeface="Cambria Math" panose="02040503050406030204" pitchFamily="18" charset="0"/>
                          </a:rPr>
                          <m:t>𝑛</m:t>
                        </m:r>
                        <m:r>
                          <a:rPr lang="en-US" altLang="ja-JP" i="1">
                            <a:solidFill>
                              <a:schemeClr val="tx1">
                                <a:lumMod val="90000"/>
                                <a:lumOff val="10000"/>
                              </a:schemeClr>
                            </a:solidFill>
                            <a:latin typeface="Cambria Math" panose="02040503050406030204" pitchFamily="18" charset="0"/>
                          </a:rPr>
                          <m:t>+1</m:t>
                        </m:r>
                      </m:sub>
                    </m:sSub>
                    <m:r>
                      <a:rPr lang="en-US" altLang="ja-JP" i="1">
                        <a:solidFill>
                          <a:schemeClr val="tx1">
                            <a:lumMod val="90000"/>
                            <a:lumOff val="10000"/>
                          </a:schemeClr>
                        </a:solidFill>
                        <a:latin typeface="Cambria Math" panose="02040503050406030204" pitchFamily="18" charset="0"/>
                      </a:rPr>
                      <m:t>−</m:t>
                    </m:r>
                    <m:sSub>
                      <m:sSubPr>
                        <m:ctrlPr>
                          <a:rPr lang="en-US" altLang="ja-JP" i="1">
                            <a:solidFill>
                              <a:schemeClr val="tx1">
                                <a:lumMod val="90000"/>
                                <a:lumOff val="10000"/>
                              </a:schemeClr>
                            </a:solidFill>
                            <a:latin typeface="Cambria Math" panose="02040503050406030204" pitchFamily="18" charset="0"/>
                          </a:rPr>
                        </m:ctrlPr>
                      </m:sSubPr>
                      <m:e>
                        <m:r>
                          <a:rPr lang="en-US" altLang="ja-JP" i="1">
                            <a:solidFill>
                              <a:schemeClr val="tx1">
                                <a:lumMod val="90000"/>
                                <a:lumOff val="10000"/>
                              </a:schemeClr>
                            </a:solidFill>
                            <a:latin typeface="Cambria Math" panose="02040503050406030204" pitchFamily="18" charset="0"/>
                          </a:rPr>
                          <m:t>𝑒</m:t>
                        </m:r>
                      </m:e>
                      <m:sub>
                        <m:r>
                          <a:rPr lang="en-US" altLang="ja-JP" i="1">
                            <a:solidFill>
                              <a:schemeClr val="tx1">
                                <a:lumMod val="90000"/>
                                <a:lumOff val="10000"/>
                              </a:schemeClr>
                            </a:solidFill>
                            <a:latin typeface="Cambria Math" panose="02040503050406030204" pitchFamily="18" charset="0"/>
                          </a:rPr>
                          <m:t>𝑛</m:t>
                        </m:r>
                      </m:sub>
                    </m:sSub>
                  </m:oMath>
                </a14:m>
                <a:r>
                  <a:rPr lang="ja-JP" altLang="en-US" dirty="0">
                    <a:solidFill>
                      <a:schemeClr val="tx1">
                        <a:lumMod val="90000"/>
                        <a:lumOff val="10000"/>
                      </a:schemeClr>
                    </a:solidFill>
                  </a:rPr>
                  <a:t>が得られる。</a:t>
                </a:r>
                <a:r>
                  <a:rPr lang="en-US" altLang="ja-JP" dirty="0">
                    <a:solidFill>
                      <a:schemeClr val="tx1">
                        <a:lumMod val="90000"/>
                        <a:lumOff val="10000"/>
                      </a:schemeClr>
                    </a:solidFill>
                  </a:rPr>
                  <a:t>n+1</a:t>
                </a:r>
                <a:r>
                  <a:rPr lang="ja-JP" altLang="en-US" dirty="0">
                    <a:solidFill>
                      <a:schemeClr val="tx1">
                        <a:lumMod val="90000"/>
                        <a:lumOff val="10000"/>
                      </a:schemeClr>
                    </a:solidFill>
                  </a:rPr>
                  <a:t>は</a:t>
                </a:r>
                <a:r>
                  <a:rPr lang="en-US" altLang="ja-JP" dirty="0">
                    <a:solidFill>
                      <a:schemeClr val="tx1">
                        <a:lumMod val="90000"/>
                        <a:lumOff val="10000"/>
                      </a:schemeClr>
                    </a:solidFill>
                  </a:rPr>
                  <a:t>n</a:t>
                </a:r>
                <a:r>
                  <a:rPr lang="ja-JP" altLang="en-US" dirty="0">
                    <a:solidFill>
                      <a:schemeClr val="tx1">
                        <a:lumMod val="90000"/>
                        <a:lumOff val="10000"/>
                      </a:schemeClr>
                    </a:solidFill>
                  </a:rPr>
                  <a:t>にできるので、</a:t>
                </a:r>
                <a:endParaRPr lang="en-US" altLang="ja-JP" dirty="0">
                  <a:solidFill>
                    <a:schemeClr val="tx1">
                      <a:lumMod val="90000"/>
                      <a:lumOff val="10000"/>
                    </a:schemeClr>
                  </a:solidFill>
                </a:endParaRPr>
              </a:p>
            </p:txBody>
          </p:sp>
        </mc:Choice>
        <mc:Fallback xmlns="">
          <p:sp>
            <p:nvSpPr>
              <p:cNvPr id="22" name="テキスト ボックス 21">
                <a:extLst>
                  <a:ext uri="{FF2B5EF4-FFF2-40B4-BE49-F238E27FC236}">
                    <a16:creationId xmlns:a16="http://schemas.microsoft.com/office/drawing/2014/main" id="{BCB197A7-7250-66B3-E0FB-982AD2A537B5}"/>
                  </a:ext>
                </a:extLst>
              </p:cNvPr>
              <p:cNvSpPr txBox="1">
                <a:spLocks noRot="1" noChangeAspect="1" noMove="1" noResize="1" noEditPoints="1" noAdjustHandles="1" noChangeArrowheads="1" noChangeShapeType="1" noTextEdit="1"/>
              </p:cNvSpPr>
              <p:nvPr/>
            </p:nvSpPr>
            <p:spPr>
              <a:xfrm>
                <a:off x="4618115" y="5122290"/>
                <a:ext cx="6842365" cy="369332"/>
              </a:xfrm>
              <a:prstGeom prst="rect">
                <a:avLst/>
              </a:prstGeom>
              <a:blipFill>
                <a:blip r:embed="rId12"/>
                <a:stretch>
                  <a:fillRect t="-11475" b="-26230"/>
                </a:stretch>
              </a:blipFill>
            </p:spPr>
            <p:txBody>
              <a:bodyPr/>
              <a:lstStyle/>
              <a:p>
                <a:r>
                  <a:rPr lang="ja-JP" altLang="en-US">
                    <a:noFill/>
                  </a:rPr>
                  <a:t> </a:t>
                </a:r>
              </a:p>
            </p:txBody>
          </p:sp>
        </mc:Fallback>
      </mc:AlternateContent>
      <p:sp>
        <p:nvSpPr>
          <p:cNvPr id="29" name="テキスト ボックス 28">
            <a:extLst>
              <a:ext uri="{FF2B5EF4-FFF2-40B4-BE49-F238E27FC236}">
                <a16:creationId xmlns:a16="http://schemas.microsoft.com/office/drawing/2014/main" id="{EADF177D-BA03-AFCA-8F62-D479D3C63265}"/>
              </a:ext>
            </a:extLst>
          </p:cNvPr>
          <p:cNvSpPr txBox="1"/>
          <p:nvPr/>
        </p:nvSpPr>
        <p:spPr>
          <a:xfrm>
            <a:off x="4617147" y="1124279"/>
            <a:ext cx="5324361" cy="369332"/>
          </a:xfrm>
          <a:prstGeom prst="rect">
            <a:avLst/>
          </a:prstGeom>
          <a:noFill/>
        </p:spPr>
        <p:txBody>
          <a:bodyPr wrap="square">
            <a:spAutoFit/>
          </a:bodyPr>
          <a:lstStyle/>
          <a:p>
            <a:r>
              <a:rPr lang="en-US" altLang="ja-JP" sz="1800" b="0" dirty="0" err="1">
                <a:solidFill>
                  <a:schemeClr val="tx1">
                    <a:lumMod val="90000"/>
                    <a:lumOff val="10000"/>
                  </a:schemeClr>
                </a:solidFill>
              </a:rPr>
              <a:t>y</a:t>
            </a:r>
            <a:r>
              <a:rPr lang="en-US" altLang="ja-JP" sz="1800" b="0" baseline="-25000" dirty="0" err="1">
                <a:solidFill>
                  <a:schemeClr val="tx1">
                    <a:lumMod val="90000"/>
                    <a:lumOff val="10000"/>
                  </a:schemeClr>
                </a:solidFill>
              </a:rPr>
              <a:t>n</a:t>
            </a:r>
            <a:r>
              <a:rPr lang="ja-JP" altLang="en-US" dirty="0">
                <a:solidFill>
                  <a:schemeClr val="tx1">
                    <a:lumMod val="90000"/>
                    <a:lumOff val="10000"/>
                  </a:schemeClr>
                </a:solidFill>
              </a:rPr>
              <a:t>がどのようになるか考える。</a:t>
            </a:r>
            <a:endParaRPr lang="en-US" altLang="ja-JP" dirty="0">
              <a:solidFill>
                <a:schemeClr val="tx1">
                  <a:lumMod val="90000"/>
                  <a:lumOff val="10000"/>
                </a:schemeClr>
              </a:solidFill>
            </a:endParaRPr>
          </a:p>
        </p:txBody>
      </p:sp>
      <mc:AlternateContent xmlns:mc="http://schemas.openxmlformats.org/markup-compatibility/2006" xmlns:a14="http://schemas.microsoft.com/office/drawing/2010/main">
        <mc:Choice Requires="a14">
          <p:sp>
            <p:nvSpPr>
              <p:cNvPr id="30" name="テキスト ボックス 29">
                <a:extLst>
                  <a:ext uri="{FF2B5EF4-FFF2-40B4-BE49-F238E27FC236}">
                    <a16:creationId xmlns:a16="http://schemas.microsoft.com/office/drawing/2014/main" id="{77A7D71E-2D10-6053-AAD9-921FB30DC917}"/>
                  </a:ext>
                </a:extLst>
              </p:cNvPr>
              <p:cNvSpPr txBox="1"/>
              <p:nvPr/>
            </p:nvSpPr>
            <p:spPr>
              <a:xfrm>
                <a:off x="4618115" y="5549055"/>
                <a:ext cx="6842365" cy="369332"/>
              </a:xfrm>
              <a:prstGeom prst="rect">
                <a:avLst/>
              </a:prstGeom>
              <a:noFill/>
            </p:spPr>
            <p:txBody>
              <a:bodyPr wrap="square">
                <a:spAutoFit/>
              </a:bodyPr>
              <a:lstStyle/>
              <a:p>
                <a14:m>
                  <m:oMath xmlns:m="http://schemas.openxmlformats.org/officeDocument/2006/math">
                    <m:sSub>
                      <m:sSubPr>
                        <m:ctrlPr>
                          <a:rPr lang="en-US" altLang="ja-JP" sz="1800" b="0" i="1" smtClean="0">
                            <a:solidFill>
                              <a:schemeClr val="tx1">
                                <a:lumMod val="90000"/>
                                <a:lumOff val="10000"/>
                              </a:schemeClr>
                            </a:solidFill>
                            <a:latin typeface="Cambria Math" panose="02040503050406030204" pitchFamily="18" charset="0"/>
                          </a:rPr>
                        </m:ctrlPr>
                      </m:sSubPr>
                      <m:e>
                        <m:r>
                          <a:rPr lang="en-US" altLang="ja-JP" sz="1800" b="0" i="1" smtClean="0">
                            <a:solidFill>
                              <a:schemeClr val="tx1">
                                <a:lumMod val="90000"/>
                                <a:lumOff val="10000"/>
                              </a:schemeClr>
                            </a:solidFill>
                            <a:latin typeface="Cambria Math" panose="02040503050406030204" pitchFamily="18" charset="0"/>
                          </a:rPr>
                          <m:t>𝑦</m:t>
                        </m:r>
                      </m:e>
                      <m:sub>
                        <m:r>
                          <a:rPr lang="en-US" altLang="ja-JP" sz="1800" b="0" i="1" smtClean="0">
                            <a:solidFill>
                              <a:schemeClr val="tx1">
                                <a:lumMod val="90000"/>
                                <a:lumOff val="10000"/>
                              </a:schemeClr>
                            </a:solidFill>
                            <a:latin typeface="Cambria Math" panose="02040503050406030204" pitchFamily="18" charset="0"/>
                          </a:rPr>
                          <m:t>𝑛</m:t>
                        </m:r>
                      </m:sub>
                    </m:sSub>
                    <m:r>
                      <a:rPr lang="en-US" altLang="ja-JP" sz="1800" b="0" i="1" smtClean="0">
                        <a:solidFill>
                          <a:schemeClr val="tx1">
                            <a:lumMod val="90000"/>
                            <a:lumOff val="10000"/>
                          </a:schemeClr>
                        </a:solidFill>
                        <a:latin typeface="Cambria Math" panose="02040503050406030204" pitchFamily="18" charset="0"/>
                      </a:rPr>
                      <m:t>=</m:t>
                    </m:r>
                    <m:sSub>
                      <m:sSubPr>
                        <m:ctrlPr>
                          <a:rPr lang="en-US" altLang="ja-JP" i="1">
                            <a:solidFill>
                              <a:schemeClr val="tx1">
                                <a:lumMod val="90000"/>
                                <a:lumOff val="10000"/>
                              </a:schemeClr>
                            </a:solidFill>
                            <a:latin typeface="Cambria Math" panose="02040503050406030204" pitchFamily="18" charset="0"/>
                          </a:rPr>
                        </m:ctrlPr>
                      </m:sSubPr>
                      <m:e>
                        <m:r>
                          <a:rPr lang="en-US" altLang="ja-JP" i="1">
                            <a:solidFill>
                              <a:schemeClr val="tx1">
                                <a:lumMod val="90000"/>
                                <a:lumOff val="10000"/>
                              </a:schemeClr>
                            </a:solidFill>
                            <a:latin typeface="Cambria Math" panose="02040503050406030204" pitchFamily="18" charset="0"/>
                          </a:rPr>
                          <m:t>𝑢</m:t>
                        </m:r>
                      </m:e>
                      <m:sub>
                        <m:r>
                          <a:rPr lang="en-US" altLang="ja-JP" i="1">
                            <a:solidFill>
                              <a:schemeClr val="tx1">
                                <a:lumMod val="90000"/>
                                <a:lumOff val="10000"/>
                              </a:schemeClr>
                            </a:solidFill>
                            <a:latin typeface="Cambria Math" panose="02040503050406030204" pitchFamily="18" charset="0"/>
                          </a:rPr>
                          <m:t>𝑛</m:t>
                        </m:r>
                      </m:sub>
                    </m:sSub>
                    <m:r>
                      <a:rPr lang="en-US" altLang="ja-JP" i="1">
                        <a:solidFill>
                          <a:schemeClr val="tx1">
                            <a:lumMod val="90000"/>
                            <a:lumOff val="10000"/>
                          </a:schemeClr>
                        </a:solidFill>
                        <a:latin typeface="Cambria Math" panose="02040503050406030204" pitchFamily="18" charset="0"/>
                      </a:rPr>
                      <m:t>−</m:t>
                    </m:r>
                    <m:sSub>
                      <m:sSubPr>
                        <m:ctrlPr>
                          <a:rPr lang="en-US" altLang="ja-JP" i="1">
                            <a:solidFill>
                              <a:schemeClr val="tx1">
                                <a:lumMod val="90000"/>
                                <a:lumOff val="10000"/>
                              </a:schemeClr>
                            </a:solidFill>
                            <a:latin typeface="Cambria Math" panose="02040503050406030204" pitchFamily="18" charset="0"/>
                          </a:rPr>
                        </m:ctrlPr>
                      </m:sSubPr>
                      <m:e>
                        <m:r>
                          <a:rPr lang="en-US" altLang="ja-JP" i="1">
                            <a:solidFill>
                              <a:schemeClr val="tx1">
                                <a:lumMod val="90000"/>
                                <a:lumOff val="10000"/>
                              </a:schemeClr>
                            </a:solidFill>
                            <a:latin typeface="Cambria Math" panose="02040503050406030204" pitchFamily="18" charset="0"/>
                          </a:rPr>
                          <m:t>𝑢</m:t>
                        </m:r>
                      </m:e>
                      <m:sub>
                        <m:r>
                          <a:rPr lang="en-US" altLang="ja-JP" i="1">
                            <a:solidFill>
                              <a:schemeClr val="tx1">
                                <a:lumMod val="90000"/>
                                <a:lumOff val="10000"/>
                              </a:schemeClr>
                            </a:solidFill>
                            <a:latin typeface="Cambria Math" panose="02040503050406030204" pitchFamily="18" charset="0"/>
                          </a:rPr>
                          <m:t>𝑛</m:t>
                        </m:r>
                        <m:r>
                          <a:rPr lang="en-US" altLang="ja-JP" b="0" i="1" smtClean="0">
                            <a:solidFill>
                              <a:schemeClr val="tx1">
                                <a:lumMod val="90000"/>
                                <a:lumOff val="10000"/>
                              </a:schemeClr>
                            </a:solidFill>
                            <a:latin typeface="Cambria Math" panose="02040503050406030204" pitchFamily="18" charset="0"/>
                          </a:rPr>
                          <m:t>−1</m:t>
                        </m:r>
                      </m:sub>
                    </m:sSub>
                    <m:r>
                      <a:rPr lang="en-US" altLang="ja-JP" i="1">
                        <a:solidFill>
                          <a:schemeClr val="tx1">
                            <a:lumMod val="90000"/>
                            <a:lumOff val="10000"/>
                          </a:schemeClr>
                        </a:solidFill>
                        <a:latin typeface="Cambria Math" panose="02040503050406030204" pitchFamily="18" charset="0"/>
                      </a:rPr>
                      <m:t>+</m:t>
                    </m:r>
                    <m:sSub>
                      <m:sSubPr>
                        <m:ctrlPr>
                          <a:rPr lang="en-US" altLang="ja-JP" i="1">
                            <a:solidFill>
                              <a:schemeClr val="tx1">
                                <a:lumMod val="90000"/>
                                <a:lumOff val="10000"/>
                              </a:schemeClr>
                            </a:solidFill>
                            <a:latin typeface="Cambria Math" panose="02040503050406030204" pitchFamily="18" charset="0"/>
                          </a:rPr>
                        </m:ctrlPr>
                      </m:sSubPr>
                      <m:e>
                        <m:r>
                          <a:rPr lang="en-US" altLang="ja-JP" i="1">
                            <a:solidFill>
                              <a:schemeClr val="tx1">
                                <a:lumMod val="90000"/>
                                <a:lumOff val="10000"/>
                              </a:schemeClr>
                            </a:solidFill>
                            <a:latin typeface="Cambria Math" panose="02040503050406030204" pitchFamily="18" charset="0"/>
                          </a:rPr>
                          <m:t>𝑒</m:t>
                        </m:r>
                      </m:e>
                      <m:sub>
                        <m:r>
                          <a:rPr lang="en-US" altLang="ja-JP" i="1">
                            <a:solidFill>
                              <a:schemeClr val="tx1">
                                <a:lumMod val="90000"/>
                                <a:lumOff val="10000"/>
                              </a:schemeClr>
                            </a:solidFill>
                            <a:latin typeface="Cambria Math" panose="02040503050406030204" pitchFamily="18" charset="0"/>
                          </a:rPr>
                          <m:t>𝑛</m:t>
                        </m:r>
                      </m:sub>
                    </m:sSub>
                    <m:r>
                      <a:rPr lang="en-US" altLang="ja-JP" i="1">
                        <a:solidFill>
                          <a:schemeClr val="tx1">
                            <a:lumMod val="90000"/>
                            <a:lumOff val="10000"/>
                          </a:schemeClr>
                        </a:solidFill>
                        <a:latin typeface="Cambria Math" panose="02040503050406030204" pitchFamily="18" charset="0"/>
                      </a:rPr>
                      <m:t>−</m:t>
                    </m:r>
                    <m:sSub>
                      <m:sSubPr>
                        <m:ctrlPr>
                          <a:rPr lang="en-US" altLang="ja-JP" i="1">
                            <a:solidFill>
                              <a:schemeClr val="tx1">
                                <a:lumMod val="90000"/>
                                <a:lumOff val="10000"/>
                              </a:schemeClr>
                            </a:solidFill>
                            <a:latin typeface="Cambria Math" panose="02040503050406030204" pitchFamily="18" charset="0"/>
                          </a:rPr>
                        </m:ctrlPr>
                      </m:sSubPr>
                      <m:e>
                        <m:r>
                          <a:rPr lang="en-US" altLang="ja-JP" i="1">
                            <a:solidFill>
                              <a:schemeClr val="tx1">
                                <a:lumMod val="90000"/>
                                <a:lumOff val="10000"/>
                              </a:schemeClr>
                            </a:solidFill>
                            <a:latin typeface="Cambria Math" panose="02040503050406030204" pitchFamily="18" charset="0"/>
                          </a:rPr>
                          <m:t>𝑒</m:t>
                        </m:r>
                      </m:e>
                      <m:sub>
                        <m:r>
                          <a:rPr lang="en-US" altLang="ja-JP" i="1">
                            <a:solidFill>
                              <a:schemeClr val="tx1">
                                <a:lumMod val="90000"/>
                                <a:lumOff val="10000"/>
                              </a:schemeClr>
                            </a:solidFill>
                            <a:latin typeface="Cambria Math" panose="02040503050406030204" pitchFamily="18" charset="0"/>
                          </a:rPr>
                          <m:t>𝑛</m:t>
                        </m:r>
                        <m:r>
                          <a:rPr lang="en-US" altLang="ja-JP" b="0" i="1" smtClean="0">
                            <a:solidFill>
                              <a:schemeClr val="tx1">
                                <a:lumMod val="90000"/>
                                <a:lumOff val="10000"/>
                              </a:schemeClr>
                            </a:solidFill>
                            <a:latin typeface="Cambria Math" panose="02040503050406030204" pitchFamily="18" charset="0"/>
                          </a:rPr>
                          <m:t>−1</m:t>
                        </m:r>
                      </m:sub>
                    </m:sSub>
                  </m:oMath>
                </a14:m>
                <a:r>
                  <a:rPr lang="ja-JP" altLang="en-US" dirty="0">
                    <a:solidFill>
                      <a:schemeClr val="tx1">
                        <a:lumMod val="90000"/>
                        <a:lumOff val="10000"/>
                      </a:schemeClr>
                    </a:solidFill>
                  </a:rPr>
                  <a:t>となる。</a:t>
                </a:r>
                <a:endParaRPr lang="en-US" altLang="ja-JP" dirty="0">
                  <a:solidFill>
                    <a:schemeClr val="tx1">
                      <a:lumMod val="90000"/>
                      <a:lumOff val="10000"/>
                    </a:schemeClr>
                  </a:solidFill>
                </a:endParaRPr>
              </a:p>
            </p:txBody>
          </p:sp>
        </mc:Choice>
        <mc:Fallback xmlns="">
          <p:sp>
            <p:nvSpPr>
              <p:cNvPr id="30" name="テキスト ボックス 29">
                <a:extLst>
                  <a:ext uri="{FF2B5EF4-FFF2-40B4-BE49-F238E27FC236}">
                    <a16:creationId xmlns:a16="http://schemas.microsoft.com/office/drawing/2014/main" id="{77A7D71E-2D10-6053-AAD9-921FB30DC917}"/>
                  </a:ext>
                </a:extLst>
              </p:cNvPr>
              <p:cNvSpPr txBox="1">
                <a:spLocks noRot="1" noChangeAspect="1" noMove="1" noResize="1" noEditPoints="1" noAdjustHandles="1" noChangeArrowheads="1" noChangeShapeType="1" noTextEdit="1"/>
              </p:cNvSpPr>
              <p:nvPr/>
            </p:nvSpPr>
            <p:spPr>
              <a:xfrm>
                <a:off x="4618115" y="5549055"/>
                <a:ext cx="6842365" cy="369332"/>
              </a:xfrm>
              <a:prstGeom prst="rect">
                <a:avLst/>
              </a:prstGeom>
              <a:blipFill>
                <a:blip r:embed="rId13"/>
                <a:stretch>
                  <a:fillRect t="-11475" b="-21311"/>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31" name="テキスト ボックス 30">
                <a:extLst>
                  <a:ext uri="{FF2B5EF4-FFF2-40B4-BE49-F238E27FC236}">
                    <a16:creationId xmlns:a16="http://schemas.microsoft.com/office/drawing/2014/main" id="{F03BBA3E-9A03-6BC8-6BDC-B3E473C4DBD6}"/>
                  </a:ext>
                </a:extLst>
              </p:cNvPr>
              <p:cNvSpPr txBox="1"/>
              <p:nvPr/>
            </p:nvSpPr>
            <p:spPr>
              <a:xfrm>
                <a:off x="4594192" y="6082699"/>
                <a:ext cx="6842365" cy="369332"/>
              </a:xfrm>
              <a:prstGeom prst="rect">
                <a:avLst/>
              </a:prstGeom>
              <a:noFill/>
            </p:spPr>
            <p:txBody>
              <a:bodyPr wrap="square">
                <a:spAutoFit/>
              </a:bodyPr>
              <a:lstStyle/>
              <a:p>
                <a14:m>
                  <m:oMath xmlns:m="http://schemas.openxmlformats.org/officeDocument/2006/math">
                    <m:r>
                      <a:rPr lang="ja-JP" altLang="en-US" sz="1800" b="0" i="1" smtClean="0">
                        <a:solidFill>
                          <a:schemeClr val="tx1">
                            <a:lumMod val="90000"/>
                            <a:lumOff val="10000"/>
                          </a:schemeClr>
                        </a:solidFill>
                        <a:latin typeface="Cambria Math" panose="02040503050406030204" pitchFamily="18" charset="0"/>
                      </a:rPr>
                      <m:t>ここから</m:t>
                    </m:r>
                  </m:oMath>
                </a14:m>
                <a:r>
                  <a:rPr lang="en-US" altLang="ja-JP" dirty="0">
                    <a:solidFill>
                      <a:schemeClr val="tx1">
                        <a:lumMod val="90000"/>
                        <a:lumOff val="10000"/>
                      </a:schemeClr>
                    </a:solidFill>
                  </a:rPr>
                  <a:t>Δ</a:t>
                </a:r>
                <a:r>
                  <a:rPr lang="ja-JP" altLang="en-US" dirty="0">
                    <a:solidFill>
                      <a:schemeClr val="tx1">
                        <a:lumMod val="90000"/>
                        <a:lumOff val="10000"/>
                      </a:schemeClr>
                    </a:solidFill>
                  </a:rPr>
                  <a:t>変調器は信号だけでなくエラーも微分することがわかる。</a:t>
                </a:r>
                <a:endParaRPr lang="en-US" altLang="ja-JP" dirty="0">
                  <a:solidFill>
                    <a:schemeClr val="tx1">
                      <a:lumMod val="90000"/>
                      <a:lumOff val="10000"/>
                    </a:schemeClr>
                  </a:solidFill>
                </a:endParaRPr>
              </a:p>
            </p:txBody>
          </p:sp>
        </mc:Choice>
        <mc:Fallback xmlns="">
          <p:sp>
            <p:nvSpPr>
              <p:cNvPr id="31" name="テキスト ボックス 30">
                <a:extLst>
                  <a:ext uri="{FF2B5EF4-FFF2-40B4-BE49-F238E27FC236}">
                    <a16:creationId xmlns:a16="http://schemas.microsoft.com/office/drawing/2014/main" id="{F03BBA3E-9A03-6BC8-6BDC-B3E473C4DBD6}"/>
                  </a:ext>
                </a:extLst>
              </p:cNvPr>
              <p:cNvSpPr txBox="1">
                <a:spLocks noRot="1" noChangeAspect="1" noMove="1" noResize="1" noEditPoints="1" noAdjustHandles="1" noChangeArrowheads="1" noChangeShapeType="1" noTextEdit="1"/>
              </p:cNvSpPr>
              <p:nvPr/>
            </p:nvSpPr>
            <p:spPr>
              <a:xfrm>
                <a:off x="4594192" y="6082699"/>
                <a:ext cx="6842365" cy="369332"/>
              </a:xfrm>
              <a:prstGeom prst="rect">
                <a:avLst/>
              </a:prstGeom>
              <a:blipFill>
                <a:blip r:embed="rId14"/>
                <a:stretch>
                  <a:fillRect l="-178" t="-13333" r="-713" b="-28333"/>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85445319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6E308B6-33D0-05E0-5C21-5E8E2DD13BB0}"/>
              </a:ext>
            </a:extLst>
          </p:cNvPr>
          <p:cNvSpPr>
            <a:spLocks noGrp="1"/>
          </p:cNvSpPr>
          <p:nvPr>
            <p:ph type="title"/>
          </p:nvPr>
        </p:nvSpPr>
        <p:spPr/>
        <p:txBody>
          <a:bodyPr/>
          <a:lstStyle/>
          <a:p>
            <a:r>
              <a:rPr lang="en-US" altLang="ja-JP" dirty="0"/>
              <a:t>Δ</a:t>
            </a:r>
            <a:r>
              <a:rPr lang="ja-JP" altLang="en-US" dirty="0"/>
              <a:t>変調器をもう少し考える２</a:t>
            </a:r>
            <a:endParaRPr kumimoji="1" lang="ja-JP" altLang="en-US" dirty="0"/>
          </a:p>
        </p:txBody>
      </p:sp>
      <p:sp>
        <p:nvSpPr>
          <p:cNvPr id="3" name="スライド番号プレースホルダー 2">
            <a:extLst>
              <a:ext uri="{FF2B5EF4-FFF2-40B4-BE49-F238E27FC236}">
                <a16:creationId xmlns:a16="http://schemas.microsoft.com/office/drawing/2014/main" id="{C89768FC-B101-2BD9-E0E3-B2A5760CF219}"/>
              </a:ext>
            </a:extLst>
          </p:cNvPr>
          <p:cNvSpPr>
            <a:spLocks noGrp="1"/>
          </p:cNvSpPr>
          <p:nvPr>
            <p:ph type="sldNum" sz="quarter" idx="12"/>
          </p:nvPr>
        </p:nvSpPr>
        <p:spPr/>
        <p:txBody>
          <a:bodyPr/>
          <a:lstStyle/>
          <a:p>
            <a:fld id="{336D103E-743F-4B05-B1B2-74D6FB9408BE}" type="slidenum">
              <a:rPr kumimoji="1" lang="ja-JP" altLang="en-US" smtClean="0"/>
              <a:t>23</a:t>
            </a:fld>
            <a:endParaRPr kumimoji="1" lang="ja-JP" altLang="en-US"/>
          </a:p>
        </p:txBody>
      </p:sp>
      <p:sp>
        <p:nvSpPr>
          <p:cNvPr id="4" name="テキスト ボックス 3">
            <a:extLst>
              <a:ext uri="{FF2B5EF4-FFF2-40B4-BE49-F238E27FC236}">
                <a16:creationId xmlns:a16="http://schemas.microsoft.com/office/drawing/2014/main" id="{8132F408-B6E3-A9C3-E13F-497A68852462}"/>
              </a:ext>
            </a:extLst>
          </p:cNvPr>
          <p:cNvSpPr txBox="1"/>
          <p:nvPr/>
        </p:nvSpPr>
        <p:spPr>
          <a:xfrm>
            <a:off x="419100" y="998220"/>
            <a:ext cx="4140877" cy="461665"/>
          </a:xfrm>
          <a:prstGeom prst="rect">
            <a:avLst/>
          </a:prstGeom>
          <a:noFill/>
        </p:spPr>
        <p:txBody>
          <a:bodyPr wrap="none" rtlCol="0">
            <a:spAutoFit/>
          </a:bodyPr>
          <a:lstStyle/>
          <a:p>
            <a:pPr algn="l"/>
            <a:r>
              <a:rPr kumimoji="1" lang="ja-JP" altLang="en-US" sz="2400" dirty="0">
                <a:solidFill>
                  <a:schemeClr val="tx1">
                    <a:lumMod val="90000"/>
                    <a:lumOff val="10000"/>
                  </a:schemeClr>
                </a:solidFill>
              </a:rPr>
              <a:t>受信機の積分器について見る</a:t>
            </a:r>
          </a:p>
        </p:txBody>
      </p:sp>
      <mc:AlternateContent xmlns:mc="http://schemas.openxmlformats.org/markup-compatibility/2006" xmlns:a14="http://schemas.microsoft.com/office/drawing/2010/main">
        <mc:Choice Requires="a14">
          <p:sp>
            <p:nvSpPr>
              <p:cNvPr id="6" name="テキスト ボックス 5">
                <a:extLst>
                  <a:ext uri="{FF2B5EF4-FFF2-40B4-BE49-F238E27FC236}">
                    <a16:creationId xmlns:a16="http://schemas.microsoft.com/office/drawing/2014/main" id="{1C9A84BB-4E4F-A094-DBDF-8C64F94CD08D}"/>
                  </a:ext>
                </a:extLst>
              </p:cNvPr>
              <p:cNvSpPr txBox="1"/>
              <p:nvPr/>
            </p:nvSpPr>
            <p:spPr>
              <a:xfrm>
                <a:off x="3593556" y="2354606"/>
                <a:ext cx="269113" cy="369332"/>
              </a:xfrm>
              <a:prstGeom prst="rect">
                <a:avLst/>
              </a:prstGeom>
              <a:noFill/>
            </p:spPr>
            <p:txBody>
              <a:bodyPr wrap="square" lIns="0" tIns="0" rIns="0" bIns="0" rtlCol="0">
                <a:spAutoFit/>
              </a:bodyPr>
              <a:lstStyle/>
              <a:p>
                <a:pPr algn="l"/>
                <a14:m>
                  <m:oMathPara xmlns:m="http://schemas.openxmlformats.org/officeDocument/2006/math">
                    <m:oMath>
                      <m:acc>
                        <m:accPr>
                          <m:chr m:val="̂"/>
                          <m:ctrlPr>
                            <a:rPr kumimoji="1" lang="en-US" altLang="ja-JP" sz="2400" b="0" i="1" smtClean="0">
                              <a:solidFill>
                                <a:schemeClr val="tx1">
                                  <a:lumMod val="90000"/>
                                  <a:lumOff val="10000"/>
                                </a:schemeClr>
                              </a:solidFill>
                              <a:latin typeface="Cambria Math" panose="02040503050406030204" pitchFamily="18" charset="0"/>
                            </a:rPr>
                          </m:ctrlPr>
                        </m:accPr>
                        <m:e>
                          <m:r>
                            <a:rPr kumimoji="1" lang="en-US" altLang="ja-JP" sz="2400" b="0" i="1" smtClean="0">
                              <a:solidFill>
                                <a:schemeClr val="tx1">
                                  <a:lumMod val="90000"/>
                                  <a:lumOff val="10000"/>
                                </a:schemeClr>
                              </a:solidFill>
                              <a:latin typeface="Cambria Math" panose="02040503050406030204" pitchFamily="18" charset="0"/>
                            </a:rPr>
                            <m:t>𝑢</m:t>
                          </m:r>
                        </m:e>
                      </m:acc>
                    </m:oMath>
                  </m:oMathPara>
                </a14:m>
                <a:endParaRPr kumimoji="1" lang="ja-JP" altLang="en-US" sz="2400" dirty="0">
                  <a:solidFill>
                    <a:schemeClr val="tx1">
                      <a:lumMod val="90000"/>
                      <a:lumOff val="10000"/>
                    </a:schemeClr>
                  </a:solidFill>
                </a:endParaRPr>
              </a:p>
            </p:txBody>
          </p:sp>
        </mc:Choice>
        <mc:Fallback xmlns="">
          <p:sp>
            <p:nvSpPr>
              <p:cNvPr id="6" name="テキスト ボックス 5">
                <a:extLst>
                  <a:ext uri="{FF2B5EF4-FFF2-40B4-BE49-F238E27FC236}">
                    <a16:creationId xmlns:a16="http://schemas.microsoft.com/office/drawing/2014/main" id="{1C9A84BB-4E4F-A094-DBDF-8C64F94CD08D}"/>
                  </a:ext>
                </a:extLst>
              </p:cNvPr>
              <p:cNvSpPr txBox="1">
                <a:spLocks noRot="1" noChangeAspect="1" noMove="1" noResize="1" noEditPoints="1" noAdjustHandles="1" noChangeArrowheads="1" noChangeShapeType="1" noTextEdit="1"/>
              </p:cNvSpPr>
              <p:nvPr/>
            </p:nvSpPr>
            <p:spPr>
              <a:xfrm>
                <a:off x="3593556" y="2354606"/>
                <a:ext cx="269113" cy="369332"/>
              </a:xfrm>
              <a:prstGeom prst="rect">
                <a:avLst/>
              </a:prstGeom>
              <a:blipFill>
                <a:blip r:embed="rId2"/>
                <a:stretch>
                  <a:fillRect l="-11111" t="-13115" r="-68889" b="-1639"/>
                </a:stretch>
              </a:blipFill>
            </p:spPr>
            <p:txBody>
              <a:bodyPr/>
              <a:lstStyle/>
              <a:p>
                <a:r>
                  <a:rPr lang="ja-JP" altLang="en-US">
                    <a:noFill/>
                  </a:rPr>
                  <a:t> </a:t>
                </a:r>
              </a:p>
            </p:txBody>
          </p:sp>
        </mc:Fallback>
      </mc:AlternateContent>
      <p:grpSp>
        <p:nvGrpSpPr>
          <p:cNvPr id="7" name="グループ化 6">
            <a:extLst>
              <a:ext uri="{FF2B5EF4-FFF2-40B4-BE49-F238E27FC236}">
                <a16:creationId xmlns:a16="http://schemas.microsoft.com/office/drawing/2014/main" id="{78C3382C-D553-AAC7-6571-08B8B94BF7FD}"/>
              </a:ext>
            </a:extLst>
          </p:cNvPr>
          <p:cNvGrpSpPr/>
          <p:nvPr/>
        </p:nvGrpSpPr>
        <p:grpSpPr>
          <a:xfrm flipV="1">
            <a:off x="2015816" y="2130967"/>
            <a:ext cx="662940" cy="816610"/>
            <a:chOff x="9274810" y="4104640"/>
            <a:chExt cx="662940" cy="816610"/>
          </a:xfrm>
        </p:grpSpPr>
        <p:sp>
          <p:nvSpPr>
            <p:cNvPr id="8" name="正方形/長方形 7">
              <a:extLst>
                <a:ext uri="{FF2B5EF4-FFF2-40B4-BE49-F238E27FC236}">
                  <a16:creationId xmlns:a16="http://schemas.microsoft.com/office/drawing/2014/main" id="{8FBA3100-B20C-0671-D7D5-698D10753C7B}"/>
                </a:ext>
              </a:extLst>
            </p:cNvPr>
            <p:cNvSpPr/>
            <p:nvPr/>
          </p:nvSpPr>
          <p:spPr>
            <a:xfrm>
              <a:off x="9274810" y="4104640"/>
              <a:ext cx="662940" cy="816610"/>
            </a:xfrm>
            <a:prstGeom prst="rect">
              <a:avLst/>
            </a:prstGeom>
            <a:noFill/>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kumimoji="1" lang="ja-JP" altLang="en-US"/>
            </a:p>
          </p:txBody>
        </p:sp>
        <p:sp>
          <p:nvSpPr>
            <p:cNvPr id="9" name="二等辺三角形 8">
              <a:extLst>
                <a:ext uri="{FF2B5EF4-FFF2-40B4-BE49-F238E27FC236}">
                  <a16:creationId xmlns:a16="http://schemas.microsoft.com/office/drawing/2014/main" id="{FB10636E-409C-8DC7-9D72-9AACE0B050C7}"/>
                </a:ext>
              </a:extLst>
            </p:cNvPr>
            <p:cNvSpPr/>
            <p:nvPr/>
          </p:nvSpPr>
          <p:spPr>
            <a:xfrm rot="10800000">
              <a:off x="9439592" y="4104640"/>
              <a:ext cx="333375" cy="161925"/>
            </a:xfrm>
            <a:prstGeom prst="triangle">
              <a:avLst/>
            </a:prstGeom>
            <a:noFill/>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kumimoji="1" lang="ja-JP" altLang="en-US"/>
            </a:p>
          </p:txBody>
        </p:sp>
      </p:grpSp>
      <p:sp>
        <p:nvSpPr>
          <p:cNvPr id="10" name="楕円 9">
            <a:extLst>
              <a:ext uri="{FF2B5EF4-FFF2-40B4-BE49-F238E27FC236}">
                <a16:creationId xmlns:a16="http://schemas.microsoft.com/office/drawing/2014/main" id="{A23DAA3F-C6C5-71FF-24B8-CCF33649C48D}"/>
              </a:ext>
            </a:extLst>
          </p:cNvPr>
          <p:cNvSpPr/>
          <p:nvPr/>
        </p:nvSpPr>
        <p:spPr>
          <a:xfrm>
            <a:off x="1415859" y="2478947"/>
            <a:ext cx="120650" cy="120650"/>
          </a:xfrm>
          <a:prstGeom prst="ellipse">
            <a:avLst/>
          </a:prstGeom>
          <a:noFill/>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kumimoji="1" lang="ja-JP" altLang="en-US"/>
          </a:p>
        </p:txBody>
      </p:sp>
      <p:sp>
        <p:nvSpPr>
          <p:cNvPr id="11" name="テキスト ボックス 10">
            <a:extLst>
              <a:ext uri="{FF2B5EF4-FFF2-40B4-BE49-F238E27FC236}">
                <a16:creationId xmlns:a16="http://schemas.microsoft.com/office/drawing/2014/main" id="{AE1ED0B2-A0DC-FC87-7443-C408CA70623E}"/>
              </a:ext>
            </a:extLst>
          </p:cNvPr>
          <p:cNvSpPr txBox="1"/>
          <p:nvPr/>
        </p:nvSpPr>
        <p:spPr>
          <a:xfrm>
            <a:off x="1249763" y="2580942"/>
            <a:ext cx="153888" cy="184666"/>
          </a:xfrm>
          <a:prstGeom prst="rect">
            <a:avLst/>
          </a:prstGeom>
          <a:noFill/>
        </p:spPr>
        <p:txBody>
          <a:bodyPr wrap="square" lIns="0" tIns="0" rIns="0" bIns="0" rtlCol="0">
            <a:spAutoFit/>
          </a:bodyPr>
          <a:lstStyle/>
          <a:p>
            <a:pPr algn="l"/>
            <a:r>
              <a:rPr kumimoji="1" lang="ja-JP" altLang="en-US" sz="1200" dirty="0">
                <a:solidFill>
                  <a:schemeClr val="tx1">
                    <a:lumMod val="90000"/>
                    <a:lumOff val="10000"/>
                  </a:schemeClr>
                </a:solidFill>
              </a:rPr>
              <a:t>＋</a:t>
            </a:r>
          </a:p>
        </p:txBody>
      </p:sp>
      <p:sp>
        <p:nvSpPr>
          <p:cNvPr id="12" name="テキスト ボックス 11">
            <a:extLst>
              <a:ext uri="{FF2B5EF4-FFF2-40B4-BE49-F238E27FC236}">
                <a16:creationId xmlns:a16="http://schemas.microsoft.com/office/drawing/2014/main" id="{CA1A3B76-3264-6447-B0B2-75ED118BEF8C}"/>
              </a:ext>
            </a:extLst>
          </p:cNvPr>
          <p:cNvSpPr txBox="1"/>
          <p:nvPr/>
        </p:nvSpPr>
        <p:spPr>
          <a:xfrm>
            <a:off x="1529664" y="2324443"/>
            <a:ext cx="153888" cy="184666"/>
          </a:xfrm>
          <a:prstGeom prst="rect">
            <a:avLst/>
          </a:prstGeom>
          <a:noFill/>
        </p:spPr>
        <p:txBody>
          <a:bodyPr wrap="square" lIns="0" tIns="0" rIns="0" bIns="0" rtlCol="0">
            <a:spAutoFit/>
          </a:bodyPr>
          <a:lstStyle/>
          <a:p>
            <a:pPr algn="l"/>
            <a:r>
              <a:rPr kumimoji="1" lang="ja-JP" altLang="en-US" sz="1200" dirty="0">
                <a:solidFill>
                  <a:schemeClr val="tx1">
                    <a:lumMod val="90000"/>
                    <a:lumOff val="10000"/>
                  </a:schemeClr>
                </a:solidFill>
              </a:rPr>
              <a:t>＋</a:t>
            </a:r>
          </a:p>
        </p:txBody>
      </p:sp>
      <p:cxnSp>
        <p:nvCxnSpPr>
          <p:cNvPr id="13" name="直線コネクタ 12">
            <a:extLst>
              <a:ext uri="{FF2B5EF4-FFF2-40B4-BE49-F238E27FC236}">
                <a16:creationId xmlns:a16="http://schemas.microsoft.com/office/drawing/2014/main" id="{D04F9B41-05A4-E293-5F5D-7CE3D1F72D3D}"/>
              </a:ext>
            </a:extLst>
          </p:cNvPr>
          <p:cNvCxnSpPr>
            <a:cxnSpLocks/>
            <a:stCxn id="10" idx="6"/>
            <a:endCxn id="8" idx="1"/>
          </p:cNvCxnSpPr>
          <p:nvPr/>
        </p:nvCxnSpPr>
        <p:spPr>
          <a:xfrm>
            <a:off x="1536509" y="2539272"/>
            <a:ext cx="479307" cy="0"/>
          </a:xfrm>
          <a:prstGeom prst="line">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4" name="コネクタ: カギ線 13">
            <a:extLst>
              <a:ext uri="{FF2B5EF4-FFF2-40B4-BE49-F238E27FC236}">
                <a16:creationId xmlns:a16="http://schemas.microsoft.com/office/drawing/2014/main" id="{95F6E63A-DF8E-E95B-D6F8-2F9BC280A53B}"/>
              </a:ext>
            </a:extLst>
          </p:cNvPr>
          <p:cNvCxnSpPr>
            <a:cxnSpLocks/>
            <a:stCxn id="8" idx="3"/>
            <a:endCxn id="10" idx="0"/>
          </p:cNvCxnSpPr>
          <p:nvPr/>
        </p:nvCxnSpPr>
        <p:spPr>
          <a:xfrm flipH="1" flipV="1">
            <a:off x="1476184" y="2478947"/>
            <a:ext cx="1202572" cy="60325"/>
          </a:xfrm>
          <a:prstGeom prst="bentConnector4">
            <a:avLst>
              <a:gd name="adj1" fmla="val -44223"/>
              <a:gd name="adj2" fmla="val 1055789"/>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5" name="直線コネクタ 14">
            <a:extLst>
              <a:ext uri="{FF2B5EF4-FFF2-40B4-BE49-F238E27FC236}">
                <a16:creationId xmlns:a16="http://schemas.microsoft.com/office/drawing/2014/main" id="{35AFA155-60C7-9471-6D69-9DD9D70679E1}"/>
              </a:ext>
            </a:extLst>
          </p:cNvPr>
          <p:cNvCxnSpPr>
            <a:cxnSpLocks/>
            <a:stCxn id="8" idx="3"/>
            <a:endCxn id="6" idx="1"/>
          </p:cNvCxnSpPr>
          <p:nvPr/>
        </p:nvCxnSpPr>
        <p:spPr>
          <a:xfrm>
            <a:off x="2678756" y="2539272"/>
            <a:ext cx="914800" cy="0"/>
          </a:xfrm>
          <a:prstGeom prst="line">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mc:AlternateContent xmlns:mc="http://schemas.openxmlformats.org/markup-compatibility/2006" xmlns:a14="http://schemas.microsoft.com/office/drawing/2010/main">
        <mc:Choice Requires="a14">
          <p:sp>
            <p:nvSpPr>
              <p:cNvPr id="16" name="テキスト ボックス 15">
                <a:extLst>
                  <a:ext uri="{FF2B5EF4-FFF2-40B4-BE49-F238E27FC236}">
                    <a16:creationId xmlns:a16="http://schemas.microsoft.com/office/drawing/2014/main" id="{60E70528-4979-3354-4743-F7AAC309CD41}"/>
                  </a:ext>
                </a:extLst>
              </p:cNvPr>
              <p:cNvSpPr txBox="1"/>
              <p:nvPr/>
            </p:nvSpPr>
            <p:spPr>
              <a:xfrm>
                <a:off x="1305229" y="3177133"/>
                <a:ext cx="502766" cy="369332"/>
              </a:xfrm>
              <a:prstGeom prst="rect">
                <a:avLst/>
              </a:prstGeom>
              <a:noFill/>
            </p:spPr>
            <p:txBody>
              <a:bodyPr wrap="square" lIns="0" tIns="0" rIns="0" bIns="0" rtlCol="0">
                <a:spAutoFit/>
              </a:bodyPr>
              <a:lstStyle/>
              <a:p>
                <a:pPr algn="l"/>
                <a14:m>
                  <m:oMathPara xmlns:m="http://schemas.openxmlformats.org/officeDocument/2006/math">
                    <m:oMath>
                      <m:r>
                        <a:rPr kumimoji="1" lang="en-US" altLang="ja-JP" sz="2400" b="0" i="1" smtClean="0">
                          <a:solidFill>
                            <a:schemeClr val="tx1">
                              <a:lumMod val="90000"/>
                              <a:lumOff val="10000"/>
                            </a:schemeClr>
                          </a:solidFill>
                          <a:latin typeface="Cambria Math" panose="02040503050406030204" pitchFamily="18" charset="0"/>
                        </a:rPr>
                        <m:t>𝑐𝑙𝑘</m:t>
                      </m:r>
                    </m:oMath>
                  </m:oMathPara>
                </a14:m>
                <a:endParaRPr kumimoji="1" lang="ja-JP" altLang="en-US" sz="2400" dirty="0">
                  <a:solidFill>
                    <a:schemeClr val="tx1">
                      <a:lumMod val="90000"/>
                      <a:lumOff val="10000"/>
                    </a:schemeClr>
                  </a:solidFill>
                </a:endParaRPr>
              </a:p>
            </p:txBody>
          </p:sp>
        </mc:Choice>
        <mc:Fallback xmlns="">
          <p:sp>
            <p:nvSpPr>
              <p:cNvPr id="16" name="テキスト ボックス 15">
                <a:extLst>
                  <a:ext uri="{FF2B5EF4-FFF2-40B4-BE49-F238E27FC236}">
                    <a16:creationId xmlns:a16="http://schemas.microsoft.com/office/drawing/2014/main" id="{60E70528-4979-3354-4743-F7AAC309CD41}"/>
                  </a:ext>
                </a:extLst>
              </p:cNvPr>
              <p:cNvSpPr txBox="1">
                <a:spLocks noRot="1" noChangeAspect="1" noMove="1" noResize="1" noEditPoints="1" noAdjustHandles="1" noChangeArrowheads="1" noChangeShapeType="1" noTextEdit="1"/>
              </p:cNvSpPr>
              <p:nvPr/>
            </p:nvSpPr>
            <p:spPr>
              <a:xfrm>
                <a:off x="1305229" y="3177133"/>
                <a:ext cx="502766" cy="369332"/>
              </a:xfrm>
              <a:prstGeom prst="rect">
                <a:avLst/>
              </a:prstGeom>
              <a:blipFill>
                <a:blip r:embed="rId3"/>
                <a:stretch>
                  <a:fillRect l="-13253" r="-10843" b="-9836"/>
                </a:stretch>
              </a:blipFill>
            </p:spPr>
            <p:txBody>
              <a:bodyPr/>
              <a:lstStyle/>
              <a:p>
                <a:r>
                  <a:rPr lang="ja-JP" altLang="en-US">
                    <a:noFill/>
                  </a:rPr>
                  <a:t> </a:t>
                </a:r>
              </a:p>
            </p:txBody>
          </p:sp>
        </mc:Fallback>
      </mc:AlternateContent>
      <p:cxnSp>
        <p:nvCxnSpPr>
          <p:cNvPr id="17" name="コネクタ: カギ線 16">
            <a:extLst>
              <a:ext uri="{FF2B5EF4-FFF2-40B4-BE49-F238E27FC236}">
                <a16:creationId xmlns:a16="http://schemas.microsoft.com/office/drawing/2014/main" id="{E006976F-87BE-B060-8245-AF7536B34E0D}"/>
              </a:ext>
            </a:extLst>
          </p:cNvPr>
          <p:cNvCxnSpPr>
            <a:cxnSpLocks/>
            <a:stCxn id="16" idx="3"/>
            <a:endCxn id="9" idx="3"/>
          </p:cNvCxnSpPr>
          <p:nvPr/>
        </p:nvCxnSpPr>
        <p:spPr>
          <a:xfrm flipV="1">
            <a:off x="1807995" y="2947577"/>
            <a:ext cx="539290" cy="414222"/>
          </a:xfrm>
          <a:prstGeom prst="bentConnector2">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mc:AlternateContent xmlns:mc="http://schemas.openxmlformats.org/markup-compatibility/2006" xmlns:a14="http://schemas.microsoft.com/office/drawing/2010/main">
        <mc:Choice Requires="a14">
          <p:sp>
            <p:nvSpPr>
              <p:cNvPr id="21" name="テキスト ボックス 20">
                <a:extLst>
                  <a:ext uri="{FF2B5EF4-FFF2-40B4-BE49-F238E27FC236}">
                    <a16:creationId xmlns:a16="http://schemas.microsoft.com/office/drawing/2014/main" id="{940AD15E-874D-5DC2-28E2-335F3564EAD7}"/>
                  </a:ext>
                </a:extLst>
              </p:cNvPr>
              <p:cNvSpPr txBox="1"/>
              <p:nvPr/>
            </p:nvSpPr>
            <p:spPr>
              <a:xfrm>
                <a:off x="334963" y="2339217"/>
                <a:ext cx="562403" cy="400110"/>
              </a:xfrm>
              <a:prstGeom prst="rect">
                <a:avLst/>
              </a:prstGeom>
              <a:noFill/>
            </p:spPr>
            <p:txBody>
              <a:bodyPr wrap="square">
                <a:spAutoFit/>
              </a:bodyPr>
              <a:lstStyle/>
              <a:p>
                <a:pPr/>
                <a14:m>
                  <m:oMathPara xmlns:m="http://schemas.openxmlformats.org/officeDocument/2006/math">
                    <m:oMath>
                      <m:sSub>
                        <m:sSubPr>
                          <m:ctrlPr>
                            <a:rPr lang="en-US" altLang="ja-JP" sz="2000" b="0" i="1" smtClean="0">
                              <a:solidFill>
                                <a:schemeClr val="tx1">
                                  <a:lumMod val="90000"/>
                                  <a:lumOff val="10000"/>
                                </a:schemeClr>
                              </a:solidFill>
                              <a:latin typeface="Cambria Math" panose="02040503050406030204" pitchFamily="18" charset="0"/>
                            </a:rPr>
                          </m:ctrlPr>
                        </m:sSubPr>
                        <m:e>
                          <m:r>
                            <a:rPr lang="en-US" altLang="ja-JP" sz="2000" b="0" i="1" smtClean="0">
                              <a:solidFill>
                                <a:schemeClr val="tx1">
                                  <a:lumMod val="90000"/>
                                  <a:lumOff val="10000"/>
                                </a:schemeClr>
                              </a:solidFill>
                              <a:latin typeface="Cambria Math" panose="02040503050406030204" pitchFamily="18" charset="0"/>
                            </a:rPr>
                            <m:t>𝑦</m:t>
                          </m:r>
                        </m:e>
                        <m:sub>
                          <m:r>
                            <a:rPr lang="en-US" altLang="ja-JP" sz="2000" i="1">
                              <a:solidFill>
                                <a:schemeClr val="tx1">
                                  <a:lumMod val="90000"/>
                                  <a:lumOff val="10000"/>
                                </a:schemeClr>
                              </a:solidFill>
                              <a:latin typeface="Cambria Math" panose="02040503050406030204" pitchFamily="18" charset="0"/>
                            </a:rPr>
                            <m:t>𝑛</m:t>
                          </m:r>
                        </m:sub>
                      </m:sSub>
                    </m:oMath>
                  </m:oMathPara>
                </a14:m>
                <a:endParaRPr lang="ja-JP" altLang="en-US" sz="2000" dirty="0"/>
              </a:p>
            </p:txBody>
          </p:sp>
        </mc:Choice>
        <mc:Fallback xmlns="">
          <p:sp>
            <p:nvSpPr>
              <p:cNvPr id="21" name="テキスト ボックス 20">
                <a:extLst>
                  <a:ext uri="{FF2B5EF4-FFF2-40B4-BE49-F238E27FC236}">
                    <a16:creationId xmlns:a16="http://schemas.microsoft.com/office/drawing/2014/main" id="{940AD15E-874D-5DC2-28E2-335F3564EAD7}"/>
                  </a:ext>
                </a:extLst>
              </p:cNvPr>
              <p:cNvSpPr txBox="1">
                <a:spLocks noRot="1" noChangeAspect="1" noMove="1" noResize="1" noEditPoints="1" noAdjustHandles="1" noChangeArrowheads="1" noChangeShapeType="1" noTextEdit="1"/>
              </p:cNvSpPr>
              <p:nvPr/>
            </p:nvSpPr>
            <p:spPr>
              <a:xfrm>
                <a:off x="334963" y="2339217"/>
                <a:ext cx="562403" cy="400110"/>
              </a:xfrm>
              <a:prstGeom prst="rect">
                <a:avLst/>
              </a:prstGeom>
              <a:blipFill>
                <a:blip r:embed="rId4"/>
                <a:stretch>
                  <a:fillRect b="-10769"/>
                </a:stretch>
              </a:blipFill>
            </p:spPr>
            <p:txBody>
              <a:bodyPr/>
              <a:lstStyle/>
              <a:p>
                <a:r>
                  <a:rPr lang="ja-JP" altLang="en-US">
                    <a:noFill/>
                  </a:rPr>
                  <a:t> </a:t>
                </a:r>
              </a:p>
            </p:txBody>
          </p:sp>
        </mc:Fallback>
      </mc:AlternateContent>
      <p:cxnSp>
        <p:nvCxnSpPr>
          <p:cNvPr id="22" name="直線コネクタ 21">
            <a:extLst>
              <a:ext uri="{FF2B5EF4-FFF2-40B4-BE49-F238E27FC236}">
                <a16:creationId xmlns:a16="http://schemas.microsoft.com/office/drawing/2014/main" id="{206E7038-2317-23D1-3C05-499822AE70AB}"/>
              </a:ext>
            </a:extLst>
          </p:cNvPr>
          <p:cNvCxnSpPr>
            <a:cxnSpLocks/>
            <a:stCxn id="21" idx="3"/>
            <a:endCxn id="10" idx="2"/>
          </p:cNvCxnSpPr>
          <p:nvPr/>
        </p:nvCxnSpPr>
        <p:spPr>
          <a:xfrm>
            <a:off x="897366" y="2539272"/>
            <a:ext cx="518493" cy="0"/>
          </a:xfrm>
          <a:prstGeom prst="line">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mc:AlternateContent xmlns:mc="http://schemas.openxmlformats.org/markup-compatibility/2006" xmlns:a14="http://schemas.microsoft.com/office/drawing/2010/main">
        <mc:Choice Requires="a14">
          <p:sp>
            <p:nvSpPr>
              <p:cNvPr id="28" name="テキスト ボックス 27">
                <a:extLst>
                  <a:ext uri="{FF2B5EF4-FFF2-40B4-BE49-F238E27FC236}">
                    <a16:creationId xmlns:a16="http://schemas.microsoft.com/office/drawing/2014/main" id="{859B90C4-A890-584C-4B38-A6C70F0F8659}"/>
                  </a:ext>
                </a:extLst>
              </p:cNvPr>
              <p:cNvSpPr txBox="1"/>
              <p:nvPr/>
            </p:nvSpPr>
            <p:spPr>
              <a:xfrm>
                <a:off x="4360601" y="1863394"/>
                <a:ext cx="6334555" cy="2154436"/>
              </a:xfrm>
              <a:prstGeom prst="rect">
                <a:avLst/>
              </a:prstGeom>
              <a:noFill/>
            </p:spPr>
            <p:txBody>
              <a:bodyPr wrap="none" lIns="0" tIns="0" rIns="0" bIns="0" rtlCol="0">
                <a:spAutoFit/>
              </a:bodyPr>
              <a:lstStyle/>
              <a:p>
                <a14:m>
                  <m:oMath xmlns:m="http://schemas.openxmlformats.org/officeDocument/2006/math">
                    <m:acc>
                      <m:accPr>
                        <m:chr m:val="̂"/>
                        <m:ctrlPr>
                          <a:rPr kumimoji="1" lang="en-US" altLang="ja-JP" sz="2000" b="0" i="1" smtClean="0">
                            <a:solidFill>
                              <a:schemeClr val="tx1">
                                <a:lumMod val="90000"/>
                                <a:lumOff val="10000"/>
                              </a:schemeClr>
                            </a:solidFill>
                            <a:latin typeface="Cambria Math" panose="02040503050406030204" pitchFamily="18" charset="0"/>
                          </a:rPr>
                        </m:ctrlPr>
                      </m:accPr>
                      <m:e>
                        <m:r>
                          <a:rPr kumimoji="1" lang="en-US" altLang="ja-JP" sz="2000" b="0" i="1" smtClean="0">
                            <a:solidFill>
                              <a:schemeClr val="tx1">
                                <a:lumMod val="90000"/>
                                <a:lumOff val="10000"/>
                              </a:schemeClr>
                            </a:solidFill>
                            <a:latin typeface="Cambria Math" panose="02040503050406030204" pitchFamily="18" charset="0"/>
                          </a:rPr>
                          <m:t>𝑢</m:t>
                        </m:r>
                      </m:e>
                    </m:acc>
                  </m:oMath>
                </a14:m>
                <a:r>
                  <a:rPr kumimoji="1" lang="ja-JP" altLang="en-US" sz="2000" dirty="0">
                    <a:solidFill>
                      <a:schemeClr val="tx1">
                        <a:lumMod val="90000"/>
                        <a:lumOff val="10000"/>
                      </a:schemeClr>
                    </a:solidFill>
                  </a:rPr>
                  <a:t>は積分器の出力なので、</a:t>
                </a:r>
                <a:r>
                  <a:rPr lang="en-US" altLang="ja-JP" sz="2000" dirty="0">
                    <a:solidFill>
                      <a:schemeClr val="tx1">
                        <a:lumMod val="90000"/>
                        <a:lumOff val="10000"/>
                      </a:schemeClr>
                    </a:solidFill>
                  </a:rPr>
                  <a:t> </a:t>
                </a:r>
                <a14:m>
                  <m:oMath xmlns:m="http://schemas.openxmlformats.org/officeDocument/2006/math">
                    <m:sSub>
                      <m:sSubPr>
                        <m:ctrlPr>
                          <a:rPr lang="en-US" altLang="ja-JP" sz="2000" b="0" i="1" smtClean="0">
                            <a:solidFill>
                              <a:schemeClr val="tx1">
                                <a:lumMod val="90000"/>
                                <a:lumOff val="10000"/>
                              </a:schemeClr>
                            </a:solidFill>
                            <a:latin typeface="Cambria Math" panose="02040503050406030204" pitchFamily="18" charset="0"/>
                          </a:rPr>
                        </m:ctrlPr>
                      </m:sSubPr>
                      <m:e>
                        <m:r>
                          <a:rPr lang="en-US" altLang="ja-JP" sz="2000" b="0" i="1" smtClean="0">
                            <a:solidFill>
                              <a:schemeClr val="tx1">
                                <a:lumMod val="90000"/>
                                <a:lumOff val="10000"/>
                              </a:schemeClr>
                            </a:solidFill>
                            <a:latin typeface="Cambria Math" panose="02040503050406030204" pitchFamily="18" charset="0"/>
                          </a:rPr>
                          <m:t>𝑦</m:t>
                        </m:r>
                      </m:e>
                      <m:sub>
                        <m:r>
                          <a:rPr lang="en-US" altLang="ja-JP" sz="2000" i="1">
                            <a:solidFill>
                              <a:schemeClr val="tx1">
                                <a:lumMod val="90000"/>
                                <a:lumOff val="10000"/>
                              </a:schemeClr>
                            </a:solidFill>
                            <a:latin typeface="Cambria Math" panose="02040503050406030204" pitchFamily="18" charset="0"/>
                          </a:rPr>
                          <m:t>𝑛</m:t>
                        </m:r>
                      </m:sub>
                    </m:sSub>
                    <m:r>
                      <a:rPr lang="ja-JP" altLang="en-US" sz="2000" i="1" smtClean="0">
                        <a:solidFill>
                          <a:schemeClr val="tx1">
                            <a:lumMod val="90000"/>
                            <a:lumOff val="10000"/>
                          </a:schemeClr>
                        </a:solidFill>
                        <a:latin typeface="Cambria Math" panose="02040503050406030204" pitchFamily="18" charset="0"/>
                      </a:rPr>
                      <m:t>を</m:t>
                    </m:r>
                  </m:oMath>
                </a14:m>
                <a:r>
                  <a:rPr lang="ja-JP" altLang="en-US" sz="2000" dirty="0">
                    <a:solidFill>
                      <a:schemeClr val="tx1">
                        <a:lumMod val="90000"/>
                        <a:lumOff val="10000"/>
                      </a:schemeClr>
                    </a:solidFill>
                  </a:rPr>
                  <a:t>加算することを考えると</a:t>
                </a:r>
                <a:r>
                  <a:rPr lang="en-US" altLang="ja-JP" sz="2000" dirty="0">
                    <a:solidFill>
                      <a:schemeClr val="tx1">
                        <a:lumMod val="90000"/>
                        <a:lumOff val="10000"/>
                      </a:schemeClr>
                    </a:solidFill>
                  </a:rPr>
                  <a:t> </a:t>
                </a:r>
              </a:p>
              <a:p>
                <a:pPr/>
                <a14:m>
                  <m:oMathPara xmlns:m="http://schemas.openxmlformats.org/officeDocument/2006/math">
                    <m:oMath>
                      <m:sSub>
                        <m:sSubPr>
                          <m:ctrlPr>
                            <a:rPr lang="en-US" altLang="ja-JP" sz="2000" b="0" i="1" smtClean="0">
                              <a:solidFill>
                                <a:schemeClr val="tx1">
                                  <a:lumMod val="90000"/>
                                  <a:lumOff val="10000"/>
                                </a:schemeClr>
                              </a:solidFill>
                              <a:latin typeface="Cambria Math" panose="02040503050406030204" pitchFamily="18" charset="0"/>
                            </a:rPr>
                          </m:ctrlPr>
                        </m:sSubPr>
                        <m:e>
                          <m:r>
                            <a:rPr lang="en-US" altLang="ja-JP" sz="2000" b="0" i="1" smtClean="0">
                              <a:solidFill>
                                <a:schemeClr val="tx1">
                                  <a:lumMod val="90000"/>
                                  <a:lumOff val="10000"/>
                                </a:schemeClr>
                              </a:solidFill>
                              <a:latin typeface="Cambria Math" panose="02040503050406030204" pitchFamily="18" charset="0"/>
                            </a:rPr>
                            <m:t>𝑦</m:t>
                          </m:r>
                        </m:e>
                        <m:sub>
                          <m:r>
                            <a:rPr lang="en-US" altLang="ja-JP" sz="2000" b="0" i="1" smtClean="0">
                              <a:solidFill>
                                <a:schemeClr val="tx1">
                                  <a:lumMod val="90000"/>
                                  <a:lumOff val="10000"/>
                                </a:schemeClr>
                              </a:solidFill>
                              <a:latin typeface="Cambria Math" panose="02040503050406030204" pitchFamily="18" charset="0"/>
                            </a:rPr>
                            <m:t>𝑛</m:t>
                          </m:r>
                        </m:sub>
                      </m:sSub>
                      <m:r>
                        <a:rPr lang="en-US" altLang="ja-JP" sz="2000" b="0" i="1" smtClean="0">
                          <a:solidFill>
                            <a:schemeClr val="tx1">
                              <a:lumMod val="90000"/>
                              <a:lumOff val="10000"/>
                            </a:schemeClr>
                          </a:solidFill>
                          <a:latin typeface="Cambria Math" panose="02040503050406030204" pitchFamily="18" charset="0"/>
                        </a:rPr>
                        <m:t>=</m:t>
                      </m:r>
                      <m:sSub>
                        <m:sSubPr>
                          <m:ctrlPr>
                            <a:rPr lang="en-US" altLang="ja-JP" sz="2000" b="0" i="1" smtClean="0">
                              <a:solidFill>
                                <a:schemeClr val="tx1">
                                  <a:lumMod val="90000"/>
                                  <a:lumOff val="10000"/>
                                </a:schemeClr>
                              </a:solidFill>
                              <a:latin typeface="Cambria Math" panose="02040503050406030204" pitchFamily="18" charset="0"/>
                            </a:rPr>
                          </m:ctrlPr>
                        </m:sSubPr>
                        <m:e>
                          <m:r>
                            <a:rPr lang="en-US" altLang="ja-JP" sz="2000" b="0" i="1" smtClean="0">
                              <a:solidFill>
                                <a:schemeClr val="tx1">
                                  <a:lumMod val="90000"/>
                                  <a:lumOff val="10000"/>
                                </a:schemeClr>
                              </a:solidFill>
                              <a:latin typeface="Cambria Math" panose="02040503050406030204" pitchFamily="18" charset="0"/>
                            </a:rPr>
                            <m:t>𝑢</m:t>
                          </m:r>
                        </m:e>
                        <m:sub>
                          <m:r>
                            <a:rPr lang="en-US" altLang="ja-JP" sz="2000" b="0" i="1" smtClean="0">
                              <a:solidFill>
                                <a:schemeClr val="tx1">
                                  <a:lumMod val="90000"/>
                                  <a:lumOff val="10000"/>
                                </a:schemeClr>
                              </a:solidFill>
                              <a:latin typeface="Cambria Math" panose="02040503050406030204" pitchFamily="18" charset="0"/>
                            </a:rPr>
                            <m:t>𝑛</m:t>
                          </m:r>
                        </m:sub>
                      </m:sSub>
                      <m:r>
                        <a:rPr lang="en-US" altLang="ja-JP" sz="2000" b="0" i="1" smtClean="0">
                          <a:solidFill>
                            <a:schemeClr val="tx1">
                              <a:lumMod val="90000"/>
                              <a:lumOff val="10000"/>
                            </a:schemeClr>
                          </a:solidFill>
                          <a:latin typeface="Cambria Math" panose="02040503050406030204" pitchFamily="18" charset="0"/>
                        </a:rPr>
                        <m:t>−</m:t>
                      </m:r>
                      <m:sSub>
                        <m:sSubPr>
                          <m:ctrlPr>
                            <a:rPr lang="en-US" altLang="ja-JP" sz="2000" b="0" i="1" smtClean="0">
                              <a:solidFill>
                                <a:schemeClr val="tx1">
                                  <a:lumMod val="90000"/>
                                  <a:lumOff val="10000"/>
                                </a:schemeClr>
                              </a:solidFill>
                              <a:latin typeface="Cambria Math" panose="02040503050406030204" pitchFamily="18" charset="0"/>
                            </a:rPr>
                          </m:ctrlPr>
                        </m:sSubPr>
                        <m:e>
                          <m:r>
                            <a:rPr lang="en-US" altLang="ja-JP" sz="2000" b="0" i="1" smtClean="0">
                              <a:solidFill>
                                <a:schemeClr val="tx1">
                                  <a:lumMod val="90000"/>
                                  <a:lumOff val="10000"/>
                                </a:schemeClr>
                              </a:solidFill>
                              <a:latin typeface="Cambria Math" panose="02040503050406030204" pitchFamily="18" charset="0"/>
                            </a:rPr>
                            <m:t>𝑢</m:t>
                          </m:r>
                        </m:e>
                        <m:sub>
                          <m:r>
                            <a:rPr lang="en-US" altLang="ja-JP" sz="2000" b="0" i="1" smtClean="0">
                              <a:solidFill>
                                <a:schemeClr val="tx1">
                                  <a:lumMod val="90000"/>
                                  <a:lumOff val="10000"/>
                                </a:schemeClr>
                              </a:solidFill>
                              <a:latin typeface="Cambria Math" panose="02040503050406030204" pitchFamily="18" charset="0"/>
                            </a:rPr>
                            <m:t>𝑛</m:t>
                          </m:r>
                          <m:r>
                            <a:rPr lang="en-US" altLang="ja-JP" sz="2000" b="0" i="1" smtClean="0">
                              <a:solidFill>
                                <a:schemeClr val="tx1">
                                  <a:lumMod val="90000"/>
                                  <a:lumOff val="10000"/>
                                </a:schemeClr>
                              </a:solidFill>
                              <a:latin typeface="Cambria Math" panose="02040503050406030204" pitchFamily="18" charset="0"/>
                            </a:rPr>
                            <m:t>−1</m:t>
                          </m:r>
                        </m:sub>
                      </m:sSub>
                      <m:r>
                        <a:rPr lang="en-US" altLang="ja-JP" sz="2000" b="0" i="1" smtClean="0">
                          <a:solidFill>
                            <a:schemeClr val="tx1">
                              <a:lumMod val="90000"/>
                              <a:lumOff val="10000"/>
                            </a:schemeClr>
                          </a:solidFill>
                          <a:latin typeface="Cambria Math" panose="02040503050406030204" pitchFamily="18" charset="0"/>
                        </a:rPr>
                        <m:t>+</m:t>
                      </m:r>
                      <m:sSub>
                        <m:sSubPr>
                          <m:ctrlPr>
                            <a:rPr lang="en-US" altLang="ja-JP" sz="2000" b="0" i="1" smtClean="0">
                              <a:solidFill>
                                <a:schemeClr val="tx1">
                                  <a:lumMod val="90000"/>
                                  <a:lumOff val="10000"/>
                                </a:schemeClr>
                              </a:solidFill>
                              <a:latin typeface="Cambria Math" panose="02040503050406030204" pitchFamily="18" charset="0"/>
                            </a:rPr>
                          </m:ctrlPr>
                        </m:sSubPr>
                        <m:e>
                          <m:r>
                            <a:rPr lang="en-US" altLang="ja-JP" sz="2000" b="0" i="1" smtClean="0">
                              <a:solidFill>
                                <a:schemeClr val="tx1">
                                  <a:lumMod val="90000"/>
                                  <a:lumOff val="10000"/>
                                </a:schemeClr>
                              </a:solidFill>
                              <a:latin typeface="Cambria Math" panose="02040503050406030204" pitchFamily="18" charset="0"/>
                            </a:rPr>
                            <m:t>𝑒</m:t>
                          </m:r>
                        </m:e>
                        <m:sub>
                          <m:r>
                            <a:rPr lang="en-US" altLang="ja-JP" sz="2000" b="0" i="1" smtClean="0">
                              <a:solidFill>
                                <a:schemeClr val="tx1">
                                  <a:lumMod val="90000"/>
                                  <a:lumOff val="10000"/>
                                </a:schemeClr>
                              </a:solidFill>
                              <a:latin typeface="Cambria Math" panose="02040503050406030204" pitchFamily="18" charset="0"/>
                            </a:rPr>
                            <m:t>𝑛</m:t>
                          </m:r>
                        </m:sub>
                      </m:sSub>
                      <m:r>
                        <a:rPr lang="en-US" altLang="ja-JP" sz="2000" b="0" i="1" smtClean="0">
                          <a:solidFill>
                            <a:schemeClr val="tx1">
                              <a:lumMod val="90000"/>
                              <a:lumOff val="10000"/>
                            </a:schemeClr>
                          </a:solidFill>
                          <a:latin typeface="Cambria Math" panose="02040503050406030204" pitchFamily="18" charset="0"/>
                        </a:rPr>
                        <m:t>−</m:t>
                      </m:r>
                      <m:sSub>
                        <m:sSubPr>
                          <m:ctrlPr>
                            <a:rPr lang="en-US" altLang="ja-JP" sz="2000" b="0" i="1" smtClean="0">
                              <a:solidFill>
                                <a:schemeClr val="tx1">
                                  <a:lumMod val="90000"/>
                                  <a:lumOff val="10000"/>
                                </a:schemeClr>
                              </a:solidFill>
                              <a:latin typeface="Cambria Math" panose="02040503050406030204" pitchFamily="18" charset="0"/>
                            </a:rPr>
                          </m:ctrlPr>
                        </m:sSubPr>
                        <m:e>
                          <m:r>
                            <a:rPr lang="en-US" altLang="ja-JP" sz="2000" b="0" i="1" smtClean="0">
                              <a:solidFill>
                                <a:schemeClr val="tx1">
                                  <a:lumMod val="90000"/>
                                  <a:lumOff val="10000"/>
                                </a:schemeClr>
                              </a:solidFill>
                              <a:latin typeface="Cambria Math" panose="02040503050406030204" pitchFamily="18" charset="0"/>
                            </a:rPr>
                            <m:t>𝑒</m:t>
                          </m:r>
                        </m:e>
                        <m:sub>
                          <m:r>
                            <a:rPr lang="en-US" altLang="ja-JP" sz="2000" b="0" i="1" smtClean="0">
                              <a:solidFill>
                                <a:schemeClr val="tx1">
                                  <a:lumMod val="90000"/>
                                  <a:lumOff val="10000"/>
                                </a:schemeClr>
                              </a:solidFill>
                              <a:latin typeface="Cambria Math" panose="02040503050406030204" pitchFamily="18" charset="0"/>
                            </a:rPr>
                            <m:t>𝑛</m:t>
                          </m:r>
                          <m:r>
                            <a:rPr lang="en-US" altLang="ja-JP" sz="2000" b="0" i="1" smtClean="0">
                              <a:solidFill>
                                <a:schemeClr val="tx1">
                                  <a:lumMod val="90000"/>
                                  <a:lumOff val="10000"/>
                                </a:schemeClr>
                              </a:solidFill>
                              <a:latin typeface="Cambria Math" panose="02040503050406030204" pitchFamily="18" charset="0"/>
                            </a:rPr>
                            <m:t>−1</m:t>
                          </m:r>
                        </m:sub>
                      </m:sSub>
                    </m:oMath>
                  </m:oMathPara>
                </a14:m>
                <a:endParaRPr lang="en-US" altLang="ja-JP" sz="2000" b="0" dirty="0">
                  <a:solidFill>
                    <a:schemeClr val="tx1">
                      <a:lumMod val="90000"/>
                      <a:lumOff val="10000"/>
                    </a:schemeClr>
                  </a:solidFill>
                </a:endParaRPr>
              </a:p>
              <a:p>
                <a:pPr/>
                <a14:m>
                  <m:oMathPara xmlns:m="http://schemas.openxmlformats.org/officeDocument/2006/math">
                    <m:oMath>
                      <m:sSub>
                        <m:sSubPr>
                          <m:ctrlPr>
                            <a:rPr lang="en-US" altLang="ja-JP" sz="2000" i="1">
                              <a:solidFill>
                                <a:schemeClr val="tx1">
                                  <a:lumMod val="90000"/>
                                  <a:lumOff val="10000"/>
                                </a:schemeClr>
                              </a:solidFill>
                              <a:latin typeface="Cambria Math" panose="02040503050406030204" pitchFamily="18" charset="0"/>
                            </a:rPr>
                          </m:ctrlPr>
                        </m:sSubPr>
                        <m:e>
                          <m:r>
                            <a:rPr lang="en-US" altLang="ja-JP" sz="2000" i="1">
                              <a:solidFill>
                                <a:schemeClr val="tx1">
                                  <a:lumMod val="90000"/>
                                  <a:lumOff val="10000"/>
                                </a:schemeClr>
                              </a:solidFill>
                              <a:latin typeface="Cambria Math" panose="02040503050406030204" pitchFamily="18" charset="0"/>
                            </a:rPr>
                            <m:t>𝑦</m:t>
                          </m:r>
                        </m:e>
                        <m:sub>
                          <m:r>
                            <a:rPr lang="en-US" altLang="ja-JP" sz="2000" i="1">
                              <a:solidFill>
                                <a:schemeClr val="tx1">
                                  <a:lumMod val="90000"/>
                                  <a:lumOff val="10000"/>
                                </a:schemeClr>
                              </a:solidFill>
                              <a:latin typeface="Cambria Math" panose="02040503050406030204" pitchFamily="18" charset="0"/>
                            </a:rPr>
                            <m:t>𝑛</m:t>
                          </m:r>
                          <m:r>
                            <a:rPr lang="en-US" altLang="ja-JP" sz="2000" b="0" i="1" smtClean="0">
                              <a:solidFill>
                                <a:schemeClr val="tx1">
                                  <a:lumMod val="90000"/>
                                  <a:lumOff val="10000"/>
                                </a:schemeClr>
                              </a:solidFill>
                              <a:latin typeface="Cambria Math" panose="02040503050406030204" pitchFamily="18" charset="0"/>
                            </a:rPr>
                            <m:t>−1</m:t>
                          </m:r>
                        </m:sub>
                      </m:sSub>
                      <m:r>
                        <a:rPr lang="en-US" altLang="ja-JP" sz="2000" i="1">
                          <a:solidFill>
                            <a:schemeClr val="tx1">
                              <a:lumMod val="90000"/>
                              <a:lumOff val="10000"/>
                            </a:schemeClr>
                          </a:solidFill>
                          <a:latin typeface="Cambria Math" panose="02040503050406030204" pitchFamily="18" charset="0"/>
                        </a:rPr>
                        <m:t>=</m:t>
                      </m:r>
                      <m:sSub>
                        <m:sSubPr>
                          <m:ctrlPr>
                            <a:rPr lang="en-US" altLang="ja-JP" sz="2000" i="1">
                              <a:solidFill>
                                <a:schemeClr val="tx1">
                                  <a:lumMod val="90000"/>
                                  <a:lumOff val="10000"/>
                                </a:schemeClr>
                              </a:solidFill>
                              <a:latin typeface="Cambria Math" panose="02040503050406030204" pitchFamily="18" charset="0"/>
                            </a:rPr>
                          </m:ctrlPr>
                        </m:sSubPr>
                        <m:e>
                          <m:r>
                            <a:rPr lang="en-US" altLang="ja-JP" sz="2000" i="1">
                              <a:solidFill>
                                <a:schemeClr val="tx1">
                                  <a:lumMod val="90000"/>
                                  <a:lumOff val="10000"/>
                                </a:schemeClr>
                              </a:solidFill>
                              <a:latin typeface="Cambria Math" panose="02040503050406030204" pitchFamily="18" charset="0"/>
                            </a:rPr>
                            <m:t>𝑢</m:t>
                          </m:r>
                        </m:e>
                        <m:sub>
                          <m:r>
                            <a:rPr lang="en-US" altLang="ja-JP" sz="2000" i="1">
                              <a:solidFill>
                                <a:schemeClr val="tx1">
                                  <a:lumMod val="90000"/>
                                  <a:lumOff val="10000"/>
                                </a:schemeClr>
                              </a:solidFill>
                              <a:latin typeface="Cambria Math" panose="02040503050406030204" pitchFamily="18" charset="0"/>
                            </a:rPr>
                            <m:t>𝑛</m:t>
                          </m:r>
                          <m:r>
                            <a:rPr lang="en-US" altLang="ja-JP" sz="2000" b="0" i="1" smtClean="0">
                              <a:solidFill>
                                <a:schemeClr val="tx1">
                                  <a:lumMod val="90000"/>
                                  <a:lumOff val="10000"/>
                                </a:schemeClr>
                              </a:solidFill>
                              <a:latin typeface="Cambria Math" panose="02040503050406030204" pitchFamily="18" charset="0"/>
                            </a:rPr>
                            <m:t>−1</m:t>
                          </m:r>
                        </m:sub>
                      </m:sSub>
                      <m:r>
                        <a:rPr lang="en-US" altLang="ja-JP" sz="2000" i="1">
                          <a:solidFill>
                            <a:schemeClr val="tx1">
                              <a:lumMod val="90000"/>
                              <a:lumOff val="10000"/>
                            </a:schemeClr>
                          </a:solidFill>
                          <a:latin typeface="Cambria Math" panose="02040503050406030204" pitchFamily="18" charset="0"/>
                        </a:rPr>
                        <m:t>−</m:t>
                      </m:r>
                      <m:sSub>
                        <m:sSubPr>
                          <m:ctrlPr>
                            <a:rPr lang="en-US" altLang="ja-JP" sz="2000" i="1">
                              <a:solidFill>
                                <a:schemeClr val="tx1">
                                  <a:lumMod val="90000"/>
                                  <a:lumOff val="10000"/>
                                </a:schemeClr>
                              </a:solidFill>
                              <a:latin typeface="Cambria Math" panose="02040503050406030204" pitchFamily="18" charset="0"/>
                            </a:rPr>
                          </m:ctrlPr>
                        </m:sSubPr>
                        <m:e>
                          <m:r>
                            <a:rPr lang="en-US" altLang="ja-JP" sz="2000" i="1">
                              <a:solidFill>
                                <a:schemeClr val="tx1">
                                  <a:lumMod val="90000"/>
                                  <a:lumOff val="10000"/>
                                </a:schemeClr>
                              </a:solidFill>
                              <a:latin typeface="Cambria Math" panose="02040503050406030204" pitchFamily="18" charset="0"/>
                            </a:rPr>
                            <m:t>𝑢</m:t>
                          </m:r>
                        </m:e>
                        <m:sub>
                          <m:r>
                            <a:rPr lang="en-US" altLang="ja-JP" sz="2000" i="1">
                              <a:solidFill>
                                <a:schemeClr val="tx1">
                                  <a:lumMod val="90000"/>
                                  <a:lumOff val="10000"/>
                                </a:schemeClr>
                              </a:solidFill>
                              <a:latin typeface="Cambria Math" panose="02040503050406030204" pitchFamily="18" charset="0"/>
                            </a:rPr>
                            <m:t>𝑛</m:t>
                          </m:r>
                          <m:r>
                            <a:rPr lang="en-US" altLang="ja-JP" sz="2000" i="1">
                              <a:solidFill>
                                <a:schemeClr val="tx1">
                                  <a:lumMod val="90000"/>
                                  <a:lumOff val="10000"/>
                                </a:schemeClr>
                              </a:solidFill>
                              <a:latin typeface="Cambria Math" panose="02040503050406030204" pitchFamily="18" charset="0"/>
                            </a:rPr>
                            <m:t>−2</m:t>
                          </m:r>
                        </m:sub>
                      </m:sSub>
                      <m:r>
                        <a:rPr lang="en-US" altLang="ja-JP" sz="2000" i="1">
                          <a:solidFill>
                            <a:schemeClr val="tx1">
                              <a:lumMod val="90000"/>
                              <a:lumOff val="10000"/>
                            </a:schemeClr>
                          </a:solidFill>
                          <a:latin typeface="Cambria Math" panose="02040503050406030204" pitchFamily="18" charset="0"/>
                        </a:rPr>
                        <m:t>+</m:t>
                      </m:r>
                      <m:sSub>
                        <m:sSubPr>
                          <m:ctrlPr>
                            <a:rPr lang="en-US" altLang="ja-JP" sz="2000" i="1">
                              <a:solidFill>
                                <a:schemeClr val="tx1">
                                  <a:lumMod val="90000"/>
                                  <a:lumOff val="10000"/>
                                </a:schemeClr>
                              </a:solidFill>
                              <a:latin typeface="Cambria Math" panose="02040503050406030204" pitchFamily="18" charset="0"/>
                            </a:rPr>
                          </m:ctrlPr>
                        </m:sSubPr>
                        <m:e>
                          <m:r>
                            <a:rPr lang="en-US" altLang="ja-JP" sz="2000" i="1">
                              <a:solidFill>
                                <a:schemeClr val="tx1">
                                  <a:lumMod val="90000"/>
                                  <a:lumOff val="10000"/>
                                </a:schemeClr>
                              </a:solidFill>
                              <a:latin typeface="Cambria Math" panose="02040503050406030204" pitchFamily="18" charset="0"/>
                            </a:rPr>
                            <m:t>𝑒</m:t>
                          </m:r>
                        </m:e>
                        <m:sub>
                          <m:r>
                            <a:rPr lang="en-US" altLang="ja-JP" sz="2000" i="1">
                              <a:solidFill>
                                <a:schemeClr val="tx1">
                                  <a:lumMod val="90000"/>
                                  <a:lumOff val="10000"/>
                                </a:schemeClr>
                              </a:solidFill>
                              <a:latin typeface="Cambria Math" panose="02040503050406030204" pitchFamily="18" charset="0"/>
                            </a:rPr>
                            <m:t>𝑛</m:t>
                          </m:r>
                          <m:r>
                            <a:rPr lang="en-US" altLang="ja-JP" sz="2000" b="0" i="1" smtClean="0">
                              <a:solidFill>
                                <a:schemeClr val="tx1">
                                  <a:lumMod val="90000"/>
                                  <a:lumOff val="10000"/>
                                </a:schemeClr>
                              </a:solidFill>
                              <a:latin typeface="Cambria Math" panose="02040503050406030204" pitchFamily="18" charset="0"/>
                            </a:rPr>
                            <m:t>−1</m:t>
                          </m:r>
                        </m:sub>
                      </m:sSub>
                      <m:r>
                        <a:rPr lang="en-US" altLang="ja-JP" sz="2000" i="1">
                          <a:solidFill>
                            <a:schemeClr val="tx1">
                              <a:lumMod val="90000"/>
                              <a:lumOff val="10000"/>
                            </a:schemeClr>
                          </a:solidFill>
                          <a:latin typeface="Cambria Math" panose="02040503050406030204" pitchFamily="18" charset="0"/>
                        </a:rPr>
                        <m:t>−</m:t>
                      </m:r>
                      <m:sSub>
                        <m:sSubPr>
                          <m:ctrlPr>
                            <a:rPr lang="en-US" altLang="ja-JP" sz="2000" i="1">
                              <a:solidFill>
                                <a:schemeClr val="tx1">
                                  <a:lumMod val="90000"/>
                                  <a:lumOff val="10000"/>
                                </a:schemeClr>
                              </a:solidFill>
                              <a:latin typeface="Cambria Math" panose="02040503050406030204" pitchFamily="18" charset="0"/>
                            </a:rPr>
                          </m:ctrlPr>
                        </m:sSubPr>
                        <m:e>
                          <m:r>
                            <a:rPr lang="en-US" altLang="ja-JP" sz="2000" i="1">
                              <a:solidFill>
                                <a:schemeClr val="tx1">
                                  <a:lumMod val="90000"/>
                                  <a:lumOff val="10000"/>
                                </a:schemeClr>
                              </a:solidFill>
                              <a:latin typeface="Cambria Math" panose="02040503050406030204" pitchFamily="18" charset="0"/>
                            </a:rPr>
                            <m:t>𝑒</m:t>
                          </m:r>
                        </m:e>
                        <m:sub>
                          <m:r>
                            <a:rPr lang="en-US" altLang="ja-JP" sz="2000" i="1">
                              <a:solidFill>
                                <a:schemeClr val="tx1">
                                  <a:lumMod val="90000"/>
                                  <a:lumOff val="10000"/>
                                </a:schemeClr>
                              </a:solidFill>
                              <a:latin typeface="Cambria Math" panose="02040503050406030204" pitchFamily="18" charset="0"/>
                            </a:rPr>
                            <m:t>𝑛</m:t>
                          </m:r>
                          <m:r>
                            <a:rPr lang="en-US" altLang="ja-JP" sz="2000" i="1">
                              <a:solidFill>
                                <a:schemeClr val="tx1">
                                  <a:lumMod val="90000"/>
                                  <a:lumOff val="10000"/>
                                </a:schemeClr>
                              </a:solidFill>
                              <a:latin typeface="Cambria Math" panose="02040503050406030204" pitchFamily="18" charset="0"/>
                            </a:rPr>
                            <m:t>−2</m:t>
                          </m:r>
                        </m:sub>
                      </m:sSub>
                    </m:oMath>
                  </m:oMathPara>
                </a14:m>
                <a:endParaRPr lang="en-US" altLang="ja-JP" sz="2000" dirty="0">
                  <a:solidFill>
                    <a:schemeClr val="tx1">
                      <a:lumMod val="90000"/>
                      <a:lumOff val="10000"/>
                    </a:schemeClr>
                  </a:solidFill>
                </a:endParaRPr>
              </a:p>
              <a:p>
                <a:pPr/>
                <a14:m>
                  <m:oMathPara xmlns:m="http://schemas.openxmlformats.org/officeDocument/2006/math">
                    <m:oMath>
                      <m:sSub>
                        <m:sSubPr>
                          <m:ctrlPr>
                            <a:rPr lang="en-US" altLang="ja-JP" sz="2000" i="1">
                              <a:solidFill>
                                <a:schemeClr val="tx1">
                                  <a:lumMod val="90000"/>
                                  <a:lumOff val="10000"/>
                                </a:schemeClr>
                              </a:solidFill>
                              <a:latin typeface="Cambria Math" panose="02040503050406030204" pitchFamily="18" charset="0"/>
                            </a:rPr>
                          </m:ctrlPr>
                        </m:sSubPr>
                        <m:e>
                          <m:r>
                            <a:rPr lang="en-US" altLang="ja-JP" sz="2000" i="1">
                              <a:solidFill>
                                <a:schemeClr val="tx1">
                                  <a:lumMod val="90000"/>
                                  <a:lumOff val="10000"/>
                                </a:schemeClr>
                              </a:solidFill>
                              <a:latin typeface="Cambria Math" panose="02040503050406030204" pitchFamily="18" charset="0"/>
                            </a:rPr>
                            <m:t>𝑦</m:t>
                          </m:r>
                        </m:e>
                        <m:sub>
                          <m:r>
                            <a:rPr lang="en-US" altLang="ja-JP" sz="2000" i="1">
                              <a:solidFill>
                                <a:schemeClr val="tx1">
                                  <a:lumMod val="90000"/>
                                  <a:lumOff val="10000"/>
                                </a:schemeClr>
                              </a:solidFill>
                              <a:latin typeface="Cambria Math" panose="02040503050406030204" pitchFamily="18" charset="0"/>
                            </a:rPr>
                            <m:t>𝑛</m:t>
                          </m:r>
                          <m:r>
                            <a:rPr lang="en-US" altLang="ja-JP" sz="2000" i="1">
                              <a:solidFill>
                                <a:schemeClr val="tx1">
                                  <a:lumMod val="90000"/>
                                  <a:lumOff val="10000"/>
                                </a:schemeClr>
                              </a:solidFill>
                              <a:latin typeface="Cambria Math" panose="02040503050406030204" pitchFamily="18" charset="0"/>
                            </a:rPr>
                            <m:t>−2</m:t>
                          </m:r>
                        </m:sub>
                      </m:sSub>
                      <m:r>
                        <a:rPr lang="en-US" altLang="ja-JP" sz="2000" i="1">
                          <a:solidFill>
                            <a:schemeClr val="tx1">
                              <a:lumMod val="90000"/>
                              <a:lumOff val="10000"/>
                            </a:schemeClr>
                          </a:solidFill>
                          <a:latin typeface="Cambria Math" panose="02040503050406030204" pitchFamily="18" charset="0"/>
                        </a:rPr>
                        <m:t>=</m:t>
                      </m:r>
                      <m:sSub>
                        <m:sSubPr>
                          <m:ctrlPr>
                            <a:rPr lang="en-US" altLang="ja-JP" sz="2000" i="1">
                              <a:solidFill>
                                <a:schemeClr val="tx1">
                                  <a:lumMod val="90000"/>
                                  <a:lumOff val="10000"/>
                                </a:schemeClr>
                              </a:solidFill>
                              <a:latin typeface="Cambria Math" panose="02040503050406030204" pitchFamily="18" charset="0"/>
                            </a:rPr>
                          </m:ctrlPr>
                        </m:sSubPr>
                        <m:e>
                          <m:r>
                            <a:rPr lang="en-US" altLang="ja-JP" sz="2000" i="1">
                              <a:solidFill>
                                <a:schemeClr val="tx1">
                                  <a:lumMod val="90000"/>
                                  <a:lumOff val="10000"/>
                                </a:schemeClr>
                              </a:solidFill>
                              <a:latin typeface="Cambria Math" panose="02040503050406030204" pitchFamily="18" charset="0"/>
                            </a:rPr>
                            <m:t>𝑢</m:t>
                          </m:r>
                        </m:e>
                        <m:sub>
                          <m:r>
                            <a:rPr lang="en-US" altLang="ja-JP" sz="2000" i="1">
                              <a:solidFill>
                                <a:schemeClr val="tx1">
                                  <a:lumMod val="90000"/>
                                  <a:lumOff val="10000"/>
                                </a:schemeClr>
                              </a:solidFill>
                              <a:latin typeface="Cambria Math" panose="02040503050406030204" pitchFamily="18" charset="0"/>
                            </a:rPr>
                            <m:t>𝑛</m:t>
                          </m:r>
                          <m:r>
                            <a:rPr lang="en-US" altLang="ja-JP" sz="2000" i="1">
                              <a:solidFill>
                                <a:schemeClr val="tx1">
                                  <a:lumMod val="90000"/>
                                  <a:lumOff val="10000"/>
                                </a:schemeClr>
                              </a:solidFill>
                              <a:latin typeface="Cambria Math" panose="02040503050406030204" pitchFamily="18" charset="0"/>
                            </a:rPr>
                            <m:t>−2</m:t>
                          </m:r>
                        </m:sub>
                      </m:sSub>
                      <m:r>
                        <a:rPr lang="en-US" altLang="ja-JP" sz="2000" i="1">
                          <a:solidFill>
                            <a:schemeClr val="tx1">
                              <a:lumMod val="90000"/>
                              <a:lumOff val="10000"/>
                            </a:schemeClr>
                          </a:solidFill>
                          <a:latin typeface="Cambria Math" panose="02040503050406030204" pitchFamily="18" charset="0"/>
                        </a:rPr>
                        <m:t>−</m:t>
                      </m:r>
                      <m:sSub>
                        <m:sSubPr>
                          <m:ctrlPr>
                            <a:rPr lang="en-US" altLang="ja-JP" sz="2000" i="1">
                              <a:solidFill>
                                <a:schemeClr val="tx1">
                                  <a:lumMod val="90000"/>
                                  <a:lumOff val="10000"/>
                                </a:schemeClr>
                              </a:solidFill>
                              <a:latin typeface="Cambria Math" panose="02040503050406030204" pitchFamily="18" charset="0"/>
                            </a:rPr>
                          </m:ctrlPr>
                        </m:sSubPr>
                        <m:e>
                          <m:r>
                            <a:rPr lang="en-US" altLang="ja-JP" sz="2000" i="1">
                              <a:solidFill>
                                <a:schemeClr val="tx1">
                                  <a:lumMod val="90000"/>
                                  <a:lumOff val="10000"/>
                                </a:schemeClr>
                              </a:solidFill>
                              <a:latin typeface="Cambria Math" panose="02040503050406030204" pitchFamily="18" charset="0"/>
                            </a:rPr>
                            <m:t>𝑢</m:t>
                          </m:r>
                        </m:e>
                        <m:sub>
                          <m:r>
                            <a:rPr lang="en-US" altLang="ja-JP" sz="2000" i="1">
                              <a:solidFill>
                                <a:schemeClr val="tx1">
                                  <a:lumMod val="90000"/>
                                  <a:lumOff val="10000"/>
                                </a:schemeClr>
                              </a:solidFill>
                              <a:latin typeface="Cambria Math" panose="02040503050406030204" pitchFamily="18" charset="0"/>
                            </a:rPr>
                            <m:t>𝑛</m:t>
                          </m:r>
                          <m:r>
                            <a:rPr lang="en-US" altLang="ja-JP" sz="2000" i="1">
                              <a:solidFill>
                                <a:schemeClr val="tx1">
                                  <a:lumMod val="90000"/>
                                  <a:lumOff val="10000"/>
                                </a:schemeClr>
                              </a:solidFill>
                              <a:latin typeface="Cambria Math" panose="02040503050406030204" pitchFamily="18" charset="0"/>
                            </a:rPr>
                            <m:t>−3</m:t>
                          </m:r>
                        </m:sub>
                      </m:sSub>
                      <m:r>
                        <a:rPr lang="en-US" altLang="ja-JP" sz="2000" i="1">
                          <a:solidFill>
                            <a:schemeClr val="tx1">
                              <a:lumMod val="90000"/>
                              <a:lumOff val="10000"/>
                            </a:schemeClr>
                          </a:solidFill>
                          <a:latin typeface="Cambria Math" panose="02040503050406030204" pitchFamily="18" charset="0"/>
                        </a:rPr>
                        <m:t>+</m:t>
                      </m:r>
                      <m:sSub>
                        <m:sSubPr>
                          <m:ctrlPr>
                            <a:rPr lang="en-US" altLang="ja-JP" sz="2000" i="1">
                              <a:solidFill>
                                <a:schemeClr val="tx1">
                                  <a:lumMod val="90000"/>
                                  <a:lumOff val="10000"/>
                                </a:schemeClr>
                              </a:solidFill>
                              <a:latin typeface="Cambria Math" panose="02040503050406030204" pitchFamily="18" charset="0"/>
                            </a:rPr>
                          </m:ctrlPr>
                        </m:sSubPr>
                        <m:e>
                          <m:r>
                            <a:rPr lang="en-US" altLang="ja-JP" sz="2000" i="1">
                              <a:solidFill>
                                <a:schemeClr val="tx1">
                                  <a:lumMod val="90000"/>
                                  <a:lumOff val="10000"/>
                                </a:schemeClr>
                              </a:solidFill>
                              <a:latin typeface="Cambria Math" panose="02040503050406030204" pitchFamily="18" charset="0"/>
                            </a:rPr>
                            <m:t>𝑒</m:t>
                          </m:r>
                        </m:e>
                        <m:sub>
                          <m:r>
                            <a:rPr lang="en-US" altLang="ja-JP" sz="2000" i="1">
                              <a:solidFill>
                                <a:schemeClr val="tx1">
                                  <a:lumMod val="90000"/>
                                  <a:lumOff val="10000"/>
                                </a:schemeClr>
                              </a:solidFill>
                              <a:latin typeface="Cambria Math" panose="02040503050406030204" pitchFamily="18" charset="0"/>
                            </a:rPr>
                            <m:t>𝑛</m:t>
                          </m:r>
                          <m:r>
                            <a:rPr lang="en-US" altLang="ja-JP" sz="2000" i="1">
                              <a:solidFill>
                                <a:schemeClr val="tx1">
                                  <a:lumMod val="90000"/>
                                  <a:lumOff val="10000"/>
                                </a:schemeClr>
                              </a:solidFill>
                              <a:latin typeface="Cambria Math" panose="02040503050406030204" pitchFamily="18" charset="0"/>
                            </a:rPr>
                            <m:t>−2</m:t>
                          </m:r>
                        </m:sub>
                      </m:sSub>
                      <m:r>
                        <a:rPr lang="en-US" altLang="ja-JP" sz="2000" i="1">
                          <a:solidFill>
                            <a:schemeClr val="tx1">
                              <a:lumMod val="90000"/>
                              <a:lumOff val="10000"/>
                            </a:schemeClr>
                          </a:solidFill>
                          <a:latin typeface="Cambria Math" panose="02040503050406030204" pitchFamily="18" charset="0"/>
                        </a:rPr>
                        <m:t>−</m:t>
                      </m:r>
                      <m:sSub>
                        <m:sSubPr>
                          <m:ctrlPr>
                            <a:rPr lang="en-US" altLang="ja-JP" sz="2000" i="1">
                              <a:solidFill>
                                <a:schemeClr val="tx1">
                                  <a:lumMod val="90000"/>
                                  <a:lumOff val="10000"/>
                                </a:schemeClr>
                              </a:solidFill>
                              <a:latin typeface="Cambria Math" panose="02040503050406030204" pitchFamily="18" charset="0"/>
                            </a:rPr>
                          </m:ctrlPr>
                        </m:sSubPr>
                        <m:e>
                          <m:r>
                            <a:rPr lang="en-US" altLang="ja-JP" sz="2000" i="1">
                              <a:solidFill>
                                <a:schemeClr val="tx1">
                                  <a:lumMod val="90000"/>
                                  <a:lumOff val="10000"/>
                                </a:schemeClr>
                              </a:solidFill>
                              <a:latin typeface="Cambria Math" panose="02040503050406030204" pitchFamily="18" charset="0"/>
                            </a:rPr>
                            <m:t>𝑒</m:t>
                          </m:r>
                        </m:e>
                        <m:sub>
                          <m:r>
                            <a:rPr lang="en-US" altLang="ja-JP" sz="2000" i="1">
                              <a:solidFill>
                                <a:schemeClr val="tx1">
                                  <a:lumMod val="90000"/>
                                  <a:lumOff val="10000"/>
                                </a:schemeClr>
                              </a:solidFill>
                              <a:latin typeface="Cambria Math" panose="02040503050406030204" pitchFamily="18" charset="0"/>
                            </a:rPr>
                            <m:t>𝑛</m:t>
                          </m:r>
                          <m:r>
                            <a:rPr lang="en-US" altLang="ja-JP" sz="2000" i="1">
                              <a:solidFill>
                                <a:schemeClr val="tx1">
                                  <a:lumMod val="90000"/>
                                  <a:lumOff val="10000"/>
                                </a:schemeClr>
                              </a:solidFill>
                              <a:latin typeface="Cambria Math" panose="02040503050406030204" pitchFamily="18" charset="0"/>
                            </a:rPr>
                            <m:t>−3</m:t>
                          </m:r>
                        </m:sub>
                      </m:sSub>
                    </m:oMath>
                  </m:oMathPara>
                </a14:m>
                <a:endParaRPr lang="ja-JP" altLang="en-US" sz="2000" dirty="0">
                  <a:solidFill>
                    <a:schemeClr val="tx1">
                      <a:lumMod val="90000"/>
                      <a:lumOff val="10000"/>
                    </a:schemeClr>
                  </a:solidFill>
                </a:endParaRPr>
              </a:p>
              <a:p>
                <a:pPr/>
                <a14:m>
                  <m:oMathPara xmlns:m="http://schemas.openxmlformats.org/officeDocument/2006/math">
                    <m:oMath>
                      <m:sSub>
                        <m:sSubPr>
                          <m:ctrlPr>
                            <a:rPr lang="en-US" altLang="ja-JP" sz="2000" i="1">
                              <a:solidFill>
                                <a:schemeClr val="tx1">
                                  <a:lumMod val="90000"/>
                                  <a:lumOff val="10000"/>
                                </a:schemeClr>
                              </a:solidFill>
                              <a:latin typeface="Cambria Math" panose="02040503050406030204" pitchFamily="18" charset="0"/>
                            </a:rPr>
                          </m:ctrlPr>
                        </m:sSubPr>
                        <m:e>
                          <m:r>
                            <a:rPr lang="en-US" altLang="ja-JP" sz="2000" i="1">
                              <a:solidFill>
                                <a:schemeClr val="tx1">
                                  <a:lumMod val="90000"/>
                                  <a:lumOff val="10000"/>
                                </a:schemeClr>
                              </a:solidFill>
                              <a:latin typeface="Cambria Math" panose="02040503050406030204" pitchFamily="18" charset="0"/>
                            </a:rPr>
                            <m:t>𝑦</m:t>
                          </m:r>
                        </m:e>
                        <m:sub>
                          <m:r>
                            <a:rPr lang="en-US" altLang="ja-JP" sz="2000" i="1">
                              <a:solidFill>
                                <a:schemeClr val="tx1">
                                  <a:lumMod val="90000"/>
                                  <a:lumOff val="10000"/>
                                </a:schemeClr>
                              </a:solidFill>
                              <a:latin typeface="Cambria Math" panose="02040503050406030204" pitchFamily="18" charset="0"/>
                            </a:rPr>
                            <m:t>𝑛</m:t>
                          </m:r>
                          <m:r>
                            <a:rPr lang="en-US" altLang="ja-JP" sz="2000" i="1">
                              <a:solidFill>
                                <a:schemeClr val="tx1">
                                  <a:lumMod val="90000"/>
                                  <a:lumOff val="10000"/>
                                </a:schemeClr>
                              </a:solidFill>
                              <a:latin typeface="Cambria Math" panose="02040503050406030204" pitchFamily="18" charset="0"/>
                            </a:rPr>
                            <m:t>−3</m:t>
                          </m:r>
                        </m:sub>
                      </m:sSub>
                      <m:r>
                        <a:rPr lang="en-US" altLang="ja-JP" sz="2000" i="1">
                          <a:solidFill>
                            <a:schemeClr val="tx1">
                              <a:lumMod val="90000"/>
                              <a:lumOff val="10000"/>
                            </a:schemeClr>
                          </a:solidFill>
                          <a:latin typeface="Cambria Math" panose="02040503050406030204" pitchFamily="18" charset="0"/>
                        </a:rPr>
                        <m:t>=</m:t>
                      </m:r>
                      <m:sSub>
                        <m:sSubPr>
                          <m:ctrlPr>
                            <a:rPr lang="en-US" altLang="ja-JP" sz="2000" i="1">
                              <a:solidFill>
                                <a:schemeClr val="tx1">
                                  <a:lumMod val="90000"/>
                                  <a:lumOff val="10000"/>
                                </a:schemeClr>
                              </a:solidFill>
                              <a:latin typeface="Cambria Math" panose="02040503050406030204" pitchFamily="18" charset="0"/>
                            </a:rPr>
                          </m:ctrlPr>
                        </m:sSubPr>
                        <m:e>
                          <m:r>
                            <a:rPr lang="en-US" altLang="ja-JP" sz="2000" i="1">
                              <a:solidFill>
                                <a:schemeClr val="tx1">
                                  <a:lumMod val="90000"/>
                                  <a:lumOff val="10000"/>
                                </a:schemeClr>
                              </a:solidFill>
                              <a:latin typeface="Cambria Math" panose="02040503050406030204" pitchFamily="18" charset="0"/>
                            </a:rPr>
                            <m:t>𝑢</m:t>
                          </m:r>
                        </m:e>
                        <m:sub>
                          <m:r>
                            <a:rPr lang="en-US" altLang="ja-JP" sz="2000" i="1">
                              <a:solidFill>
                                <a:schemeClr val="tx1">
                                  <a:lumMod val="90000"/>
                                  <a:lumOff val="10000"/>
                                </a:schemeClr>
                              </a:solidFill>
                              <a:latin typeface="Cambria Math" panose="02040503050406030204" pitchFamily="18" charset="0"/>
                            </a:rPr>
                            <m:t>𝑛</m:t>
                          </m:r>
                          <m:r>
                            <a:rPr lang="en-US" altLang="ja-JP" sz="2000" i="1">
                              <a:solidFill>
                                <a:schemeClr val="tx1">
                                  <a:lumMod val="90000"/>
                                  <a:lumOff val="10000"/>
                                </a:schemeClr>
                              </a:solidFill>
                              <a:latin typeface="Cambria Math" panose="02040503050406030204" pitchFamily="18" charset="0"/>
                            </a:rPr>
                            <m:t>−3</m:t>
                          </m:r>
                        </m:sub>
                      </m:sSub>
                      <m:r>
                        <a:rPr lang="en-US" altLang="ja-JP" sz="2000" i="1">
                          <a:solidFill>
                            <a:schemeClr val="tx1">
                              <a:lumMod val="90000"/>
                              <a:lumOff val="10000"/>
                            </a:schemeClr>
                          </a:solidFill>
                          <a:latin typeface="Cambria Math" panose="02040503050406030204" pitchFamily="18" charset="0"/>
                        </a:rPr>
                        <m:t>−</m:t>
                      </m:r>
                      <m:sSub>
                        <m:sSubPr>
                          <m:ctrlPr>
                            <a:rPr lang="en-US" altLang="ja-JP" sz="2000" i="1">
                              <a:solidFill>
                                <a:schemeClr val="tx1">
                                  <a:lumMod val="90000"/>
                                  <a:lumOff val="10000"/>
                                </a:schemeClr>
                              </a:solidFill>
                              <a:latin typeface="Cambria Math" panose="02040503050406030204" pitchFamily="18" charset="0"/>
                            </a:rPr>
                          </m:ctrlPr>
                        </m:sSubPr>
                        <m:e>
                          <m:r>
                            <a:rPr lang="en-US" altLang="ja-JP" sz="2000" i="1">
                              <a:solidFill>
                                <a:schemeClr val="tx1">
                                  <a:lumMod val="90000"/>
                                  <a:lumOff val="10000"/>
                                </a:schemeClr>
                              </a:solidFill>
                              <a:latin typeface="Cambria Math" panose="02040503050406030204" pitchFamily="18" charset="0"/>
                            </a:rPr>
                            <m:t>𝑢</m:t>
                          </m:r>
                        </m:e>
                        <m:sub>
                          <m:r>
                            <a:rPr lang="en-US" altLang="ja-JP" sz="2000" i="1">
                              <a:solidFill>
                                <a:schemeClr val="tx1">
                                  <a:lumMod val="90000"/>
                                  <a:lumOff val="10000"/>
                                </a:schemeClr>
                              </a:solidFill>
                              <a:latin typeface="Cambria Math" panose="02040503050406030204" pitchFamily="18" charset="0"/>
                            </a:rPr>
                            <m:t>𝑛</m:t>
                          </m:r>
                          <m:r>
                            <a:rPr lang="en-US" altLang="ja-JP" sz="2000" i="1">
                              <a:solidFill>
                                <a:schemeClr val="tx1">
                                  <a:lumMod val="90000"/>
                                  <a:lumOff val="10000"/>
                                </a:schemeClr>
                              </a:solidFill>
                              <a:latin typeface="Cambria Math" panose="02040503050406030204" pitchFamily="18" charset="0"/>
                            </a:rPr>
                            <m:t>−4</m:t>
                          </m:r>
                        </m:sub>
                      </m:sSub>
                      <m:r>
                        <a:rPr lang="en-US" altLang="ja-JP" sz="2000" i="1">
                          <a:solidFill>
                            <a:schemeClr val="tx1">
                              <a:lumMod val="90000"/>
                              <a:lumOff val="10000"/>
                            </a:schemeClr>
                          </a:solidFill>
                          <a:latin typeface="Cambria Math" panose="02040503050406030204" pitchFamily="18" charset="0"/>
                        </a:rPr>
                        <m:t>+</m:t>
                      </m:r>
                      <m:sSub>
                        <m:sSubPr>
                          <m:ctrlPr>
                            <a:rPr lang="en-US" altLang="ja-JP" sz="2000" i="1">
                              <a:solidFill>
                                <a:schemeClr val="tx1">
                                  <a:lumMod val="90000"/>
                                  <a:lumOff val="10000"/>
                                </a:schemeClr>
                              </a:solidFill>
                              <a:latin typeface="Cambria Math" panose="02040503050406030204" pitchFamily="18" charset="0"/>
                            </a:rPr>
                          </m:ctrlPr>
                        </m:sSubPr>
                        <m:e>
                          <m:r>
                            <a:rPr lang="en-US" altLang="ja-JP" sz="2000" i="1">
                              <a:solidFill>
                                <a:schemeClr val="tx1">
                                  <a:lumMod val="90000"/>
                                  <a:lumOff val="10000"/>
                                </a:schemeClr>
                              </a:solidFill>
                              <a:latin typeface="Cambria Math" panose="02040503050406030204" pitchFamily="18" charset="0"/>
                            </a:rPr>
                            <m:t>𝑒</m:t>
                          </m:r>
                        </m:e>
                        <m:sub>
                          <m:r>
                            <a:rPr lang="en-US" altLang="ja-JP" sz="2000" i="1">
                              <a:solidFill>
                                <a:schemeClr val="tx1">
                                  <a:lumMod val="90000"/>
                                  <a:lumOff val="10000"/>
                                </a:schemeClr>
                              </a:solidFill>
                              <a:latin typeface="Cambria Math" panose="02040503050406030204" pitchFamily="18" charset="0"/>
                            </a:rPr>
                            <m:t>𝑛</m:t>
                          </m:r>
                          <m:r>
                            <a:rPr lang="en-US" altLang="ja-JP" sz="2000" i="1">
                              <a:solidFill>
                                <a:schemeClr val="tx1">
                                  <a:lumMod val="90000"/>
                                  <a:lumOff val="10000"/>
                                </a:schemeClr>
                              </a:solidFill>
                              <a:latin typeface="Cambria Math" panose="02040503050406030204" pitchFamily="18" charset="0"/>
                            </a:rPr>
                            <m:t>−3</m:t>
                          </m:r>
                        </m:sub>
                      </m:sSub>
                      <m:r>
                        <a:rPr lang="en-US" altLang="ja-JP" sz="2000" i="1">
                          <a:solidFill>
                            <a:schemeClr val="tx1">
                              <a:lumMod val="90000"/>
                              <a:lumOff val="10000"/>
                            </a:schemeClr>
                          </a:solidFill>
                          <a:latin typeface="Cambria Math" panose="02040503050406030204" pitchFamily="18" charset="0"/>
                        </a:rPr>
                        <m:t>−</m:t>
                      </m:r>
                      <m:sSub>
                        <m:sSubPr>
                          <m:ctrlPr>
                            <a:rPr lang="en-US" altLang="ja-JP" sz="2000" i="1">
                              <a:solidFill>
                                <a:schemeClr val="tx1">
                                  <a:lumMod val="90000"/>
                                  <a:lumOff val="10000"/>
                                </a:schemeClr>
                              </a:solidFill>
                              <a:latin typeface="Cambria Math" panose="02040503050406030204" pitchFamily="18" charset="0"/>
                            </a:rPr>
                          </m:ctrlPr>
                        </m:sSubPr>
                        <m:e>
                          <m:r>
                            <a:rPr lang="en-US" altLang="ja-JP" sz="2000" i="1">
                              <a:solidFill>
                                <a:schemeClr val="tx1">
                                  <a:lumMod val="90000"/>
                                  <a:lumOff val="10000"/>
                                </a:schemeClr>
                              </a:solidFill>
                              <a:latin typeface="Cambria Math" panose="02040503050406030204" pitchFamily="18" charset="0"/>
                            </a:rPr>
                            <m:t>𝑒</m:t>
                          </m:r>
                        </m:e>
                        <m:sub>
                          <m:r>
                            <a:rPr lang="en-US" altLang="ja-JP" sz="2000" i="1">
                              <a:solidFill>
                                <a:schemeClr val="tx1">
                                  <a:lumMod val="90000"/>
                                  <a:lumOff val="10000"/>
                                </a:schemeClr>
                              </a:solidFill>
                              <a:latin typeface="Cambria Math" panose="02040503050406030204" pitchFamily="18" charset="0"/>
                            </a:rPr>
                            <m:t>𝑛</m:t>
                          </m:r>
                          <m:r>
                            <a:rPr lang="en-US" altLang="ja-JP" sz="2000" i="1">
                              <a:solidFill>
                                <a:schemeClr val="tx1">
                                  <a:lumMod val="90000"/>
                                  <a:lumOff val="10000"/>
                                </a:schemeClr>
                              </a:solidFill>
                              <a:latin typeface="Cambria Math" panose="02040503050406030204" pitchFamily="18" charset="0"/>
                            </a:rPr>
                            <m:t>−4</m:t>
                          </m:r>
                        </m:sub>
                      </m:sSub>
                    </m:oMath>
                  </m:oMathPara>
                </a14:m>
                <a:endParaRPr lang="ja-JP" altLang="en-US" sz="2000" dirty="0">
                  <a:solidFill>
                    <a:schemeClr val="tx1">
                      <a:lumMod val="90000"/>
                      <a:lumOff val="10000"/>
                    </a:schemeClr>
                  </a:solidFill>
                </a:endParaRPr>
              </a:p>
              <a:p>
                <a:pPr/>
                <a14:m>
                  <m:oMathPara xmlns:m="http://schemas.openxmlformats.org/officeDocument/2006/math">
                    <m:oMath>
                      <m:sSub>
                        <m:sSubPr>
                          <m:ctrlPr>
                            <a:rPr lang="en-US" altLang="ja-JP" sz="2000" i="1">
                              <a:solidFill>
                                <a:schemeClr val="tx1">
                                  <a:lumMod val="90000"/>
                                  <a:lumOff val="10000"/>
                                </a:schemeClr>
                              </a:solidFill>
                              <a:latin typeface="Cambria Math" panose="02040503050406030204" pitchFamily="18" charset="0"/>
                            </a:rPr>
                          </m:ctrlPr>
                        </m:sSubPr>
                        <m:e>
                          <m:r>
                            <a:rPr lang="en-US" altLang="ja-JP" sz="2000" i="1">
                              <a:solidFill>
                                <a:schemeClr val="tx1">
                                  <a:lumMod val="90000"/>
                                  <a:lumOff val="10000"/>
                                </a:schemeClr>
                              </a:solidFill>
                              <a:latin typeface="Cambria Math" panose="02040503050406030204" pitchFamily="18" charset="0"/>
                            </a:rPr>
                            <m:t>𝑦</m:t>
                          </m:r>
                        </m:e>
                        <m:sub>
                          <m:r>
                            <a:rPr lang="en-US" altLang="ja-JP" sz="2000" i="1">
                              <a:solidFill>
                                <a:schemeClr val="tx1">
                                  <a:lumMod val="90000"/>
                                  <a:lumOff val="10000"/>
                                </a:schemeClr>
                              </a:solidFill>
                              <a:latin typeface="Cambria Math" panose="02040503050406030204" pitchFamily="18" charset="0"/>
                            </a:rPr>
                            <m:t>𝑛</m:t>
                          </m:r>
                          <m:r>
                            <a:rPr lang="en-US" altLang="ja-JP" sz="2000" i="1">
                              <a:solidFill>
                                <a:schemeClr val="tx1">
                                  <a:lumMod val="90000"/>
                                  <a:lumOff val="10000"/>
                                </a:schemeClr>
                              </a:solidFill>
                              <a:latin typeface="Cambria Math" panose="02040503050406030204" pitchFamily="18" charset="0"/>
                            </a:rPr>
                            <m:t>−4</m:t>
                          </m:r>
                        </m:sub>
                      </m:sSub>
                      <m:r>
                        <a:rPr lang="en-US" altLang="ja-JP" sz="2000" i="1">
                          <a:solidFill>
                            <a:schemeClr val="tx1">
                              <a:lumMod val="90000"/>
                              <a:lumOff val="10000"/>
                            </a:schemeClr>
                          </a:solidFill>
                          <a:latin typeface="Cambria Math" panose="02040503050406030204" pitchFamily="18" charset="0"/>
                        </a:rPr>
                        <m:t>=</m:t>
                      </m:r>
                      <m:sSub>
                        <m:sSubPr>
                          <m:ctrlPr>
                            <a:rPr lang="en-US" altLang="ja-JP" sz="2000" i="1">
                              <a:solidFill>
                                <a:schemeClr val="tx1">
                                  <a:lumMod val="90000"/>
                                  <a:lumOff val="10000"/>
                                </a:schemeClr>
                              </a:solidFill>
                              <a:latin typeface="Cambria Math" panose="02040503050406030204" pitchFamily="18" charset="0"/>
                            </a:rPr>
                          </m:ctrlPr>
                        </m:sSubPr>
                        <m:e>
                          <m:r>
                            <a:rPr lang="en-US" altLang="ja-JP" sz="2000" i="1">
                              <a:solidFill>
                                <a:schemeClr val="tx1">
                                  <a:lumMod val="90000"/>
                                  <a:lumOff val="10000"/>
                                </a:schemeClr>
                              </a:solidFill>
                              <a:latin typeface="Cambria Math" panose="02040503050406030204" pitchFamily="18" charset="0"/>
                            </a:rPr>
                            <m:t>𝑢</m:t>
                          </m:r>
                        </m:e>
                        <m:sub>
                          <m:r>
                            <a:rPr lang="en-US" altLang="ja-JP" sz="2000" i="1">
                              <a:solidFill>
                                <a:schemeClr val="tx1">
                                  <a:lumMod val="90000"/>
                                  <a:lumOff val="10000"/>
                                </a:schemeClr>
                              </a:solidFill>
                              <a:latin typeface="Cambria Math" panose="02040503050406030204" pitchFamily="18" charset="0"/>
                            </a:rPr>
                            <m:t>𝑛</m:t>
                          </m:r>
                          <m:r>
                            <a:rPr lang="en-US" altLang="ja-JP" sz="2000" i="1">
                              <a:solidFill>
                                <a:schemeClr val="tx1">
                                  <a:lumMod val="90000"/>
                                  <a:lumOff val="10000"/>
                                </a:schemeClr>
                              </a:solidFill>
                              <a:latin typeface="Cambria Math" panose="02040503050406030204" pitchFamily="18" charset="0"/>
                            </a:rPr>
                            <m:t>−4</m:t>
                          </m:r>
                        </m:sub>
                      </m:sSub>
                      <m:r>
                        <a:rPr lang="en-US" altLang="ja-JP" sz="2000" i="1">
                          <a:solidFill>
                            <a:schemeClr val="tx1">
                              <a:lumMod val="90000"/>
                              <a:lumOff val="10000"/>
                            </a:schemeClr>
                          </a:solidFill>
                          <a:latin typeface="Cambria Math" panose="02040503050406030204" pitchFamily="18" charset="0"/>
                        </a:rPr>
                        <m:t>−</m:t>
                      </m:r>
                      <m:sSub>
                        <m:sSubPr>
                          <m:ctrlPr>
                            <a:rPr lang="en-US" altLang="ja-JP" sz="2000" i="1">
                              <a:solidFill>
                                <a:schemeClr val="tx1">
                                  <a:lumMod val="90000"/>
                                  <a:lumOff val="10000"/>
                                </a:schemeClr>
                              </a:solidFill>
                              <a:latin typeface="Cambria Math" panose="02040503050406030204" pitchFamily="18" charset="0"/>
                            </a:rPr>
                          </m:ctrlPr>
                        </m:sSubPr>
                        <m:e>
                          <m:r>
                            <a:rPr lang="en-US" altLang="ja-JP" sz="2000" i="1">
                              <a:solidFill>
                                <a:schemeClr val="tx1">
                                  <a:lumMod val="90000"/>
                                  <a:lumOff val="10000"/>
                                </a:schemeClr>
                              </a:solidFill>
                              <a:latin typeface="Cambria Math" panose="02040503050406030204" pitchFamily="18" charset="0"/>
                            </a:rPr>
                            <m:t>𝑢</m:t>
                          </m:r>
                        </m:e>
                        <m:sub>
                          <m:r>
                            <a:rPr lang="en-US" altLang="ja-JP" sz="2000" i="1">
                              <a:solidFill>
                                <a:schemeClr val="tx1">
                                  <a:lumMod val="90000"/>
                                  <a:lumOff val="10000"/>
                                </a:schemeClr>
                              </a:solidFill>
                              <a:latin typeface="Cambria Math" panose="02040503050406030204" pitchFamily="18" charset="0"/>
                            </a:rPr>
                            <m:t>𝑛</m:t>
                          </m:r>
                          <m:r>
                            <a:rPr lang="en-US" altLang="ja-JP" sz="2000" i="1">
                              <a:solidFill>
                                <a:schemeClr val="tx1">
                                  <a:lumMod val="90000"/>
                                  <a:lumOff val="10000"/>
                                </a:schemeClr>
                              </a:solidFill>
                              <a:latin typeface="Cambria Math" panose="02040503050406030204" pitchFamily="18" charset="0"/>
                            </a:rPr>
                            <m:t>−5</m:t>
                          </m:r>
                        </m:sub>
                      </m:sSub>
                      <m:r>
                        <a:rPr lang="en-US" altLang="ja-JP" sz="2000" i="1">
                          <a:solidFill>
                            <a:schemeClr val="tx1">
                              <a:lumMod val="90000"/>
                              <a:lumOff val="10000"/>
                            </a:schemeClr>
                          </a:solidFill>
                          <a:latin typeface="Cambria Math" panose="02040503050406030204" pitchFamily="18" charset="0"/>
                        </a:rPr>
                        <m:t>+</m:t>
                      </m:r>
                      <m:sSub>
                        <m:sSubPr>
                          <m:ctrlPr>
                            <a:rPr lang="en-US" altLang="ja-JP" sz="2000" i="1">
                              <a:solidFill>
                                <a:schemeClr val="tx1">
                                  <a:lumMod val="90000"/>
                                  <a:lumOff val="10000"/>
                                </a:schemeClr>
                              </a:solidFill>
                              <a:latin typeface="Cambria Math" panose="02040503050406030204" pitchFamily="18" charset="0"/>
                            </a:rPr>
                          </m:ctrlPr>
                        </m:sSubPr>
                        <m:e>
                          <m:r>
                            <a:rPr lang="en-US" altLang="ja-JP" sz="2000" i="1">
                              <a:solidFill>
                                <a:schemeClr val="tx1">
                                  <a:lumMod val="90000"/>
                                  <a:lumOff val="10000"/>
                                </a:schemeClr>
                              </a:solidFill>
                              <a:latin typeface="Cambria Math" panose="02040503050406030204" pitchFamily="18" charset="0"/>
                            </a:rPr>
                            <m:t>𝑒</m:t>
                          </m:r>
                        </m:e>
                        <m:sub>
                          <m:r>
                            <a:rPr lang="en-US" altLang="ja-JP" sz="2000" i="1">
                              <a:solidFill>
                                <a:schemeClr val="tx1">
                                  <a:lumMod val="90000"/>
                                  <a:lumOff val="10000"/>
                                </a:schemeClr>
                              </a:solidFill>
                              <a:latin typeface="Cambria Math" panose="02040503050406030204" pitchFamily="18" charset="0"/>
                            </a:rPr>
                            <m:t>𝑛</m:t>
                          </m:r>
                          <m:r>
                            <a:rPr lang="en-US" altLang="ja-JP" sz="2000" i="1">
                              <a:solidFill>
                                <a:schemeClr val="tx1">
                                  <a:lumMod val="90000"/>
                                  <a:lumOff val="10000"/>
                                </a:schemeClr>
                              </a:solidFill>
                              <a:latin typeface="Cambria Math" panose="02040503050406030204" pitchFamily="18" charset="0"/>
                            </a:rPr>
                            <m:t>−4</m:t>
                          </m:r>
                        </m:sub>
                      </m:sSub>
                      <m:r>
                        <a:rPr lang="en-US" altLang="ja-JP" sz="2000" i="1">
                          <a:solidFill>
                            <a:schemeClr val="tx1">
                              <a:lumMod val="90000"/>
                              <a:lumOff val="10000"/>
                            </a:schemeClr>
                          </a:solidFill>
                          <a:latin typeface="Cambria Math" panose="02040503050406030204" pitchFamily="18" charset="0"/>
                        </a:rPr>
                        <m:t>−</m:t>
                      </m:r>
                      <m:sSub>
                        <m:sSubPr>
                          <m:ctrlPr>
                            <a:rPr lang="en-US" altLang="ja-JP" sz="2000" i="1">
                              <a:solidFill>
                                <a:schemeClr val="tx1">
                                  <a:lumMod val="90000"/>
                                  <a:lumOff val="10000"/>
                                </a:schemeClr>
                              </a:solidFill>
                              <a:latin typeface="Cambria Math" panose="02040503050406030204" pitchFamily="18" charset="0"/>
                            </a:rPr>
                          </m:ctrlPr>
                        </m:sSubPr>
                        <m:e>
                          <m:r>
                            <a:rPr lang="en-US" altLang="ja-JP" sz="2000" i="1">
                              <a:solidFill>
                                <a:schemeClr val="tx1">
                                  <a:lumMod val="90000"/>
                                  <a:lumOff val="10000"/>
                                </a:schemeClr>
                              </a:solidFill>
                              <a:latin typeface="Cambria Math" panose="02040503050406030204" pitchFamily="18" charset="0"/>
                            </a:rPr>
                            <m:t>𝑒</m:t>
                          </m:r>
                        </m:e>
                        <m:sub>
                          <m:r>
                            <a:rPr lang="en-US" altLang="ja-JP" sz="2000" i="1">
                              <a:solidFill>
                                <a:schemeClr val="tx1">
                                  <a:lumMod val="90000"/>
                                  <a:lumOff val="10000"/>
                                </a:schemeClr>
                              </a:solidFill>
                              <a:latin typeface="Cambria Math" panose="02040503050406030204" pitchFamily="18" charset="0"/>
                            </a:rPr>
                            <m:t>𝑛</m:t>
                          </m:r>
                          <m:r>
                            <a:rPr lang="en-US" altLang="ja-JP" sz="2000" i="1">
                              <a:solidFill>
                                <a:schemeClr val="tx1">
                                  <a:lumMod val="90000"/>
                                  <a:lumOff val="10000"/>
                                </a:schemeClr>
                              </a:solidFill>
                              <a:latin typeface="Cambria Math" panose="02040503050406030204" pitchFamily="18" charset="0"/>
                            </a:rPr>
                            <m:t>−5</m:t>
                          </m:r>
                        </m:sub>
                      </m:sSub>
                    </m:oMath>
                  </m:oMathPara>
                </a14:m>
                <a:endParaRPr lang="ja-JP" altLang="en-US" sz="2000" dirty="0">
                  <a:solidFill>
                    <a:schemeClr val="tx1">
                      <a:lumMod val="90000"/>
                      <a:lumOff val="10000"/>
                    </a:schemeClr>
                  </a:solidFill>
                </a:endParaRPr>
              </a:p>
              <a:p>
                <a:r>
                  <a:rPr lang="ja-JP" altLang="en-US" sz="2000" dirty="0">
                    <a:solidFill>
                      <a:schemeClr val="tx1">
                        <a:lumMod val="90000"/>
                        <a:lumOff val="10000"/>
                      </a:schemeClr>
                    </a:solidFill>
                  </a:rPr>
                  <a:t>となっていくので、結果として</a:t>
                </a:r>
                <a14:m>
                  <m:oMath xmlns:m="http://schemas.openxmlformats.org/officeDocument/2006/math">
                    <m:acc>
                      <m:accPr>
                        <m:chr m:val="̂"/>
                        <m:ctrlPr>
                          <a:rPr lang="en-US" altLang="ja-JP" sz="2000" i="1">
                            <a:solidFill>
                              <a:schemeClr val="tx1">
                                <a:lumMod val="90000"/>
                                <a:lumOff val="10000"/>
                              </a:schemeClr>
                            </a:solidFill>
                            <a:latin typeface="Cambria Math" panose="02040503050406030204" pitchFamily="18" charset="0"/>
                          </a:rPr>
                        </m:ctrlPr>
                      </m:accPr>
                      <m:e>
                        <m:r>
                          <a:rPr lang="en-US" altLang="ja-JP" sz="2000" i="1">
                            <a:solidFill>
                              <a:schemeClr val="tx1">
                                <a:lumMod val="90000"/>
                                <a:lumOff val="10000"/>
                              </a:schemeClr>
                            </a:solidFill>
                            <a:latin typeface="Cambria Math" panose="02040503050406030204" pitchFamily="18" charset="0"/>
                          </a:rPr>
                          <m:t>𝑢</m:t>
                        </m:r>
                      </m:e>
                    </m:acc>
                    <m:r>
                      <a:rPr lang="en-US" altLang="ja-JP" sz="2000" b="0" i="1" smtClean="0">
                        <a:solidFill>
                          <a:schemeClr val="tx1">
                            <a:lumMod val="90000"/>
                            <a:lumOff val="10000"/>
                          </a:schemeClr>
                        </a:solidFill>
                        <a:latin typeface="Cambria Math" panose="02040503050406030204" pitchFamily="18" charset="0"/>
                      </a:rPr>
                      <m:t>=</m:t>
                    </m:r>
                    <m:sSub>
                      <m:sSubPr>
                        <m:ctrlPr>
                          <a:rPr lang="en-US" altLang="ja-JP" sz="2000" b="0" i="1" smtClean="0">
                            <a:solidFill>
                              <a:schemeClr val="tx1">
                                <a:lumMod val="90000"/>
                                <a:lumOff val="10000"/>
                              </a:schemeClr>
                            </a:solidFill>
                            <a:latin typeface="Cambria Math" panose="02040503050406030204" pitchFamily="18" charset="0"/>
                          </a:rPr>
                        </m:ctrlPr>
                      </m:sSubPr>
                      <m:e>
                        <m:r>
                          <a:rPr lang="en-US" altLang="ja-JP" sz="2000" b="0" i="1" smtClean="0">
                            <a:solidFill>
                              <a:schemeClr val="tx1">
                                <a:lumMod val="90000"/>
                                <a:lumOff val="10000"/>
                              </a:schemeClr>
                            </a:solidFill>
                            <a:latin typeface="Cambria Math" panose="02040503050406030204" pitchFamily="18" charset="0"/>
                          </a:rPr>
                          <m:t>𝑢</m:t>
                        </m:r>
                      </m:e>
                      <m:sub>
                        <m:r>
                          <a:rPr lang="en-US" altLang="ja-JP" sz="2000" b="0" i="1" smtClean="0">
                            <a:solidFill>
                              <a:schemeClr val="tx1">
                                <a:lumMod val="90000"/>
                                <a:lumOff val="10000"/>
                              </a:schemeClr>
                            </a:solidFill>
                            <a:latin typeface="Cambria Math" panose="02040503050406030204" pitchFamily="18" charset="0"/>
                          </a:rPr>
                          <m:t>𝑛</m:t>
                        </m:r>
                      </m:sub>
                    </m:sSub>
                    <m:r>
                      <a:rPr lang="en-US" altLang="ja-JP" sz="2000" b="0" i="1" smtClean="0">
                        <a:solidFill>
                          <a:schemeClr val="tx1">
                            <a:lumMod val="90000"/>
                            <a:lumOff val="10000"/>
                          </a:schemeClr>
                        </a:solidFill>
                        <a:latin typeface="Cambria Math" panose="02040503050406030204" pitchFamily="18" charset="0"/>
                      </a:rPr>
                      <m:t>+</m:t>
                    </m:r>
                    <m:sSub>
                      <m:sSubPr>
                        <m:ctrlPr>
                          <a:rPr lang="en-US" altLang="ja-JP" sz="2000" b="0" i="1" smtClean="0">
                            <a:solidFill>
                              <a:schemeClr val="tx1">
                                <a:lumMod val="90000"/>
                                <a:lumOff val="10000"/>
                              </a:schemeClr>
                            </a:solidFill>
                            <a:latin typeface="Cambria Math" panose="02040503050406030204" pitchFamily="18" charset="0"/>
                          </a:rPr>
                        </m:ctrlPr>
                      </m:sSubPr>
                      <m:e>
                        <m:r>
                          <a:rPr lang="en-US" altLang="ja-JP" sz="2000" b="0" i="1" smtClean="0">
                            <a:solidFill>
                              <a:schemeClr val="tx1">
                                <a:lumMod val="90000"/>
                                <a:lumOff val="10000"/>
                              </a:schemeClr>
                            </a:solidFill>
                            <a:latin typeface="Cambria Math" panose="02040503050406030204" pitchFamily="18" charset="0"/>
                          </a:rPr>
                          <m:t>𝑒</m:t>
                        </m:r>
                      </m:e>
                      <m:sub>
                        <m:r>
                          <a:rPr lang="en-US" altLang="ja-JP" sz="2000" b="0" i="1" smtClean="0">
                            <a:solidFill>
                              <a:schemeClr val="tx1">
                                <a:lumMod val="90000"/>
                                <a:lumOff val="10000"/>
                              </a:schemeClr>
                            </a:solidFill>
                            <a:latin typeface="Cambria Math" panose="02040503050406030204" pitchFamily="18" charset="0"/>
                          </a:rPr>
                          <m:t>𝑛</m:t>
                        </m:r>
                      </m:sub>
                    </m:sSub>
                  </m:oMath>
                </a14:m>
                <a:r>
                  <a:rPr kumimoji="1" lang="ja-JP" altLang="en-US" sz="2000" dirty="0">
                    <a:solidFill>
                      <a:schemeClr val="tx1">
                        <a:lumMod val="90000"/>
                        <a:lumOff val="10000"/>
                      </a:schemeClr>
                    </a:solidFill>
                  </a:rPr>
                  <a:t>が出力される。</a:t>
                </a:r>
              </a:p>
            </p:txBody>
          </p:sp>
        </mc:Choice>
        <mc:Fallback xmlns="">
          <p:sp>
            <p:nvSpPr>
              <p:cNvPr id="28" name="テキスト ボックス 27">
                <a:extLst>
                  <a:ext uri="{FF2B5EF4-FFF2-40B4-BE49-F238E27FC236}">
                    <a16:creationId xmlns:a16="http://schemas.microsoft.com/office/drawing/2014/main" id="{859B90C4-A890-584C-4B38-A6C70F0F8659}"/>
                  </a:ext>
                </a:extLst>
              </p:cNvPr>
              <p:cNvSpPr txBox="1">
                <a:spLocks noRot="1" noChangeAspect="1" noMove="1" noResize="1" noEditPoints="1" noAdjustHandles="1" noChangeArrowheads="1" noChangeShapeType="1" noTextEdit="1"/>
              </p:cNvSpPr>
              <p:nvPr/>
            </p:nvSpPr>
            <p:spPr>
              <a:xfrm>
                <a:off x="4360601" y="1863394"/>
                <a:ext cx="6334555" cy="2154436"/>
              </a:xfrm>
              <a:prstGeom prst="rect">
                <a:avLst/>
              </a:prstGeom>
              <a:blipFill>
                <a:blip r:embed="rId5"/>
                <a:stretch>
                  <a:fillRect l="-2406" t="-4533" r="-1829" b="-5382"/>
                </a:stretch>
              </a:blipFill>
            </p:spPr>
            <p:txBody>
              <a:bodyPr/>
              <a:lstStyle/>
              <a:p>
                <a:r>
                  <a:rPr lang="ja-JP" altLang="en-US">
                    <a:noFill/>
                  </a:rPr>
                  <a:t> </a:t>
                </a:r>
              </a:p>
            </p:txBody>
          </p:sp>
        </mc:Fallback>
      </mc:AlternateContent>
      <p:cxnSp>
        <p:nvCxnSpPr>
          <p:cNvPr id="32" name="直線コネクタ 31">
            <a:extLst>
              <a:ext uri="{FF2B5EF4-FFF2-40B4-BE49-F238E27FC236}">
                <a16:creationId xmlns:a16="http://schemas.microsoft.com/office/drawing/2014/main" id="{8DA5B6E9-5A92-F0F1-D5E6-0BB00411DB97}"/>
              </a:ext>
            </a:extLst>
          </p:cNvPr>
          <p:cNvCxnSpPr/>
          <p:nvPr/>
        </p:nvCxnSpPr>
        <p:spPr>
          <a:xfrm flipH="1">
            <a:off x="6522720" y="2263140"/>
            <a:ext cx="1002030" cy="502468"/>
          </a:xfrm>
          <a:prstGeom prst="line">
            <a:avLst/>
          </a:prstGeom>
          <a:ln w="19050" cap="flat" cmpd="sng" algn="ctr">
            <a:solidFill>
              <a:schemeClr val="accent6"/>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33" name="直線コネクタ 32">
            <a:extLst>
              <a:ext uri="{FF2B5EF4-FFF2-40B4-BE49-F238E27FC236}">
                <a16:creationId xmlns:a16="http://schemas.microsoft.com/office/drawing/2014/main" id="{3BA5B46E-8154-77D5-CCE5-8D176B67B65B}"/>
              </a:ext>
            </a:extLst>
          </p:cNvPr>
          <p:cNvCxnSpPr/>
          <p:nvPr/>
        </p:nvCxnSpPr>
        <p:spPr>
          <a:xfrm flipH="1">
            <a:off x="6583680" y="2589719"/>
            <a:ext cx="1002030" cy="502468"/>
          </a:xfrm>
          <a:prstGeom prst="line">
            <a:avLst/>
          </a:prstGeom>
          <a:ln w="19050" cap="flat" cmpd="sng" algn="ctr">
            <a:solidFill>
              <a:schemeClr val="accent6"/>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34" name="直線コネクタ 33">
            <a:extLst>
              <a:ext uri="{FF2B5EF4-FFF2-40B4-BE49-F238E27FC236}">
                <a16:creationId xmlns:a16="http://schemas.microsoft.com/office/drawing/2014/main" id="{9C83D241-8457-9260-EFB0-AF0B8FA0E2C4}"/>
              </a:ext>
            </a:extLst>
          </p:cNvPr>
          <p:cNvCxnSpPr/>
          <p:nvPr/>
        </p:nvCxnSpPr>
        <p:spPr>
          <a:xfrm flipH="1">
            <a:off x="6583680" y="2889251"/>
            <a:ext cx="1002030" cy="502468"/>
          </a:xfrm>
          <a:prstGeom prst="line">
            <a:avLst/>
          </a:prstGeom>
          <a:ln w="19050" cap="flat" cmpd="sng" algn="ctr">
            <a:solidFill>
              <a:schemeClr val="accent6"/>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35" name="直線コネクタ 34">
            <a:extLst>
              <a:ext uri="{FF2B5EF4-FFF2-40B4-BE49-F238E27FC236}">
                <a16:creationId xmlns:a16="http://schemas.microsoft.com/office/drawing/2014/main" id="{FC4AFDB3-5E77-CEDD-23F6-E8AC72619FBC}"/>
              </a:ext>
            </a:extLst>
          </p:cNvPr>
          <p:cNvCxnSpPr/>
          <p:nvPr/>
        </p:nvCxnSpPr>
        <p:spPr>
          <a:xfrm flipH="1">
            <a:off x="6583680" y="3185612"/>
            <a:ext cx="1002030" cy="502468"/>
          </a:xfrm>
          <a:prstGeom prst="line">
            <a:avLst/>
          </a:prstGeom>
          <a:ln w="19050" cap="flat" cmpd="sng" algn="ctr">
            <a:solidFill>
              <a:schemeClr val="accent6"/>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36" name="直線コネクタ 35">
            <a:extLst>
              <a:ext uri="{FF2B5EF4-FFF2-40B4-BE49-F238E27FC236}">
                <a16:creationId xmlns:a16="http://schemas.microsoft.com/office/drawing/2014/main" id="{7CB8C36B-41A1-27ED-56E1-C1E7A9205081}"/>
              </a:ext>
            </a:extLst>
          </p:cNvPr>
          <p:cNvCxnSpPr/>
          <p:nvPr/>
        </p:nvCxnSpPr>
        <p:spPr>
          <a:xfrm flipH="1">
            <a:off x="8048580" y="2288038"/>
            <a:ext cx="1002030" cy="502468"/>
          </a:xfrm>
          <a:prstGeom prst="line">
            <a:avLst/>
          </a:prstGeom>
          <a:ln w="19050" cap="flat" cmpd="sng" algn="ctr">
            <a:solidFill>
              <a:schemeClr val="accent6"/>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37" name="直線コネクタ 36">
            <a:extLst>
              <a:ext uri="{FF2B5EF4-FFF2-40B4-BE49-F238E27FC236}">
                <a16:creationId xmlns:a16="http://schemas.microsoft.com/office/drawing/2014/main" id="{8B630C0B-49EB-4F59-1627-64782D8737AF}"/>
              </a:ext>
            </a:extLst>
          </p:cNvPr>
          <p:cNvCxnSpPr/>
          <p:nvPr/>
        </p:nvCxnSpPr>
        <p:spPr>
          <a:xfrm flipH="1">
            <a:off x="8204565" y="2580942"/>
            <a:ext cx="1002030" cy="502468"/>
          </a:xfrm>
          <a:prstGeom prst="line">
            <a:avLst/>
          </a:prstGeom>
          <a:ln w="19050" cap="flat" cmpd="sng" algn="ctr">
            <a:solidFill>
              <a:schemeClr val="accent6"/>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38" name="直線コネクタ 37">
            <a:extLst>
              <a:ext uri="{FF2B5EF4-FFF2-40B4-BE49-F238E27FC236}">
                <a16:creationId xmlns:a16="http://schemas.microsoft.com/office/drawing/2014/main" id="{F4A255A1-7BAE-A2D5-1D6E-140E343A607A}"/>
              </a:ext>
            </a:extLst>
          </p:cNvPr>
          <p:cNvCxnSpPr/>
          <p:nvPr/>
        </p:nvCxnSpPr>
        <p:spPr>
          <a:xfrm flipH="1">
            <a:off x="8204565" y="2889251"/>
            <a:ext cx="1002030" cy="502468"/>
          </a:xfrm>
          <a:prstGeom prst="line">
            <a:avLst/>
          </a:prstGeom>
          <a:ln w="19050" cap="flat" cmpd="sng" algn="ctr">
            <a:solidFill>
              <a:schemeClr val="accent6"/>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39" name="直線コネクタ 38">
            <a:extLst>
              <a:ext uri="{FF2B5EF4-FFF2-40B4-BE49-F238E27FC236}">
                <a16:creationId xmlns:a16="http://schemas.microsoft.com/office/drawing/2014/main" id="{3921C9F4-D45D-B3D2-DCA4-C0058EA9D76D}"/>
              </a:ext>
            </a:extLst>
          </p:cNvPr>
          <p:cNvCxnSpPr/>
          <p:nvPr/>
        </p:nvCxnSpPr>
        <p:spPr>
          <a:xfrm flipH="1">
            <a:off x="8204565" y="3215150"/>
            <a:ext cx="1002030" cy="502468"/>
          </a:xfrm>
          <a:prstGeom prst="line">
            <a:avLst/>
          </a:prstGeom>
          <a:ln w="19050" cap="flat" cmpd="sng" algn="ctr">
            <a:solidFill>
              <a:schemeClr val="accent6"/>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40" name="テキスト ボックス 39">
            <a:extLst>
              <a:ext uri="{FF2B5EF4-FFF2-40B4-BE49-F238E27FC236}">
                <a16:creationId xmlns:a16="http://schemas.microsoft.com/office/drawing/2014/main" id="{DADC6713-E476-0186-2C3D-2E89FBBA5390}"/>
              </a:ext>
            </a:extLst>
          </p:cNvPr>
          <p:cNvSpPr txBox="1"/>
          <p:nvPr/>
        </p:nvSpPr>
        <p:spPr>
          <a:xfrm>
            <a:off x="419100" y="4458079"/>
            <a:ext cx="11465125" cy="1569660"/>
          </a:xfrm>
          <a:prstGeom prst="rect">
            <a:avLst/>
          </a:prstGeom>
          <a:noFill/>
        </p:spPr>
        <p:txBody>
          <a:bodyPr wrap="square" rtlCol="0">
            <a:spAutoFit/>
          </a:bodyPr>
          <a:lstStyle/>
          <a:p>
            <a:pPr algn="l"/>
            <a:r>
              <a:rPr kumimoji="1" lang="ja-JP" altLang="en-US" sz="2400" dirty="0">
                <a:solidFill>
                  <a:schemeClr val="tx1">
                    <a:lumMod val="90000"/>
                    <a:lumOff val="10000"/>
                  </a:schemeClr>
                </a:solidFill>
              </a:rPr>
              <a:t>このように</a:t>
            </a:r>
            <a:r>
              <a:rPr kumimoji="1" lang="en-US" altLang="ja-JP" sz="2400" dirty="0">
                <a:solidFill>
                  <a:schemeClr val="tx1">
                    <a:lumMod val="90000"/>
                    <a:lumOff val="10000"/>
                  </a:schemeClr>
                </a:solidFill>
              </a:rPr>
              <a:t>Δ</a:t>
            </a:r>
            <a:r>
              <a:rPr kumimoji="1" lang="ja-JP" altLang="en-US" sz="2400" dirty="0">
                <a:solidFill>
                  <a:schemeClr val="tx1">
                    <a:lumMod val="90000"/>
                    <a:lumOff val="10000"/>
                  </a:schemeClr>
                </a:solidFill>
              </a:rPr>
              <a:t>変調器では</a:t>
            </a:r>
            <a:r>
              <a:rPr lang="en-US" altLang="ja-JP" sz="2400" dirty="0" err="1">
                <a:solidFill>
                  <a:schemeClr val="tx1">
                    <a:lumMod val="90000"/>
                    <a:lumOff val="10000"/>
                  </a:schemeClr>
                </a:solidFill>
              </a:rPr>
              <a:t>e</a:t>
            </a:r>
            <a:r>
              <a:rPr lang="en-US" altLang="ja-JP" sz="2400" baseline="-25000" dirty="0" err="1">
                <a:solidFill>
                  <a:schemeClr val="tx1">
                    <a:lumMod val="90000"/>
                    <a:lumOff val="10000"/>
                  </a:schemeClr>
                </a:solidFill>
              </a:rPr>
              <a:t>n</a:t>
            </a:r>
            <a:r>
              <a:rPr lang="ja-JP" altLang="en-US" sz="2400" dirty="0">
                <a:solidFill>
                  <a:schemeClr val="tx1">
                    <a:lumMod val="90000"/>
                    <a:lumOff val="10000"/>
                  </a:schemeClr>
                </a:solidFill>
              </a:rPr>
              <a:t>による</a:t>
            </a:r>
            <a:r>
              <a:rPr lang="en-US" altLang="ja-JP" sz="2400" dirty="0">
                <a:solidFill>
                  <a:schemeClr val="tx1">
                    <a:lumMod val="90000"/>
                    <a:lumOff val="10000"/>
                  </a:schemeClr>
                </a:solidFill>
              </a:rPr>
              <a:t>DC</a:t>
            </a:r>
            <a:r>
              <a:rPr lang="ja-JP" altLang="en-US" sz="2400" dirty="0">
                <a:solidFill>
                  <a:schemeClr val="tx1">
                    <a:lumMod val="90000"/>
                    <a:lumOff val="10000"/>
                  </a:schemeClr>
                </a:solidFill>
              </a:rPr>
              <a:t>オフセットを生じることが避けられず、</a:t>
            </a:r>
            <a:r>
              <a:rPr lang="en-US" altLang="ja-JP" sz="2400" dirty="0">
                <a:solidFill>
                  <a:schemeClr val="tx1">
                    <a:lumMod val="90000"/>
                    <a:lumOff val="10000"/>
                  </a:schemeClr>
                </a:solidFill>
              </a:rPr>
              <a:t>DC</a:t>
            </a:r>
            <a:r>
              <a:rPr lang="ja-JP" altLang="en-US" sz="2400" dirty="0">
                <a:solidFill>
                  <a:schemeClr val="tx1">
                    <a:lumMod val="90000"/>
                    <a:lumOff val="10000"/>
                  </a:schemeClr>
                </a:solidFill>
              </a:rPr>
              <a:t>入力に対して脆弱である。他にフィードバックパスに積分器があることでその非理想要因が正確性を劣化させる。</a:t>
            </a:r>
            <a:endParaRPr lang="en-US" altLang="ja-JP" sz="2400" dirty="0">
              <a:solidFill>
                <a:schemeClr val="tx1">
                  <a:lumMod val="90000"/>
                  <a:lumOff val="10000"/>
                </a:schemeClr>
              </a:solidFill>
            </a:endParaRPr>
          </a:p>
          <a:p>
            <a:pPr algn="l"/>
            <a:r>
              <a:rPr lang="ja-JP" altLang="en-US" sz="2400" dirty="0">
                <a:solidFill>
                  <a:schemeClr val="tx1">
                    <a:lumMod val="90000"/>
                    <a:lumOff val="10000"/>
                  </a:schemeClr>
                </a:solidFill>
              </a:rPr>
              <a:t>→これらを改善したのが</a:t>
            </a:r>
            <a:r>
              <a:rPr lang="en-US" altLang="ja-JP" sz="2400" dirty="0">
                <a:solidFill>
                  <a:schemeClr val="tx1">
                    <a:lumMod val="90000"/>
                    <a:lumOff val="10000"/>
                  </a:schemeClr>
                </a:solidFill>
              </a:rPr>
              <a:t>ΔΣ</a:t>
            </a:r>
            <a:r>
              <a:rPr lang="ja-JP" altLang="en-US" sz="2400" dirty="0">
                <a:solidFill>
                  <a:schemeClr val="tx1">
                    <a:lumMod val="90000"/>
                    <a:lumOff val="10000"/>
                  </a:schemeClr>
                </a:solidFill>
              </a:rPr>
              <a:t>変調器。</a:t>
            </a:r>
            <a:endParaRPr lang="en-US" altLang="ja-JP" sz="2400" dirty="0">
              <a:solidFill>
                <a:schemeClr val="tx1">
                  <a:lumMod val="90000"/>
                  <a:lumOff val="10000"/>
                </a:schemeClr>
              </a:solidFill>
            </a:endParaRPr>
          </a:p>
        </p:txBody>
      </p:sp>
    </p:spTree>
    <p:extLst>
      <p:ext uri="{BB962C8B-B14F-4D97-AF65-F5344CB8AC3E}">
        <p14:creationId xmlns:p14="http://schemas.microsoft.com/office/powerpoint/2010/main" val="230542094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493BEE9-B5F6-7CD9-4207-2DF4A746C0DB}"/>
              </a:ext>
            </a:extLst>
          </p:cNvPr>
          <p:cNvSpPr>
            <a:spLocks noGrp="1"/>
          </p:cNvSpPr>
          <p:nvPr>
            <p:ph type="title"/>
          </p:nvPr>
        </p:nvSpPr>
        <p:spPr/>
        <p:txBody>
          <a:bodyPr/>
          <a:lstStyle/>
          <a:p>
            <a:r>
              <a:rPr lang="en-US" altLang="ja-JP" dirty="0"/>
              <a:t>Δ</a:t>
            </a:r>
            <a:r>
              <a:rPr kumimoji="1" lang="ja-JP" altLang="en-US" dirty="0"/>
              <a:t>変調器の積分器の位置を更に変える</a:t>
            </a:r>
          </a:p>
        </p:txBody>
      </p:sp>
      <p:sp>
        <p:nvSpPr>
          <p:cNvPr id="3" name="スライド番号プレースホルダー 2">
            <a:extLst>
              <a:ext uri="{FF2B5EF4-FFF2-40B4-BE49-F238E27FC236}">
                <a16:creationId xmlns:a16="http://schemas.microsoft.com/office/drawing/2014/main" id="{F9F5E5A3-63CA-8A09-90F7-4C876A02A63E}"/>
              </a:ext>
            </a:extLst>
          </p:cNvPr>
          <p:cNvSpPr>
            <a:spLocks noGrp="1"/>
          </p:cNvSpPr>
          <p:nvPr>
            <p:ph type="sldNum" sz="quarter" idx="12"/>
          </p:nvPr>
        </p:nvSpPr>
        <p:spPr/>
        <p:txBody>
          <a:bodyPr/>
          <a:lstStyle/>
          <a:p>
            <a:fld id="{336D103E-743F-4B05-B1B2-74D6FB9408BE}" type="slidenum">
              <a:rPr kumimoji="1" lang="ja-JP" altLang="en-US" smtClean="0"/>
              <a:t>24</a:t>
            </a:fld>
            <a:endParaRPr kumimoji="1" lang="ja-JP" altLang="en-US"/>
          </a:p>
        </p:txBody>
      </p:sp>
      <p:sp>
        <p:nvSpPr>
          <p:cNvPr id="4" name="テキスト ボックス 3">
            <a:extLst>
              <a:ext uri="{FF2B5EF4-FFF2-40B4-BE49-F238E27FC236}">
                <a16:creationId xmlns:a16="http://schemas.microsoft.com/office/drawing/2014/main" id="{16534412-5967-A00D-50C7-ECC58216F25B}"/>
              </a:ext>
            </a:extLst>
          </p:cNvPr>
          <p:cNvSpPr txBox="1"/>
          <p:nvPr/>
        </p:nvSpPr>
        <p:spPr>
          <a:xfrm>
            <a:off x="336551" y="997611"/>
            <a:ext cx="10592964" cy="461665"/>
          </a:xfrm>
          <a:prstGeom prst="rect">
            <a:avLst/>
          </a:prstGeom>
          <a:noFill/>
        </p:spPr>
        <p:txBody>
          <a:bodyPr wrap="none" rtlCol="0">
            <a:spAutoFit/>
          </a:bodyPr>
          <a:lstStyle/>
          <a:p>
            <a:pPr algn="l"/>
            <a:r>
              <a:rPr kumimoji="1" lang="ja-JP" altLang="en-US" sz="2400" dirty="0">
                <a:solidFill>
                  <a:schemeClr val="tx1">
                    <a:lumMod val="90000"/>
                    <a:lumOff val="10000"/>
                  </a:schemeClr>
                </a:solidFill>
              </a:rPr>
              <a:t>変調器の出力が微分したものではなく、積分まで済ませたものにできないか？</a:t>
            </a:r>
          </a:p>
        </p:txBody>
      </p:sp>
      <mc:AlternateContent xmlns:mc="http://schemas.openxmlformats.org/markup-compatibility/2006" xmlns:a14="http://schemas.microsoft.com/office/drawing/2010/main">
        <mc:Choice Requires="a14">
          <p:sp>
            <p:nvSpPr>
              <p:cNvPr id="5" name="テキスト ボックス 4">
                <a:extLst>
                  <a:ext uri="{FF2B5EF4-FFF2-40B4-BE49-F238E27FC236}">
                    <a16:creationId xmlns:a16="http://schemas.microsoft.com/office/drawing/2014/main" id="{B2697CB7-7B04-3064-53F8-EE679F6DA1AB}"/>
                  </a:ext>
                </a:extLst>
              </p:cNvPr>
              <p:cNvSpPr txBox="1"/>
              <p:nvPr/>
            </p:nvSpPr>
            <p:spPr>
              <a:xfrm>
                <a:off x="3855513" y="2144633"/>
                <a:ext cx="269113" cy="369332"/>
              </a:xfrm>
              <a:prstGeom prst="rect">
                <a:avLst/>
              </a:prstGeom>
              <a:noFill/>
            </p:spPr>
            <p:txBody>
              <a:bodyPr wrap="square" lIns="0" tIns="0" rIns="0" bIns="0" rtlCol="0">
                <a:spAutoFit/>
              </a:bodyPr>
              <a:lstStyle/>
              <a:p>
                <a:pPr algn="l"/>
                <a14:m>
                  <m:oMathPara xmlns:m="http://schemas.openxmlformats.org/officeDocument/2006/math">
                    <m:oMath>
                      <m:sSub>
                        <m:sSubPr>
                          <m:ctrlPr>
                            <a:rPr kumimoji="1" lang="en-US" altLang="ja-JP" sz="2400" b="0" i="1" smtClean="0">
                              <a:solidFill>
                                <a:schemeClr val="tx1">
                                  <a:lumMod val="90000"/>
                                  <a:lumOff val="10000"/>
                                </a:schemeClr>
                              </a:solidFill>
                              <a:latin typeface="Cambria Math" panose="02040503050406030204" pitchFamily="18" charset="0"/>
                            </a:rPr>
                          </m:ctrlPr>
                        </m:sSubPr>
                        <m:e>
                          <m:r>
                            <a:rPr kumimoji="1" lang="en-US" altLang="ja-JP" sz="2400" b="0" i="1" smtClean="0">
                              <a:solidFill>
                                <a:schemeClr val="tx1">
                                  <a:lumMod val="90000"/>
                                  <a:lumOff val="10000"/>
                                </a:schemeClr>
                              </a:solidFill>
                              <a:latin typeface="Cambria Math" panose="02040503050406030204" pitchFamily="18" charset="0"/>
                            </a:rPr>
                            <m:t>𝑦</m:t>
                          </m:r>
                        </m:e>
                        <m:sub>
                          <m:r>
                            <a:rPr kumimoji="1" lang="en-US" altLang="ja-JP" sz="2400" b="0" i="1" smtClean="0">
                              <a:solidFill>
                                <a:schemeClr val="tx1">
                                  <a:lumMod val="90000"/>
                                  <a:lumOff val="10000"/>
                                </a:schemeClr>
                              </a:solidFill>
                              <a:latin typeface="Cambria Math" panose="02040503050406030204" pitchFamily="18" charset="0"/>
                            </a:rPr>
                            <m:t>𝑛</m:t>
                          </m:r>
                        </m:sub>
                      </m:sSub>
                    </m:oMath>
                  </m:oMathPara>
                </a14:m>
                <a:endParaRPr kumimoji="1" lang="ja-JP" altLang="en-US" sz="2400" dirty="0">
                  <a:solidFill>
                    <a:schemeClr val="tx1">
                      <a:lumMod val="90000"/>
                      <a:lumOff val="10000"/>
                    </a:schemeClr>
                  </a:solidFill>
                </a:endParaRPr>
              </a:p>
            </p:txBody>
          </p:sp>
        </mc:Choice>
        <mc:Fallback xmlns="">
          <p:sp>
            <p:nvSpPr>
              <p:cNvPr id="5" name="テキスト ボックス 4">
                <a:extLst>
                  <a:ext uri="{FF2B5EF4-FFF2-40B4-BE49-F238E27FC236}">
                    <a16:creationId xmlns:a16="http://schemas.microsoft.com/office/drawing/2014/main" id="{B2697CB7-7B04-3064-53F8-EE679F6DA1AB}"/>
                  </a:ext>
                </a:extLst>
              </p:cNvPr>
              <p:cNvSpPr txBox="1">
                <a:spLocks noRot="1" noChangeAspect="1" noMove="1" noResize="1" noEditPoints="1" noAdjustHandles="1" noChangeArrowheads="1" noChangeShapeType="1" noTextEdit="1"/>
              </p:cNvSpPr>
              <p:nvPr/>
            </p:nvSpPr>
            <p:spPr>
              <a:xfrm>
                <a:off x="3855513" y="2144633"/>
                <a:ext cx="269113" cy="369332"/>
              </a:xfrm>
              <a:prstGeom prst="rect">
                <a:avLst/>
              </a:prstGeom>
              <a:blipFill>
                <a:blip r:embed="rId2"/>
                <a:stretch>
                  <a:fillRect l="-40000" r="-28889" b="-30000"/>
                </a:stretch>
              </a:blipFill>
            </p:spPr>
            <p:txBody>
              <a:bodyPr/>
              <a:lstStyle/>
              <a:p>
                <a:r>
                  <a:rPr lang="ja-JP" altLang="en-US">
                    <a:noFill/>
                  </a:rPr>
                  <a:t> </a:t>
                </a:r>
              </a:p>
            </p:txBody>
          </p:sp>
        </mc:Fallback>
      </mc:AlternateContent>
      <p:grpSp>
        <p:nvGrpSpPr>
          <p:cNvPr id="6" name="グループ化 5">
            <a:extLst>
              <a:ext uri="{FF2B5EF4-FFF2-40B4-BE49-F238E27FC236}">
                <a16:creationId xmlns:a16="http://schemas.microsoft.com/office/drawing/2014/main" id="{B68E96AE-7AAA-6AA4-4314-D3CEB843ABB3}"/>
              </a:ext>
            </a:extLst>
          </p:cNvPr>
          <p:cNvGrpSpPr/>
          <p:nvPr/>
        </p:nvGrpSpPr>
        <p:grpSpPr>
          <a:xfrm flipV="1">
            <a:off x="2277773" y="1920994"/>
            <a:ext cx="662940" cy="816610"/>
            <a:chOff x="9274810" y="4104640"/>
            <a:chExt cx="662940" cy="816610"/>
          </a:xfrm>
        </p:grpSpPr>
        <p:sp>
          <p:nvSpPr>
            <p:cNvPr id="7" name="正方形/長方形 6">
              <a:extLst>
                <a:ext uri="{FF2B5EF4-FFF2-40B4-BE49-F238E27FC236}">
                  <a16:creationId xmlns:a16="http://schemas.microsoft.com/office/drawing/2014/main" id="{BD9A6BCC-8E67-EBD3-B9A5-0FB04B95BB07}"/>
                </a:ext>
              </a:extLst>
            </p:cNvPr>
            <p:cNvSpPr/>
            <p:nvPr/>
          </p:nvSpPr>
          <p:spPr>
            <a:xfrm>
              <a:off x="9274810" y="4104640"/>
              <a:ext cx="662940" cy="816610"/>
            </a:xfrm>
            <a:prstGeom prst="rect">
              <a:avLst/>
            </a:prstGeom>
            <a:noFill/>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kumimoji="1" lang="ja-JP" altLang="en-US"/>
            </a:p>
          </p:txBody>
        </p:sp>
        <p:sp>
          <p:nvSpPr>
            <p:cNvPr id="8" name="二等辺三角形 7">
              <a:extLst>
                <a:ext uri="{FF2B5EF4-FFF2-40B4-BE49-F238E27FC236}">
                  <a16:creationId xmlns:a16="http://schemas.microsoft.com/office/drawing/2014/main" id="{38F7F772-3D1D-EFF7-B287-7490E40A9AAE}"/>
                </a:ext>
              </a:extLst>
            </p:cNvPr>
            <p:cNvSpPr/>
            <p:nvPr/>
          </p:nvSpPr>
          <p:spPr>
            <a:xfrm rot="10800000">
              <a:off x="9439592" y="4104640"/>
              <a:ext cx="333375" cy="161925"/>
            </a:xfrm>
            <a:prstGeom prst="triangle">
              <a:avLst/>
            </a:prstGeom>
            <a:noFill/>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kumimoji="1" lang="ja-JP" altLang="en-US"/>
            </a:p>
          </p:txBody>
        </p:sp>
      </p:grpSp>
      <p:sp>
        <p:nvSpPr>
          <p:cNvPr id="9" name="楕円 8">
            <a:extLst>
              <a:ext uri="{FF2B5EF4-FFF2-40B4-BE49-F238E27FC236}">
                <a16:creationId xmlns:a16="http://schemas.microsoft.com/office/drawing/2014/main" id="{0E5D7CDF-716A-B974-018D-ABAD71576AFB}"/>
              </a:ext>
            </a:extLst>
          </p:cNvPr>
          <p:cNvSpPr/>
          <p:nvPr/>
        </p:nvSpPr>
        <p:spPr>
          <a:xfrm>
            <a:off x="1677816" y="2268974"/>
            <a:ext cx="120650" cy="120650"/>
          </a:xfrm>
          <a:prstGeom prst="ellipse">
            <a:avLst/>
          </a:prstGeom>
          <a:noFill/>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kumimoji="1" lang="ja-JP" altLang="en-US"/>
          </a:p>
        </p:txBody>
      </p:sp>
      <p:sp>
        <p:nvSpPr>
          <p:cNvPr id="10" name="テキスト ボックス 9">
            <a:extLst>
              <a:ext uri="{FF2B5EF4-FFF2-40B4-BE49-F238E27FC236}">
                <a16:creationId xmlns:a16="http://schemas.microsoft.com/office/drawing/2014/main" id="{C28C8905-5EDF-D1A3-BC5A-383BD5C49491}"/>
              </a:ext>
            </a:extLst>
          </p:cNvPr>
          <p:cNvSpPr txBox="1"/>
          <p:nvPr/>
        </p:nvSpPr>
        <p:spPr>
          <a:xfrm>
            <a:off x="1511720" y="2370969"/>
            <a:ext cx="153888" cy="184666"/>
          </a:xfrm>
          <a:prstGeom prst="rect">
            <a:avLst/>
          </a:prstGeom>
          <a:noFill/>
        </p:spPr>
        <p:txBody>
          <a:bodyPr wrap="square" lIns="0" tIns="0" rIns="0" bIns="0" rtlCol="0">
            <a:spAutoFit/>
          </a:bodyPr>
          <a:lstStyle/>
          <a:p>
            <a:pPr algn="l"/>
            <a:r>
              <a:rPr kumimoji="1" lang="ja-JP" altLang="en-US" sz="1200" dirty="0">
                <a:solidFill>
                  <a:schemeClr val="tx1">
                    <a:lumMod val="90000"/>
                    <a:lumOff val="10000"/>
                  </a:schemeClr>
                </a:solidFill>
              </a:rPr>
              <a:t>＋</a:t>
            </a:r>
          </a:p>
        </p:txBody>
      </p:sp>
      <p:sp>
        <p:nvSpPr>
          <p:cNvPr id="11" name="テキスト ボックス 10">
            <a:extLst>
              <a:ext uri="{FF2B5EF4-FFF2-40B4-BE49-F238E27FC236}">
                <a16:creationId xmlns:a16="http://schemas.microsoft.com/office/drawing/2014/main" id="{6680FCDF-986B-4D04-92DE-F2CA863ECDD4}"/>
              </a:ext>
            </a:extLst>
          </p:cNvPr>
          <p:cNvSpPr txBox="1"/>
          <p:nvPr/>
        </p:nvSpPr>
        <p:spPr>
          <a:xfrm>
            <a:off x="1791621" y="2114470"/>
            <a:ext cx="153888" cy="184666"/>
          </a:xfrm>
          <a:prstGeom prst="rect">
            <a:avLst/>
          </a:prstGeom>
          <a:noFill/>
        </p:spPr>
        <p:txBody>
          <a:bodyPr wrap="square" lIns="0" tIns="0" rIns="0" bIns="0" rtlCol="0">
            <a:spAutoFit/>
          </a:bodyPr>
          <a:lstStyle/>
          <a:p>
            <a:pPr algn="l"/>
            <a:r>
              <a:rPr kumimoji="1" lang="ja-JP" altLang="en-US" sz="1200" dirty="0">
                <a:solidFill>
                  <a:schemeClr val="tx1">
                    <a:lumMod val="90000"/>
                    <a:lumOff val="10000"/>
                  </a:schemeClr>
                </a:solidFill>
              </a:rPr>
              <a:t>＋</a:t>
            </a:r>
          </a:p>
        </p:txBody>
      </p:sp>
      <p:cxnSp>
        <p:nvCxnSpPr>
          <p:cNvPr id="12" name="直線コネクタ 11">
            <a:extLst>
              <a:ext uri="{FF2B5EF4-FFF2-40B4-BE49-F238E27FC236}">
                <a16:creationId xmlns:a16="http://schemas.microsoft.com/office/drawing/2014/main" id="{272C9E6E-F123-570B-98AC-A755422EE6F4}"/>
              </a:ext>
            </a:extLst>
          </p:cNvPr>
          <p:cNvCxnSpPr>
            <a:cxnSpLocks/>
            <a:stCxn id="9" idx="6"/>
            <a:endCxn id="7" idx="1"/>
          </p:cNvCxnSpPr>
          <p:nvPr/>
        </p:nvCxnSpPr>
        <p:spPr>
          <a:xfrm>
            <a:off x="1798466" y="2329299"/>
            <a:ext cx="479307" cy="0"/>
          </a:xfrm>
          <a:prstGeom prst="line">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3" name="コネクタ: カギ線 12">
            <a:extLst>
              <a:ext uri="{FF2B5EF4-FFF2-40B4-BE49-F238E27FC236}">
                <a16:creationId xmlns:a16="http://schemas.microsoft.com/office/drawing/2014/main" id="{9BFD1262-A99F-1F54-888B-774097087C80}"/>
              </a:ext>
            </a:extLst>
          </p:cNvPr>
          <p:cNvCxnSpPr>
            <a:cxnSpLocks/>
            <a:stCxn id="7" idx="3"/>
            <a:endCxn id="9" idx="0"/>
          </p:cNvCxnSpPr>
          <p:nvPr/>
        </p:nvCxnSpPr>
        <p:spPr>
          <a:xfrm flipH="1" flipV="1">
            <a:off x="1738141" y="2268974"/>
            <a:ext cx="1202572" cy="60325"/>
          </a:xfrm>
          <a:prstGeom prst="bentConnector4">
            <a:avLst>
              <a:gd name="adj1" fmla="val -44223"/>
              <a:gd name="adj2" fmla="val 1055789"/>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4" name="直線コネクタ 13">
            <a:extLst>
              <a:ext uri="{FF2B5EF4-FFF2-40B4-BE49-F238E27FC236}">
                <a16:creationId xmlns:a16="http://schemas.microsoft.com/office/drawing/2014/main" id="{8FA6E125-6692-ABA2-2A93-19872F388F4E}"/>
              </a:ext>
            </a:extLst>
          </p:cNvPr>
          <p:cNvCxnSpPr>
            <a:cxnSpLocks/>
            <a:stCxn id="7" idx="3"/>
            <a:endCxn id="5" idx="1"/>
          </p:cNvCxnSpPr>
          <p:nvPr/>
        </p:nvCxnSpPr>
        <p:spPr>
          <a:xfrm>
            <a:off x="2940713" y="2329299"/>
            <a:ext cx="914800" cy="0"/>
          </a:xfrm>
          <a:prstGeom prst="line">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mc:AlternateContent xmlns:mc="http://schemas.openxmlformats.org/markup-compatibility/2006" xmlns:a14="http://schemas.microsoft.com/office/drawing/2010/main">
        <mc:Choice Requires="a14">
          <p:sp>
            <p:nvSpPr>
              <p:cNvPr id="15" name="テキスト ボックス 14">
                <a:extLst>
                  <a:ext uri="{FF2B5EF4-FFF2-40B4-BE49-F238E27FC236}">
                    <a16:creationId xmlns:a16="http://schemas.microsoft.com/office/drawing/2014/main" id="{F9C05CAA-A69D-9A95-B7E7-C56089B2CE7D}"/>
                  </a:ext>
                </a:extLst>
              </p:cNvPr>
              <p:cNvSpPr txBox="1"/>
              <p:nvPr/>
            </p:nvSpPr>
            <p:spPr>
              <a:xfrm>
                <a:off x="1567186" y="2967160"/>
                <a:ext cx="502766" cy="369332"/>
              </a:xfrm>
              <a:prstGeom prst="rect">
                <a:avLst/>
              </a:prstGeom>
              <a:noFill/>
            </p:spPr>
            <p:txBody>
              <a:bodyPr wrap="square" lIns="0" tIns="0" rIns="0" bIns="0" rtlCol="0">
                <a:spAutoFit/>
              </a:bodyPr>
              <a:lstStyle/>
              <a:p>
                <a:pPr algn="l"/>
                <a14:m>
                  <m:oMathPara xmlns:m="http://schemas.openxmlformats.org/officeDocument/2006/math">
                    <m:oMath>
                      <m:r>
                        <a:rPr kumimoji="1" lang="en-US" altLang="ja-JP" sz="2400" b="0" i="1" smtClean="0">
                          <a:solidFill>
                            <a:schemeClr val="tx1">
                              <a:lumMod val="90000"/>
                              <a:lumOff val="10000"/>
                            </a:schemeClr>
                          </a:solidFill>
                          <a:latin typeface="Cambria Math" panose="02040503050406030204" pitchFamily="18" charset="0"/>
                        </a:rPr>
                        <m:t>𝑐𝑙𝑘</m:t>
                      </m:r>
                    </m:oMath>
                  </m:oMathPara>
                </a14:m>
                <a:endParaRPr kumimoji="1" lang="ja-JP" altLang="en-US" sz="2400" dirty="0">
                  <a:solidFill>
                    <a:schemeClr val="tx1">
                      <a:lumMod val="90000"/>
                      <a:lumOff val="10000"/>
                    </a:schemeClr>
                  </a:solidFill>
                </a:endParaRPr>
              </a:p>
            </p:txBody>
          </p:sp>
        </mc:Choice>
        <mc:Fallback xmlns="">
          <p:sp>
            <p:nvSpPr>
              <p:cNvPr id="15" name="テキスト ボックス 14">
                <a:extLst>
                  <a:ext uri="{FF2B5EF4-FFF2-40B4-BE49-F238E27FC236}">
                    <a16:creationId xmlns:a16="http://schemas.microsoft.com/office/drawing/2014/main" id="{F9C05CAA-A69D-9A95-B7E7-C56089B2CE7D}"/>
                  </a:ext>
                </a:extLst>
              </p:cNvPr>
              <p:cNvSpPr txBox="1">
                <a:spLocks noRot="1" noChangeAspect="1" noMove="1" noResize="1" noEditPoints="1" noAdjustHandles="1" noChangeArrowheads="1" noChangeShapeType="1" noTextEdit="1"/>
              </p:cNvSpPr>
              <p:nvPr/>
            </p:nvSpPr>
            <p:spPr>
              <a:xfrm>
                <a:off x="1567186" y="2967160"/>
                <a:ext cx="502766" cy="369332"/>
              </a:xfrm>
              <a:prstGeom prst="rect">
                <a:avLst/>
              </a:prstGeom>
              <a:blipFill>
                <a:blip r:embed="rId3"/>
                <a:stretch>
                  <a:fillRect l="-13253" r="-10843" b="-11667"/>
                </a:stretch>
              </a:blipFill>
            </p:spPr>
            <p:txBody>
              <a:bodyPr/>
              <a:lstStyle/>
              <a:p>
                <a:r>
                  <a:rPr lang="ja-JP" altLang="en-US">
                    <a:noFill/>
                  </a:rPr>
                  <a:t> </a:t>
                </a:r>
              </a:p>
            </p:txBody>
          </p:sp>
        </mc:Fallback>
      </mc:AlternateContent>
      <p:cxnSp>
        <p:nvCxnSpPr>
          <p:cNvPr id="16" name="コネクタ: カギ線 15">
            <a:extLst>
              <a:ext uri="{FF2B5EF4-FFF2-40B4-BE49-F238E27FC236}">
                <a16:creationId xmlns:a16="http://schemas.microsoft.com/office/drawing/2014/main" id="{D985502D-1EFA-E0E6-82FA-2B58411491BA}"/>
              </a:ext>
            </a:extLst>
          </p:cNvPr>
          <p:cNvCxnSpPr>
            <a:cxnSpLocks/>
            <a:stCxn id="15" idx="3"/>
            <a:endCxn id="8" idx="3"/>
          </p:cNvCxnSpPr>
          <p:nvPr/>
        </p:nvCxnSpPr>
        <p:spPr>
          <a:xfrm flipV="1">
            <a:off x="2069952" y="2737604"/>
            <a:ext cx="539290" cy="414222"/>
          </a:xfrm>
          <a:prstGeom prst="bentConnector2">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mc:AlternateContent xmlns:mc="http://schemas.openxmlformats.org/markup-compatibility/2006" xmlns:a14="http://schemas.microsoft.com/office/drawing/2010/main">
        <mc:Choice Requires="a14">
          <p:sp>
            <p:nvSpPr>
              <p:cNvPr id="17" name="テキスト ボックス 16">
                <a:extLst>
                  <a:ext uri="{FF2B5EF4-FFF2-40B4-BE49-F238E27FC236}">
                    <a16:creationId xmlns:a16="http://schemas.microsoft.com/office/drawing/2014/main" id="{CDCDD45F-DC13-C212-EDD8-D7097D7661E1}"/>
                  </a:ext>
                </a:extLst>
              </p:cNvPr>
              <p:cNvSpPr txBox="1"/>
              <p:nvPr/>
            </p:nvSpPr>
            <p:spPr>
              <a:xfrm>
                <a:off x="596920" y="2129244"/>
                <a:ext cx="562403" cy="400110"/>
              </a:xfrm>
              <a:prstGeom prst="rect">
                <a:avLst/>
              </a:prstGeom>
              <a:noFill/>
            </p:spPr>
            <p:txBody>
              <a:bodyPr wrap="square">
                <a:spAutoFit/>
              </a:bodyPr>
              <a:lstStyle/>
              <a:p>
                <a:pPr/>
                <a14:m>
                  <m:oMathPara xmlns:m="http://schemas.openxmlformats.org/officeDocument/2006/math">
                    <m:oMath>
                      <m:sSub>
                        <m:sSubPr>
                          <m:ctrlPr>
                            <a:rPr lang="en-US" altLang="ja-JP" sz="2000" b="0" i="1" smtClean="0">
                              <a:solidFill>
                                <a:schemeClr val="tx1">
                                  <a:lumMod val="90000"/>
                                  <a:lumOff val="10000"/>
                                </a:schemeClr>
                              </a:solidFill>
                              <a:latin typeface="Cambria Math" panose="02040503050406030204" pitchFamily="18" charset="0"/>
                            </a:rPr>
                          </m:ctrlPr>
                        </m:sSubPr>
                        <m:e>
                          <m:r>
                            <a:rPr lang="en-US" altLang="ja-JP" sz="2000" b="0" i="1" smtClean="0">
                              <a:solidFill>
                                <a:schemeClr val="tx1">
                                  <a:lumMod val="90000"/>
                                  <a:lumOff val="10000"/>
                                </a:schemeClr>
                              </a:solidFill>
                              <a:latin typeface="Cambria Math" panose="02040503050406030204" pitchFamily="18" charset="0"/>
                            </a:rPr>
                            <m:t>𝑥</m:t>
                          </m:r>
                        </m:e>
                        <m:sub>
                          <m:r>
                            <a:rPr lang="en-US" altLang="ja-JP" sz="2000" i="1">
                              <a:solidFill>
                                <a:schemeClr val="tx1">
                                  <a:lumMod val="90000"/>
                                  <a:lumOff val="10000"/>
                                </a:schemeClr>
                              </a:solidFill>
                              <a:latin typeface="Cambria Math" panose="02040503050406030204" pitchFamily="18" charset="0"/>
                            </a:rPr>
                            <m:t>𝑛</m:t>
                          </m:r>
                        </m:sub>
                      </m:sSub>
                    </m:oMath>
                  </m:oMathPara>
                </a14:m>
                <a:endParaRPr lang="ja-JP" altLang="en-US" sz="2000" dirty="0"/>
              </a:p>
            </p:txBody>
          </p:sp>
        </mc:Choice>
        <mc:Fallback xmlns="">
          <p:sp>
            <p:nvSpPr>
              <p:cNvPr id="17" name="テキスト ボックス 16">
                <a:extLst>
                  <a:ext uri="{FF2B5EF4-FFF2-40B4-BE49-F238E27FC236}">
                    <a16:creationId xmlns:a16="http://schemas.microsoft.com/office/drawing/2014/main" id="{CDCDD45F-DC13-C212-EDD8-D7097D7661E1}"/>
                  </a:ext>
                </a:extLst>
              </p:cNvPr>
              <p:cNvSpPr txBox="1">
                <a:spLocks noRot="1" noChangeAspect="1" noMove="1" noResize="1" noEditPoints="1" noAdjustHandles="1" noChangeArrowheads="1" noChangeShapeType="1" noTextEdit="1"/>
              </p:cNvSpPr>
              <p:nvPr/>
            </p:nvSpPr>
            <p:spPr>
              <a:xfrm>
                <a:off x="596920" y="2129244"/>
                <a:ext cx="562403" cy="400110"/>
              </a:xfrm>
              <a:prstGeom prst="rect">
                <a:avLst/>
              </a:prstGeom>
              <a:blipFill>
                <a:blip r:embed="rId4"/>
                <a:stretch>
                  <a:fillRect/>
                </a:stretch>
              </a:blipFill>
            </p:spPr>
            <p:txBody>
              <a:bodyPr/>
              <a:lstStyle/>
              <a:p>
                <a:r>
                  <a:rPr lang="ja-JP" altLang="en-US">
                    <a:noFill/>
                  </a:rPr>
                  <a:t> </a:t>
                </a:r>
              </a:p>
            </p:txBody>
          </p:sp>
        </mc:Fallback>
      </mc:AlternateContent>
      <p:cxnSp>
        <p:nvCxnSpPr>
          <p:cNvPr id="18" name="直線コネクタ 17">
            <a:extLst>
              <a:ext uri="{FF2B5EF4-FFF2-40B4-BE49-F238E27FC236}">
                <a16:creationId xmlns:a16="http://schemas.microsoft.com/office/drawing/2014/main" id="{8715279C-9CC3-16E8-67EC-B8DC17734B60}"/>
              </a:ext>
            </a:extLst>
          </p:cNvPr>
          <p:cNvCxnSpPr>
            <a:cxnSpLocks/>
            <a:stCxn id="17" idx="3"/>
            <a:endCxn id="9" idx="2"/>
          </p:cNvCxnSpPr>
          <p:nvPr/>
        </p:nvCxnSpPr>
        <p:spPr>
          <a:xfrm>
            <a:off x="1159323" y="2329299"/>
            <a:ext cx="518493" cy="0"/>
          </a:xfrm>
          <a:prstGeom prst="line">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9" name="テキスト ボックス 18">
            <a:extLst>
              <a:ext uri="{FF2B5EF4-FFF2-40B4-BE49-F238E27FC236}">
                <a16:creationId xmlns:a16="http://schemas.microsoft.com/office/drawing/2014/main" id="{B3888343-AC47-C646-00ED-AC21E36A06F6}"/>
              </a:ext>
            </a:extLst>
          </p:cNvPr>
          <p:cNvSpPr txBox="1"/>
          <p:nvPr/>
        </p:nvSpPr>
        <p:spPr>
          <a:xfrm>
            <a:off x="4770313" y="1867580"/>
            <a:ext cx="5296643" cy="830997"/>
          </a:xfrm>
          <a:prstGeom prst="rect">
            <a:avLst/>
          </a:prstGeom>
          <a:noFill/>
        </p:spPr>
        <p:txBody>
          <a:bodyPr wrap="none" rtlCol="0">
            <a:spAutoFit/>
          </a:bodyPr>
          <a:lstStyle/>
          <a:p>
            <a:pPr algn="l"/>
            <a:r>
              <a:rPr lang="ja-JP" altLang="en-US" sz="2400" dirty="0">
                <a:solidFill>
                  <a:schemeClr val="tx1">
                    <a:lumMod val="90000"/>
                    <a:lumOff val="10000"/>
                  </a:schemeClr>
                </a:solidFill>
              </a:rPr>
              <a:t>左の積分器の</a:t>
            </a:r>
            <a:r>
              <a:rPr lang="en-US" altLang="ja-JP" sz="2400" dirty="0">
                <a:solidFill>
                  <a:schemeClr val="tx1">
                    <a:lumMod val="90000"/>
                    <a:lumOff val="10000"/>
                  </a:schemeClr>
                </a:solidFill>
              </a:rPr>
              <a:t>D-FF</a:t>
            </a:r>
            <a:r>
              <a:rPr lang="ja-JP" altLang="en-US" sz="2400" dirty="0">
                <a:solidFill>
                  <a:schemeClr val="tx1">
                    <a:lumMod val="90000"/>
                    <a:lumOff val="10000"/>
                  </a:schemeClr>
                </a:solidFill>
              </a:rPr>
              <a:t>を遅延素子として、</a:t>
            </a:r>
            <a:br>
              <a:rPr lang="en-US" altLang="ja-JP" sz="2400" dirty="0">
                <a:solidFill>
                  <a:schemeClr val="tx1">
                    <a:lumMod val="90000"/>
                    <a:lumOff val="10000"/>
                  </a:schemeClr>
                </a:solidFill>
              </a:rPr>
            </a:br>
            <a:r>
              <a:rPr lang="ja-JP" altLang="en-US" sz="2400" dirty="0">
                <a:solidFill>
                  <a:schemeClr val="tx1">
                    <a:lumMod val="90000"/>
                    <a:lumOff val="10000"/>
                  </a:schemeClr>
                </a:solidFill>
              </a:rPr>
              <a:t>微分器を構成してみる</a:t>
            </a:r>
            <a:endParaRPr kumimoji="1" lang="ja-JP" altLang="en-US" sz="2400" dirty="0">
              <a:solidFill>
                <a:schemeClr val="tx1">
                  <a:lumMod val="90000"/>
                  <a:lumOff val="10000"/>
                </a:schemeClr>
              </a:solidFill>
            </a:endParaRPr>
          </a:p>
        </p:txBody>
      </p:sp>
      <mc:AlternateContent xmlns:mc="http://schemas.openxmlformats.org/markup-compatibility/2006" xmlns:a14="http://schemas.microsoft.com/office/drawing/2010/main">
        <mc:Choice Requires="a14">
          <p:sp>
            <p:nvSpPr>
              <p:cNvPr id="20" name="テキスト ボックス 19">
                <a:extLst>
                  <a:ext uri="{FF2B5EF4-FFF2-40B4-BE49-F238E27FC236}">
                    <a16:creationId xmlns:a16="http://schemas.microsoft.com/office/drawing/2014/main" id="{F75AFA82-D2EF-81FB-0ABF-5EDC290CCEF7}"/>
                  </a:ext>
                </a:extLst>
              </p:cNvPr>
              <p:cNvSpPr txBox="1"/>
              <p:nvPr/>
            </p:nvSpPr>
            <p:spPr>
              <a:xfrm>
                <a:off x="5102722" y="4823516"/>
                <a:ext cx="269113" cy="369332"/>
              </a:xfrm>
              <a:prstGeom prst="rect">
                <a:avLst/>
              </a:prstGeom>
              <a:noFill/>
            </p:spPr>
            <p:txBody>
              <a:bodyPr wrap="square" lIns="0" tIns="0" rIns="0" bIns="0" rtlCol="0">
                <a:spAutoFit/>
              </a:bodyPr>
              <a:lstStyle/>
              <a:p>
                <a:pPr algn="l"/>
                <a14:m>
                  <m:oMathPara xmlns:m="http://schemas.openxmlformats.org/officeDocument/2006/math">
                    <m:oMath>
                      <m:sSub>
                        <m:sSubPr>
                          <m:ctrlPr>
                            <a:rPr kumimoji="1" lang="en-US" altLang="ja-JP" sz="2400" b="0" i="1" smtClean="0">
                              <a:solidFill>
                                <a:schemeClr val="tx1">
                                  <a:lumMod val="90000"/>
                                  <a:lumOff val="10000"/>
                                </a:schemeClr>
                              </a:solidFill>
                              <a:latin typeface="Cambria Math" panose="02040503050406030204" pitchFamily="18" charset="0"/>
                            </a:rPr>
                          </m:ctrlPr>
                        </m:sSubPr>
                        <m:e>
                          <m:r>
                            <a:rPr kumimoji="1" lang="en-US" altLang="ja-JP" sz="2400" b="0" i="1" smtClean="0">
                              <a:solidFill>
                                <a:schemeClr val="tx1">
                                  <a:lumMod val="90000"/>
                                  <a:lumOff val="10000"/>
                                </a:schemeClr>
                              </a:solidFill>
                              <a:latin typeface="Cambria Math" panose="02040503050406030204" pitchFamily="18" charset="0"/>
                            </a:rPr>
                            <m:t>𝑦</m:t>
                          </m:r>
                        </m:e>
                        <m:sub>
                          <m:r>
                            <a:rPr kumimoji="1" lang="en-US" altLang="ja-JP" sz="2400" b="0" i="1" smtClean="0">
                              <a:solidFill>
                                <a:schemeClr val="tx1">
                                  <a:lumMod val="90000"/>
                                  <a:lumOff val="10000"/>
                                </a:schemeClr>
                              </a:solidFill>
                              <a:latin typeface="Cambria Math" panose="02040503050406030204" pitchFamily="18" charset="0"/>
                            </a:rPr>
                            <m:t>𝑛</m:t>
                          </m:r>
                        </m:sub>
                      </m:sSub>
                    </m:oMath>
                  </m:oMathPara>
                </a14:m>
                <a:endParaRPr kumimoji="1" lang="ja-JP" altLang="en-US" sz="2400" dirty="0">
                  <a:solidFill>
                    <a:schemeClr val="tx1">
                      <a:lumMod val="90000"/>
                      <a:lumOff val="10000"/>
                    </a:schemeClr>
                  </a:solidFill>
                </a:endParaRPr>
              </a:p>
            </p:txBody>
          </p:sp>
        </mc:Choice>
        <mc:Fallback xmlns="">
          <p:sp>
            <p:nvSpPr>
              <p:cNvPr id="20" name="テキスト ボックス 19">
                <a:extLst>
                  <a:ext uri="{FF2B5EF4-FFF2-40B4-BE49-F238E27FC236}">
                    <a16:creationId xmlns:a16="http://schemas.microsoft.com/office/drawing/2014/main" id="{F75AFA82-D2EF-81FB-0ABF-5EDC290CCEF7}"/>
                  </a:ext>
                </a:extLst>
              </p:cNvPr>
              <p:cNvSpPr txBox="1">
                <a:spLocks noRot="1" noChangeAspect="1" noMove="1" noResize="1" noEditPoints="1" noAdjustHandles="1" noChangeArrowheads="1" noChangeShapeType="1" noTextEdit="1"/>
              </p:cNvSpPr>
              <p:nvPr/>
            </p:nvSpPr>
            <p:spPr>
              <a:xfrm>
                <a:off x="5102722" y="4823516"/>
                <a:ext cx="269113" cy="369332"/>
              </a:xfrm>
              <a:prstGeom prst="rect">
                <a:avLst/>
              </a:prstGeom>
              <a:blipFill>
                <a:blip r:embed="rId5"/>
                <a:stretch>
                  <a:fillRect l="-40909" r="-31818" b="-27869"/>
                </a:stretch>
              </a:blipFill>
            </p:spPr>
            <p:txBody>
              <a:bodyPr/>
              <a:lstStyle/>
              <a:p>
                <a:r>
                  <a:rPr lang="ja-JP" altLang="en-US">
                    <a:noFill/>
                  </a:rPr>
                  <a:t> </a:t>
                </a:r>
              </a:p>
            </p:txBody>
          </p:sp>
        </mc:Fallback>
      </mc:AlternateContent>
      <p:grpSp>
        <p:nvGrpSpPr>
          <p:cNvPr id="21" name="グループ化 20">
            <a:extLst>
              <a:ext uri="{FF2B5EF4-FFF2-40B4-BE49-F238E27FC236}">
                <a16:creationId xmlns:a16="http://schemas.microsoft.com/office/drawing/2014/main" id="{433CAE15-C6D8-1056-AAC5-398939EA22D8}"/>
              </a:ext>
            </a:extLst>
          </p:cNvPr>
          <p:cNvGrpSpPr/>
          <p:nvPr/>
        </p:nvGrpSpPr>
        <p:grpSpPr>
          <a:xfrm flipV="1">
            <a:off x="2720988" y="4599877"/>
            <a:ext cx="662940" cy="816610"/>
            <a:chOff x="9274810" y="4104640"/>
            <a:chExt cx="662940" cy="816610"/>
          </a:xfrm>
        </p:grpSpPr>
        <p:sp>
          <p:nvSpPr>
            <p:cNvPr id="22" name="正方形/長方形 21">
              <a:extLst>
                <a:ext uri="{FF2B5EF4-FFF2-40B4-BE49-F238E27FC236}">
                  <a16:creationId xmlns:a16="http://schemas.microsoft.com/office/drawing/2014/main" id="{C759EAE8-830D-F10F-3085-EA214FBF2596}"/>
                </a:ext>
              </a:extLst>
            </p:cNvPr>
            <p:cNvSpPr/>
            <p:nvPr/>
          </p:nvSpPr>
          <p:spPr>
            <a:xfrm>
              <a:off x="9274810" y="4104640"/>
              <a:ext cx="662940" cy="816610"/>
            </a:xfrm>
            <a:prstGeom prst="rect">
              <a:avLst/>
            </a:prstGeom>
            <a:noFill/>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kumimoji="1" lang="ja-JP" altLang="en-US"/>
            </a:p>
          </p:txBody>
        </p:sp>
        <p:sp>
          <p:nvSpPr>
            <p:cNvPr id="23" name="二等辺三角形 22">
              <a:extLst>
                <a:ext uri="{FF2B5EF4-FFF2-40B4-BE49-F238E27FC236}">
                  <a16:creationId xmlns:a16="http://schemas.microsoft.com/office/drawing/2014/main" id="{A11BF5C6-1AA0-4BA7-7633-8B9F3B2D724B}"/>
                </a:ext>
              </a:extLst>
            </p:cNvPr>
            <p:cNvSpPr/>
            <p:nvPr/>
          </p:nvSpPr>
          <p:spPr>
            <a:xfrm rot="10800000">
              <a:off x="9439592" y="4104640"/>
              <a:ext cx="333375" cy="161925"/>
            </a:xfrm>
            <a:prstGeom prst="triangle">
              <a:avLst/>
            </a:prstGeom>
            <a:noFill/>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kumimoji="1" lang="ja-JP" altLang="en-US"/>
            </a:p>
          </p:txBody>
        </p:sp>
      </p:grpSp>
      <p:sp>
        <p:nvSpPr>
          <p:cNvPr id="24" name="楕円 23">
            <a:extLst>
              <a:ext uri="{FF2B5EF4-FFF2-40B4-BE49-F238E27FC236}">
                <a16:creationId xmlns:a16="http://schemas.microsoft.com/office/drawing/2014/main" id="{04A18D17-99F5-9694-FE45-15D09D337893}"/>
              </a:ext>
            </a:extLst>
          </p:cNvPr>
          <p:cNvSpPr/>
          <p:nvPr/>
        </p:nvSpPr>
        <p:spPr>
          <a:xfrm>
            <a:off x="2121031" y="4947857"/>
            <a:ext cx="120650" cy="120650"/>
          </a:xfrm>
          <a:prstGeom prst="ellipse">
            <a:avLst/>
          </a:prstGeom>
          <a:noFill/>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kumimoji="1" lang="ja-JP" altLang="en-US"/>
          </a:p>
        </p:txBody>
      </p:sp>
      <p:sp>
        <p:nvSpPr>
          <p:cNvPr id="25" name="テキスト ボックス 24">
            <a:extLst>
              <a:ext uri="{FF2B5EF4-FFF2-40B4-BE49-F238E27FC236}">
                <a16:creationId xmlns:a16="http://schemas.microsoft.com/office/drawing/2014/main" id="{E5BB7D40-291E-8BE0-C312-FEA0E344B8B0}"/>
              </a:ext>
            </a:extLst>
          </p:cNvPr>
          <p:cNvSpPr txBox="1"/>
          <p:nvPr/>
        </p:nvSpPr>
        <p:spPr>
          <a:xfrm>
            <a:off x="1954935" y="5049852"/>
            <a:ext cx="153888" cy="184666"/>
          </a:xfrm>
          <a:prstGeom prst="rect">
            <a:avLst/>
          </a:prstGeom>
          <a:noFill/>
        </p:spPr>
        <p:txBody>
          <a:bodyPr wrap="square" lIns="0" tIns="0" rIns="0" bIns="0" rtlCol="0">
            <a:spAutoFit/>
          </a:bodyPr>
          <a:lstStyle/>
          <a:p>
            <a:pPr algn="l"/>
            <a:r>
              <a:rPr kumimoji="1" lang="ja-JP" altLang="en-US" sz="1200" dirty="0">
                <a:solidFill>
                  <a:schemeClr val="tx1">
                    <a:lumMod val="90000"/>
                    <a:lumOff val="10000"/>
                  </a:schemeClr>
                </a:solidFill>
              </a:rPr>
              <a:t>＋</a:t>
            </a:r>
          </a:p>
        </p:txBody>
      </p:sp>
      <p:sp>
        <p:nvSpPr>
          <p:cNvPr id="26" name="テキスト ボックス 25">
            <a:extLst>
              <a:ext uri="{FF2B5EF4-FFF2-40B4-BE49-F238E27FC236}">
                <a16:creationId xmlns:a16="http://schemas.microsoft.com/office/drawing/2014/main" id="{37667E4B-F86C-9A02-0942-7459A31E7E35}"/>
              </a:ext>
            </a:extLst>
          </p:cNvPr>
          <p:cNvSpPr txBox="1"/>
          <p:nvPr/>
        </p:nvSpPr>
        <p:spPr>
          <a:xfrm>
            <a:off x="2234836" y="4793353"/>
            <a:ext cx="153888" cy="184666"/>
          </a:xfrm>
          <a:prstGeom prst="rect">
            <a:avLst/>
          </a:prstGeom>
          <a:noFill/>
        </p:spPr>
        <p:txBody>
          <a:bodyPr wrap="square" lIns="0" tIns="0" rIns="0" bIns="0" rtlCol="0">
            <a:spAutoFit/>
          </a:bodyPr>
          <a:lstStyle/>
          <a:p>
            <a:pPr algn="l"/>
            <a:r>
              <a:rPr kumimoji="1" lang="ja-JP" altLang="en-US" sz="1200" dirty="0">
                <a:solidFill>
                  <a:schemeClr val="tx1">
                    <a:lumMod val="90000"/>
                    <a:lumOff val="10000"/>
                  </a:schemeClr>
                </a:solidFill>
              </a:rPr>
              <a:t>＋</a:t>
            </a:r>
          </a:p>
        </p:txBody>
      </p:sp>
      <p:cxnSp>
        <p:nvCxnSpPr>
          <p:cNvPr id="27" name="直線コネクタ 26">
            <a:extLst>
              <a:ext uri="{FF2B5EF4-FFF2-40B4-BE49-F238E27FC236}">
                <a16:creationId xmlns:a16="http://schemas.microsoft.com/office/drawing/2014/main" id="{AD965AA0-67A0-E48E-5AA9-788B74ED4B31}"/>
              </a:ext>
            </a:extLst>
          </p:cNvPr>
          <p:cNvCxnSpPr>
            <a:cxnSpLocks/>
            <a:stCxn id="24" idx="6"/>
            <a:endCxn id="22" idx="1"/>
          </p:cNvCxnSpPr>
          <p:nvPr/>
        </p:nvCxnSpPr>
        <p:spPr>
          <a:xfrm>
            <a:off x="2241681" y="5008182"/>
            <a:ext cx="479307" cy="0"/>
          </a:xfrm>
          <a:prstGeom prst="line">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8" name="コネクタ: カギ線 27">
            <a:extLst>
              <a:ext uri="{FF2B5EF4-FFF2-40B4-BE49-F238E27FC236}">
                <a16:creationId xmlns:a16="http://schemas.microsoft.com/office/drawing/2014/main" id="{5B8C3486-346D-819C-483B-E64F08D29DA0}"/>
              </a:ext>
            </a:extLst>
          </p:cNvPr>
          <p:cNvCxnSpPr>
            <a:cxnSpLocks/>
            <a:stCxn id="22" idx="3"/>
            <a:endCxn id="24" idx="0"/>
          </p:cNvCxnSpPr>
          <p:nvPr/>
        </p:nvCxnSpPr>
        <p:spPr>
          <a:xfrm flipH="1" flipV="1">
            <a:off x="2181356" y="4947857"/>
            <a:ext cx="1202572" cy="60325"/>
          </a:xfrm>
          <a:prstGeom prst="bentConnector4">
            <a:avLst>
              <a:gd name="adj1" fmla="val -44223"/>
              <a:gd name="adj2" fmla="val 1055789"/>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9" name="直線コネクタ 28">
            <a:extLst>
              <a:ext uri="{FF2B5EF4-FFF2-40B4-BE49-F238E27FC236}">
                <a16:creationId xmlns:a16="http://schemas.microsoft.com/office/drawing/2014/main" id="{1897C424-F49D-8F66-8747-2C0D78CFB347}"/>
              </a:ext>
            </a:extLst>
          </p:cNvPr>
          <p:cNvCxnSpPr>
            <a:cxnSpLocks/>
            <a:stCxn id="22" idx="3"/>
            <a:endCxn id="20" idx="1"/>
          </p:cNvCxnSpPr>
          <p:nvPr/>
        </p:nvCxnSpPr>
        <p:spPr>
          <a:xfrm>
            <a:off x="3383928" y="5008182"/>
            <a:ext cx="1718794" cy="0"/>
          </a:xfrm>
          <a:prstGeom prst="line">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mc:AlternateContent xmlns:mc="http://schemas.openxmlformats.org/markup-compatibility/2006" xmlns:a14="http://schemas.microsoft.com/office/drawing/2010/main">
        <mc:Choice Requires="a14">
          <p:sp>
            <p:nvSpPr>
              <p:cNvPr id="30" name="テキスト ボックス 29">
                <a:extLst>
                  <a:ext uri="{FF2B5EF4-FFF2-40B4-BE49-F238E27FC236}">
                    <a16:creationId xmlns:a16="http://schemas.microsoft.com/office/drawing/2014/main" id="{10D09E5F-BAD2-8F1B-B5E0-CB11B017ED86}"/>
                  </a:ext>
                </a:extLst>
              </p:cNvPr>
              <p:cNvSpPr txBox="1"/>
              <p:nvPr/>
            </p:nvSpPr>
            <p:spPr>
              <a:xfrm>
                <a:off x="2010401" y="5646043"/>
                <a:ext cx="502766" cy="369332"/>
              </a:xfrm>
              <a:prstGeom prst="rect">
                <a:avLst/>
              </a:prstGeom>
              <a:noFill/>
            </p:spPr>
            <p:txBody>
              <a:bodyPr wrap="square" lIns="0" tIns="0" rIns="0" bIns="0" rtlCol="0">
                <a:spAutoFit/>
              </a:bodyPr>
              <a:lstStyle/>
              <a:p>
                <a:pPr algn="l"/>
                <a14:m>
                  <m:oMathPara xmlns:m="http://schemas.openxmlformats.org/officeDocument/2006/math">
                    <m:oMath>
                      <m:r>
                        <a:rPr kumimoji="1" lang="en-US" altLang="ja-JP" sz="2400" b="0" i="1" smtClean="0">
                          <a:solidFill>
                            <a:schemeClr val="tx1">
                              <a:lumMod val="90000"/>
                              <a:lumOff val="10000"/>
                            </a:schemeClr>
                          </a:solidFill>
                          <a:latin typeface="Cambria Math" panose="02040503050406030204" pitchFamily="18" charset="0"/>
                        </a:rPr>
                        <m:t>𝑐𝑙𝑘</m:t>
                      </m:r>
                    </m:oMath>
                  </m:oMathPara>
                </a14:m>
                <a:endParaRPr kumimoji="1" lang="ja-JP" altLang="en-US" sz="2400" dirty="0">
                  <a:solidFill>
                    <a:schemeClr val="tx1">
                      <a:lumMod val="90000"/>
                      <a:lumOff val="10000"/>
                    </a:schemeClr>
                  </a:solidFill>
                </a:endParaRPr>
              </a:p>
            </p:txBody>
          </p:sp>
        </mc:Choice>
        <mc:Fallback xmlns="">
          <p:sp>
            <p:nvSpPr>
              <p:cNvPr id="30" name="テキスト ボックス 29">
                <a:extLst>
                  <a:ext uri="{FF2B5EF4-FFF2-40B4-BE49-F238E27FC236}">
                    <a16:creationId xmlns:a16="http://schemas.microsoft.com/office/drawing/2014/main" id="{10D09E5F-BAD2-8F1B-B5E0-CB11B017ED86}"/>
                  </a:ext>
                </a:extLst>
              </p:cNvPr>
              <p:cNvSpPr txBox="1">
                <a:spLocks noRot="1" noChangeAspect="1" noMove="1" noResize="1" noEditPoints="1" noAdjustHandles="1" noChangeArrowheads="1" noChangeShapeType="1" noTextEdit="1"/>
              </p:cNvSpPr>
              <p:nvPr/>
            </p:nvSpPr>
            <p:spPr>
              <a:xfrm>
                <a:off x="2010401" y="5646043"/>
                <a:ext cx="502766" cy="369332"/>
              </a:xfrm>
              <a:prstGeom prst="rect">
                <a:avLst/>
              </a:prstGeom>
              <a:blipFill>
                <a:blip r:embed="rId6"/>
                <a:stretch>
                  <a:fillRect l="-13415" r="-12195" b="-9836"/>
                </a:stretch>
              </a:blipFill>
            </p:spPr>
            <p:txBody>
              <a:bodyPr/>
              <a:lstStyle/>
              <a:p>
                <a:r>
                  <a:rPr lang="ja-JP" altLang="en-US">
                    <a:noFill/>
                  </a:rPr>
                  <a:t> </a:t>
                </a:r>
              </a:p>
            </p:txBody>
          </p:sp>
        </mc:Fallback>
      </mc:AlternateContent>
      <p:cxnSp>
        <p:nvCxnSpPr>
          <p:cNvPr id="31" name="コネクタ: カギ線 30">
            <a:extLst>
              <a:ext uri="{FF2B5EF4-FFF2-40B4-BE49-F238E27FC236}">
                <a16:creationId xmlns:a16="http://schemas.microsoft.com/office/drawing/2014/main" id="{E64E1171-BC20-86E8-5F39-AA1431A86AB3}"/>
              </a:ext>
            </a:extLst>
          </p:cNvPr>
          <p:cNvCxnSpPr>
            <a:cxnSpLocks/>
            <a:stCxn id="30" idx="3"/>
            <a:endCxn id="23" idx="3"/>
          </p:cNvCxnSpPr>
          <p:nvPr/>
        </p:nvCxnSpPr>
        <p:spPr>
          <a:xfrm flipV="1">
            <a:off x="2513167" y="5416487"/>
            <a:ext cx="539290" cy="414222"/>
          </a:xfrm>
          <a:prstGeom prst="bentConnector2">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mc:AlternateContent xmlns:mc="http://schemas.openxmlformats.org/markup-compatibility/2006" xmlns:a14="http://schemas.microsoft.com/office/drawing/2010/main">
        <mc:Choice Requires="a14">
          <p:sp>
            <p:nvSpPr>
              <p:cNvPr id="32" name="テキスト ボックス 31">
                <a:extLst>
                  <a:ext uri="{FF2B5EF4-FFF2-40B4-BE49-F238E27FC236}">
                    <a16:creationId xmlns:a16="http://schemas.microsoft.com/office/drawing/2014/main" id="{D16B45B2-DA1A-AB14-FCBE-DD4CA603C54F}"/>
                  </a:ext>
                </a:extLst>
              </p:cNvPr>
              <p:cNvSpPr txBox="1"/>
              <p:nvPr/>
            </p:nvSpPr>
            <p:spPr>
              <a:xfrm>
                <a:off x="477732" y="4808127"/>
                <a:ext cx="562403" cy="400110"/>
              </a:xfrm>
              <a:prstGeom prst="rect">
                <a:avLst/>
              </a:prstGeom>
              <a:noFill/>
            </p:spPr>
            <p:txBody>
              <a:bodyPr wrap="square">
                <a:spAutoFit/>
              </a:bodyPr>
              <a:lstStyle/>
              <a:p>
                <a:pPr/>
                <a14:m>
                  <m:oMathPara xmlns:m="http://schemas.openxmlformats.org/officeDocument/2006/math">
                    <m:oMath>
                      <m:sSub>
                        <m:sSubPr>
                          <m:ctrlPr>
                            <a:rPr lang="en-US" altLang="ja-JP" sz="2000" b="0" i="1" smtClean="0">
                              <a:solidFill>
                                <a:schemeClr val="tx1">
                                  <a:lumMod val="90000"/>
                                  <a:lumOff val="10000"/>
                                </a:schemeClr>
                              </a:solidFill>
                              <a:latin typeface="Cambria Math" panose="02040503050406030204" pitchFamily="18" charset="0"/>
                            </a:rPr>
                          </m:ctrlPr>
                        </m:sSubPr>
                        <m:e>
                          <m:r>
                            <a:rPr lang="en-US" altLang="ja-JP" sz="2000" b="0" i="1" smtClean="0">
                              <a:solidFill>
                                <a:schemeClr val="tx1">
                                  <a:lumMod val="90000"/>
                                  <a:lumOff val="10000"/>
                                </a:schemeClr>
                              </a:solidFill>
                              <a:latin typeface="Cambria Math" panose="02040503050406030204" pitchFamily="18" charset="0"/>
                            </a:rPr>
                            <m:t>𝑥</m:t>
                          </m:r>
                        </m:e>
                        <m:sub>
                          <m:r>
                            <a:rPr lang="en-US" altLang="ja-JP" sz="2000" i="1">
                              <a:solidFill>
                                <a:schemeClr val="tx1">
                                  <a:lumMod val="90000"/>
                                  <a:lumOff val="10000"/>
                                </a:schemeClr>
                              </a:solidFill>
                              <a:latin typeface="Cambria Math" panose="02040503050406030204" pitchFamily="18" charset="0"/>
                            </a:rPr>
                            <m:t>𝑛</m:t>
                          </m:r>
                        </m:sub>
                      </m:sSub>
                    </m:oMath>
                  </m:oMathPara>
                </a14:m>
                <a:endParaRPr lang="ja-JP" altLang="en-US" sz="2000" dirty="0"/>
              </a:p>
            </p:txBody>
          </p:sp>
        </mc:Choice>
        <mc:Fallback xmlns="">
          <p:sp>
            <p:nvSpPr>
              <p:cNvPr id="32" name="テキスト ボックス 31">
                <a:extLst>
                  <a:ext uri="{FF2B5EF4-FFF2-40B4-BE49-F238E27FC236}">
                    <a16:creationId xmlns:a16="http://schemas.microsoft.com/office/drawing/2014/main" id="{D16B45B2-DA1A-AB14-FCBE-DD4CA603C54F}"/>
                  </a:ext>
                </a:extLst>
              </p:cNvPr>
              <p:cNvSpPr txBox="1">
                <a:spLocks noRot="1" noChangeAspect="1" noMove="1" noResize="1" noEditPoints="1" noAdjustHandles="1" noChangeArrowheads="1" noChangeShapeType="1" noTextEdit="1"/>
              </p:cNvSpPr>
              <p:nvPr/>
            </p:nvSpPr>
            <p:spPr>
              <a:xfrm>
                <a:off x="477732" y="4808127"/>
                <a:ext cx="562403" cy="400110"/>
              </a:xfrm>
              <a:prstGeom prst="rect">
                <a:avLst/>
              </a:prstGeom>
              <a:blipFill>
                <a:blip r:embed="rId7"/>
                <a:stretch>
                  <a:fillRect/>
                </a:stretch>
              </a:blipFill>
            </p:spPr>
            <p:txBody>
              <a:bodyPr/>
              <a:lstStyle/>
              <a:p>
                <a:r>
                  <a:rPr lang="ja-JP" altLang="en-US">
                    <a:noFill/>
                  </a:rPr>
                  <a:t> </a:t>
                </a:r>
              </a:p>
            </p:txBody>
          </p:sp>
        </mc:Fallback>
      </mc:AlternateContent>
      <p:cxnSp>
        <p:nvCxnSpPr>
          <p:cNvPr id="33" name="直線コネクタ 32">
            <a:extLst>
              <a:ext uri="{FF2B5EF4-FFF2-40B4-BE49-F238E27FC236}">
                <a16:creationId xmlns:a16="http://schemas.microsoft.com/office/drawing/2014/main" id="{CF5E6B2C-5F11-3A81-DF6C-C18971CF558D}"/>
              </a:ext>
            </a:extLst>
          </p:cNvPr>
          <p:cNvCxnSpPr>
            <a:cxnSpLocks/>
            <a:stCxn id="32" idx="3"/>
            <a:endCxn id="42" idx="2"/>
          </p:cNvCxnSpPr>
          <p:nvPr/>
        </p:nvCxnSpPr>
        <p:spPr>
          <a:xfrm>
            <a:off x="1040135" y="5008182"/>
            <a:ext cx="562403" cy="0"/>
          </a:xfrm>
          <a:prstGeom prst="line">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grpSp>
        <p:nvGrpSpPr>
          <p:cNvPr id="36" name="グループ化 35">
            <a:extLst>
              <a:ext uri="{FF2B5EF4-FFF2-40B4-BE49-F238E27FC236}">
                <a16:creationId xmlns:a16="http://schemas.microsoft.com/office/drawing/2014/main" id="{E81F93C5-7A3D-9E01-92D2-9FBB276E400C}"/>
              </a:ext>
            </a:extLst>
          </p:cNvPr>
          <p:cNvGrpSpPr/>
          <p:nvPr/>
        </p:nvGrpSpPr>
        <p:grpSpPr>
          <a:xfrm flipH="1">
            <a:off x="2566569" y="3556518"/>
            <a:ext cx="579005" cy="666654"/>
            <a:chOff x="3633715" y="4527650"/>
            <a:chExt cx="579005" cy="666654"/>
          </a:xfrm>
        </p:grpSpPr>
        <p:sp>
          <p:nvSpPr>
            <p:cNvPr id="37" name="二等辺三角形 36">
              <a:extLst>
                <a:ext uri="{FF2B5EF4-FFF2-40B4-BE49-F238E27FC236}">
                  <a16:creationId xmlns:a16="http://schemas.microsoft.com/office/drawing/2014/main" id="{8D177562-2AB4-BFCC-CD31-8DDDE7056948}"/>
                </a:ext>
              </a:extLst>
            </p:cNvPr>
            <p:cNvSpPr/>
            <p:nvPr/>
          </p:nvSpPr>
          <p:spPr>
            <a:xfrm rot="5400000">
              <a:off x="3589891" y="4571474"/>
              <a:ext cx="666654" cy="579005"/>
            </a:xfrm>
            <a:prstGeom prst="triangle">
              <a:avLst/>
            </a:prstGeom>
            <a:noFill/>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vert="vert270" rtlCol="0" anchor="ctr"/>
            <a:lstStyle/>
            <a:p>
              <a:pPr algn="ctr"/>
              <a:endParaRPr kumimoji="1" lang="ja-JP" altLang="en-US" sz="1050" dirty="0"/>
            </a:p>
          </p:txBody>
        </p:sp>
        <p:sp>
          <p:nvSpPr>
            <p:cNvPr id="38" name="テキスト ボックス 37">
              <a:extLst>
                <a:ext uri="{FF2B5EF4-FFF2-40B4-BE49-F238E27FC236}">
                  <a16:creationId xmlns:a16="http://schemas.microsoft.com/office/drawing/2014/main" id="{1649E8F6-713C-421E-8EB7-4C7D47465CF0}"/>
                </a:ext>
              </a:extLst>
            </p:cNvPr>
            <p:cNvSpPr txBox="1"/>
            <p:nvPr/>
          </p:nvSpPr>
          <p:spPr>
            <a:xfrm>
              <a:off x="3664430" y="4722477"/>
              <a:ext cx="394339" cy="276999"/>
            </a:xfrm>
            <a:prstGeom prst="rect">
              <a:avLst/>
            </a:prstGeom>
            <a:noFill/>
          </p:spPr>
          <p:txBody>
            <a:bodyPr wrap="none" lIns="0" tIns="0" rIns="0" bIns="0" rtlCol="0">
              <a:spAutoFit/>
            </a:bodyPr>
            <a:lstStyle/>
            <a:p>
              <a:r>
                <a:rPr lang="ja-JP" altLang="en-US" dirty="0"/>
                <a:t>✕</a:t>
              </a:r>
              <a:r>
                <a:rPr lang="en-US" altLang="ja-JP" dirty="0"/>
                <a:t>-1</a:t>
              </a:r>
              <a:endParaRPr lang="ja-JP" altLang="en-US" dirty="0"/>
            </a:p>
          </p:txBody>
        </p:sp>
      </p:grpSp>
      <p:sp>
        <p:nvSpPr>
          <p:cNvPr id="42" name="楕円 41">
            <a:extLst>
              <a:ext uri="{FF2B5EF4-FFF2-40B4-BE49-F238E27FC236}">
                <a16:creationId xmlns:a16="http://schemas.microsoft.com/office/drawing/2014/main" id="{6877160D-B08B-9034-6CD2-FE318F7BDC06}"/>
              </a:ext>
            </a:extLst>
          </p:cNvPr>
          <p:cNvSpPr/>
          <p:nvPr/>
        </p:nvSpPr>
        <p:spPr>
          <a:xfrm>
            <a:off x="1602538" y="4947857"/>
            <a:ext cx="120650" cy="120650"/>
          </a:xfrm>
          <a:prstGeom prst="ellipse">
            <a:avLst/>
          </a:prstGeom>
          <a:noFill/>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kumimoji="1" lang="ja-JP" altLang="en-US"/>
          </a:p>
        </p:txBody>
      </p:sp>
      <p:cxnSp>
        <p:nvCxnSpPr>
          <p:cNvPr id="44" name="直線コネクタ 43">
            <a:extLst>
              <a:ext uri="{FF2B5EF4-FFF2-40B4-BE49-F238E27FC236}">
                <a16:creationId xmlns:a16="http://schemas.microsoft.com/office/drawing/2014/main" id="{A415052F-F837-D629-6238-D44FE8D63C50}"/>
              </a:ext>
            </a:extLst>
          </p:cNvPr>
          <p:cNvCxnSpPr>
            <a:cxnSpLocks/>
            <a:stCxn id="42" idx="6"/>
            <a:endCxn id="24" idx="2"/>
          </p:cNvCxnSpPr>
          <p:nvPr/>
        </p:nvCxnSpPr>
        <p:spPr>
          <a:xfrm>
            <a:off x="1723188" y="5008182"/>
            <a:ext cx="397843" cy="0"/>
          </a:xfrm>
          <a:prstGeom prst="line">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47" name="コネクタ: カギ線 46">
            <a:extLst>
              <a:ext uri="{FF2B5EF4-FFF2-40B4-BE49-F238E27FC236}">
                <a16:creationId xmlns:a16="http://schemas.microsoft.com/office/drawing/2014/main" id="{B0D401D0-5BF8-62D8-31AF-C3B6A814B25B}"/>
              </a:ext>
            </a:extLst>
          </p:cNvPr>
          <p:cNvCxnSpPr>
            <a:cxnSpLocks/>
            <a:stCxn id="22" idx="3"/>
            <a:endCxn id="37" idx="3"/>
          </p:cNvCxnSpPr>
          <p:nvPr/>
        </p:nvCxnSpPr>
        <p:spPr>
          <a:xfrm flipH="1" flipV="1">
            <a:off x="3145574" y="3889845"/>
            <a:ext cx="238354" cy="1118337"/>
          </a:xfrm>
          <a:prstGeom prst="bentConnector3">
            <a:avLst>
              <a:gd name="adj1" fmla="val -425192"/>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51" name="コネクタ: カギ線 50">
            <a:extLst>
              <a:ext uri="{FF2B5EF4-FFF2-40B4-BE49-F238E27FC236}">
                <a16:creationId xmlns:a16="http://schemas.microsoft.com/office/drawing/2014/main" id="{67579C35-5BFB-E0E6-077C-9F80B850253B}"/>
              </a:ext>
            </a:extLst>
          </p:cNvPr>
          <p:cNvCxnSpPr>
            <a:cxnSpLocks/>
            <a:stCxn id="37" idx="0"/>
            <a:endCxn id="42" idx="0"/>
          </p:cNvCxnSpPr>
          <p:nvPr/>
        </p:nvCxnSpPr>
        <p:spPr>
          <a:xfrm rot="10800000" flipV="1">
            <a:off x="1662863" y="3889845"/>
            <a:ext cx="903706" cy="1058012"/>
          </a:xfrm>
          <a:prstGeom prst="bentConnector2">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54" name="テキスト ボックス 53">
            <a:extLst>
              <a:ext uri="{FF2B5EF4-FFF2-40B4-BE49-F238E27FC236}">
                <a16:creationId xmlns:a16="http://schemas.microsoft.com/office/drawing/2014/main" id="{49985CA4-4C77-FFEC-273A-355E759F5A6C}"/>
              </a:ext>
            </a:extLst>
          </p:cNvPr>
          <p:cNvSpPr txBox="1"/>
          <p:nvPr/>
        </p:nvSpPr>
        <p:spPr>
          <a:xfrm>
            <a:off x="1454377" y="5049852"/>
            <a:ext cx="153888" cy="184666"/>
          </a:xfrm>
          <a:prstGeom prst="rect">
            <a:avLst/>
          </a:prstGeom>
          <a:noFill/>
        </p:spPr>
        <p:txBody>
          <a:bodyPr wrap="square" lIns="0" tIns="0" rIns="0" bIns="0" rtlCol="0">
            <a:spAutoFit/>
          </a:bodyPr>
          <a:lstStyle/>
          <a:p>
            <a:pPr algn="l"/>
            <a:r>
              <a:rPr kumimoji="1" lang="ja-JP" altLang="en-US" sz="1200" dirty="0">
                <a:solidFill>
                  <a:schemeClr val="tx1">
                    <a:lumMod val="90000"/>
                    <a:lumOff val="10000"/>
                  </a:schemeClr>
                </a:solidFill>
              </a:rPr>
              <a:t>＋</a:t>
            </a:r>
          </a:p>
        </p:txBody>
      </p:sp>
      <p:sp>
        <p:nvSpPr>
          <p:cNvPr id="55" name="テキスト ボックス 54">
            <a:extLst>
              <a:ext uri="{FF2B5EF4-FFF2-40B4-BE49-F238E27FC236}">
                <a16:creationId xmlns:a16="http://schemas.microsoft.com/office/drawing/2014/main" id="{1FD18345-7B4B-49C8-1214-5B88B81FFE90}"/>
              </a:ext>
            </a:extLst>
          </p:cNvPr>
          <p:cNvSpPr txBox="1"/>
          <p:nvPr/>
        </p:nvSpPr>
        <p:spPr>
          <a:xfrm>
            <a:off x="1734278" y="4793353"/>
            <a:ext cx="153888" cy="184666"/>
          </a:xfrm>
          <a:prstGeom prst="rect">
            <a:avLst/>
          </a:prstGeom>
          <a:noFill/>
        </p:spPr>
        <p:txBody>
          <a:bodyPr wrap="square" lIns="0" tIns="0" rIns="0" bIns="0" rtlCol="0">
            <a:spAutoFit/>
          </a:bodyPr>
          <a:lstStyle/>
          <a:p>
            <a:pPr algn="l"/>
            <a:r>
              <a:rPr kumimoji="1" lang="ja-JP" altLang="en-US" sz="1200" dirty="0">
                <a:solidFill>
                  <a:schemeClr val="tx1">
                    <a:lumMod val="90000"/>
                    <a:lumOff val="10000"/>
                  </a:schemeClr>
                </a:solidFill>
              </a:rPr>
              <a:t>＋</a:t>
            </a:r>
          </a:p>
        </p:txBody>
      </p:sp>
      <p:sp>
        <p:nvSpPr>
          <p:cNvPr id="56" name="テキスト ボックス 55">
            <a:extLst>
              <a:ext uri="{FF2B5EF4-FFF2-40B4-BE49-F238E27FC236}">
                <a16:creationId xmlns:a16="http://schemas.microsoft.com/office/drawing/2014/main" id="{87DBA684-E2B9-9A3D-3BAA-56BC56B1C6BE}"/>
              </a:ext>
            </a:extLst>
          </p:cNvPr>
          <p:cNvSpPr txBox="1"/>
          <p:nvPr/>
        </p:nvSpPr>
        <p:spPr>
          <a:xfrm>
            <a:off x="5724823" y="4076383"/>
            <a:ext cx="5989445" cy="1569660"/>
          </a:xfrm>
          <a:prstGeom prst="rect">
            <a:avLst/>
          </a:prstGeom>
          <a:noFill/>
        </p:spPr>
        <p:txBody>
          <a:bodyPr wrap="square" rtlCol="0">
            <a:spAutoFit/>
          </a:bodyPr>
          <a:lstStyle/>
          <a:p>
            <a:pPr algn="l"/>
            <a:r>
              <a:rPr lang="ja-JP" altLang="en-US" sz="2400" dirty="0">
                <a:solidFill>
                  <a:schemeClr val="tx1">
                    <a:lumMod val="90000"/>
                    <a:lumOff val="10000"/>
                  </a:schemeClr>
                </a:solidFill>
              </a:rPr>
              <a:t>積分器（</a:t>
            </a:r>
            <a:r>
              <a:rPr lang="en-US" altLang="ja-JP" sz="2400" dirty="0">
                <a:solidFill>
                  <a:schemeClr val="tx1">
                    <a:lumMod val="90000"/>
                    <a:lumOff val="10000"/>
                  </a:schemeClr>
                </a:solidFill>
              </a:rPr>
              <a:t>Σ</a:t>
            </a:r>
            <a:r>
              <a:rPr lang="ja-JP" altLang="en-US" sz="2400" dirty="0">
                <a:solidFill>
                  <a:schemeClr val="tx1">
                    <a:lumMod val="90000"/>
                    <a:lumOff val="10000"/>
                  </a:schemeClr>
                </a:solidFill>
              </a:rPr>
              <a:t>）を取り囲むように微分器（</a:t>
            </a:r>
            <a:r>
              <a:rPr lang="en-US" altLang="ja-JP" sz="2400" dirty="0">
                <a:solidFill>
                  <a:schemeClr val="tx1">
                    <a:lumMod val="90000"/>
                    <a:lumOff val="10000"/>
                  </a:schemeClr>
                </a:solidFill>
              </a:rPr>
              <a:t>Δ</a:t>
            </a:r>
            <a:r>
              <a:rPr lang="ja-JP" altLang="en-US" sz="2400" dirty="0">
                <a:solidFill>
                  <a:schemeClr val="tx1">
                    <a:lumMod val="90000"/>
                    <a:lumOff val="10000"/>
                  </a:schemeClr>
                </a:solidFill>
              </a:rPr>
              <a:t>）を挿入する。</a:t>
            </a:r>
            <a:endParaRPr lang="en-US" altLang="ja-JP" sz="2400" dirty="0">
              <a:solidFill>
                <a:schemeClr val="tx1">
                  <a:lumMod val="90000"/>
                  <a:lumOff val="10000"/>
                </a:schemeClr>
              </a:solidFill>
            </a:endParaRPr>
          </a:p>
          <a:p>
            <a:pPr algn="l"/>
            <a:r>
              <a:rPr kumimoji="1" lang="ja-JP" altLang="en-US" sz="2400" dirty="0">
                <a:solidFill>
                  <a:schemeClr val="tx1">
                    <a:lumMod val="90000"/>
                    <a:lumOff val="10000"/>
                  </a:schemeClr>
                </a:solidFill>
              </a:rPr>
              <a:t>→実はこれに量子化器（２値化器）をつけることで</a:t>
            </a:r>
            <a:r>
              <a:rPr kumimoji="1" lang="en-US" altLang="ja-JP" sz="2400" dirty="0">
                <a:solidFill>
                  <a:schemeClr val="tx1">
                    <a:lumMod val="90000"/>
                    <a:lumOff val="10000"/>
                  </a:schemeClr>
                </a:solidFill>
              </a:rPr>
              <a:t>ΔΣ</a:t>
            </a:r>
            <a:r>
              <a:rPr kumimoji="1" lang="ja-JP" altLang="en-US" sz="2400" dirty="0">
                <a:solidFill>
                  <a:schemeClr val="tx1">
                    <a:lumMod val="90000"/>
                    <a:lumOff val="10000"/>
                  </a:schemeClr>
                </a:solidFill>
              </a:rPr>
              <a:t>変調器になる。</a:t>
            </a:r>
          </a:p>
        </p:txBody>
      </p:sp>
    </p:spTree>
    <p:extLst>
      <p:ext uri="{BB962C8B-B14F-4D97-AF65-F5344CB8AC3E}">
        <p14:creationId xmlns:p14="http://schemas.microsoft.com/office/powerpoint/2010/main" val="250368080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3EECC15-93DA-E3F2-75F7-3D3CDDB05711}"/>
              </a:ext>
            </a:extLst>
          </p:cNvPr>
          <p:cNvSpPr>
            <a:spLocks noGrp="1"/>
          </p:cNvSpPr>
          <p:nvPr>
            <p:ph type="title"/>
          </p:nvPr>
        </p:nvSpPr>
        <p:spPr/>
        <p:txBody>
          <a:bodyPr/>
          <a:lstStyle/>
          <a:p>
            <a:r>
              <a:rPr lang="ja-JP" altLang="en-US" dirty="0"/>
              <a:t>量子化器の無い</a:t>
            </a:r>
            <a:r>
              <a:rPr lang="en-US" altLang="ja-JP" dirty="0"/>
              <a:t>ΔΣ</a:t>
            </a:r>
            <a:r>
              <a:rPr lang="ja-JP" altLang="en-US" dirty="0"/>
              <a:t>を考える</a:t>
            </a:r>
            <a:endParaRPr kumimoji="1" lang="ja-JP" altLang="en-US" dirty="0"/>
          </a:p>
        </p:txBody>
      </p:sp>
      <p:sp>
        <p:nvSpPr>
          <p:cNvPr id="3" name="スライド番号プレースホルダー 2">
            <a:extLst>
              <a:ext uri="{FF2B5EF4-FFF2-40B4-BE49-F238E27FC236}">
                <a16:creationId xmlns:a16="http://schemas.microsoft.com/office/drawing/2014/main" id="{37226E7C-3E44-E08B-67D7-89006B959A87}"/>
              </a:ext>
            </a:extLst>
          </p:cNvPr>
          <p:cNvSpPr>
            <a:spLocks noGrp="1"/>
          </p:cNvSpPr>
          <p:nvPr>
            <p:ph type="sldNum" sz="quarter" idx="12"/>
          </p:nvPr>
        </p:nvSpPr>
        <p:spPr/>
        <p:txBody>
          <a:bodyPr/>
          <a:lstStyle/>
          <a:p>
            <a:fld id="{336D103E-743F-4B05-B1B2-74D6FB9408BE}" type="slidenum">
              <a:rPr kumimoji="1" lang="ja-JP" altLang="en-US" smtClean="0"/>
              <a:t>25</a:t>
            </a:fld>
            <a:endParaRPr kumimoji="1" lang="ja-JP" altLang="en-US"/>
          </a:p>
        </p:txBody>
      </p:sp>
      <mc:AlternateContent xmlns:mc="http://schemas.openxmlformats.org/markup-compatibility/2006" xmlns:a14="http://schemas.microsoft.com/office/drawing/2010/main">
        <mc:Choice Requires="a14">
          <p:sp>
            <p:nvSpPr>
              <p:cNvPr id="4" name="テキスト ボックス 3">
                <a:extLst>
                  <a:ext uri="{FF2B5EF4-FFF2-40B4-BE49-F238E27FC236}">
                    <a16:creationId xmlns:a16="http://schemas.microsoft.com/office/drawing/2014/main" id="{90C3BB28-7760-D701-6645-96BF5CBCDD42}"/>
                  </a:ext>
                </a:extLst>
              </p:cNvPr>
              <p:cNvSpPr txBox="1"/>
              <p:nvPr/>
            </p:nvSpPr>
            <p:spPr>
              <a:xfrm>
                <a:off x="4783698" y="3153860"/>
                <a:ext cx="269113" cy="369332"/>
              </a:xfrm>
              <a:prstGeom prst="rect">
                <a:avLst/>
              </a:prstGeom>
              <a:noFill/>
            </p:spPr>
            <p:txBody>
              <a:bodyPr wrap="square" lIns="0" tIns="0" rIns="0" bIns="0" rtlCol="0">
                <a:spAutoFit/>
              </a:bodyPr>
              <a:lstStyle/>
              <a:p>
                <a:pPr algn="l"/>
                <a14:m>
                  <m:oMathPara xmlns:m="http://schemas.openxmlformats.org/officeDocument/2006/math">
                    <m:oMath>
                      <m:sSub>
                        <m:sSubPr>
                          <m:ctrlPr>
                            <a:rPr kumimoji="1" lang="en-US" altLang="ja-JP" sz="2400" b="0" i="1" smtClean="0">
                              <a:solidFill>
                                <a:schemeClr val="tx1">
                                  <a:lumMod val="90000"/>
                                  <a:lumOff val="10000"/>
                                </a:schemeClr>
                              </a:solidFill>
                              <a:latin typeface="Cambria Math" panose="02040503050406030204" pitchFamily="18" charset="0"/>
                            </a:rPr>
                          </m:ctrlPr>
                        </m:sSubPr>
                        <m:e>
                          <m:r>
                            <a:rPr kumimoji="1" lang="en-US" altLang="ja-JP" sz="2400" b="0" i="1" smtClean="0">
                              <a:solidFill>
                                <a:schemeClr val="tx1">
                                  <a:lumMod val="90000"/>
                                  <a:lumOff val="10000"/>
                                </a:schemeClr>
                              </a:solidFill>
                              <a:latin typeface="Cambria Math" panose="02040503050406030204" pitchFamily="18" charset="0"/>
                            </a:rPr>
                            <m:t>𝑦</m:t>
                          </m:r>
                        </m:e>
                        <m:sub>
                          <m:r>
                            <a:rPr kumimoji="1" lang="en-US" altLang="ja-JP" sz="2400" b="0" i="1" smtClean="0">
                              <a:solidFill>
                                <a:schemeClr val="tx1">
                                  <a:lumMod val="90000"/>
                                  <a:lumOff val="10000"/>
                                </a:schemeClr>
                              </a:solidFill>
                              <a:latin typeface="Cambria Math" panose="02040503050406030204" pitchFamily="18" charset="0"/>
                            </a:rPr>
                            <m:t>𝑛</m:t>
                          </m:r>
                        </m:sub>
                      </m:sSub>
                    </m:oMath>
                  </m:oMathPara>
                </a14:m>
                <a:endParaRPr kumimoji="1" lang="ja-JP" altLang="en-US" sz="2400" dirty="0">
                  <a:solidFill>
                    <a:schemeClr val="tx1">
                      <a:lumMod val="90000"/>
                      <a:lumOff val="10000"/>
                    </a:schemeClr>
                  </a:solidFill>
                </a:endParaRPr>
              </a:p>
            </p:txBody>
          </p:sp>
        </mc:Choice>
        <mc:Fallback xmlns="">
          <p:sp>
            <p:nvSpPr>
              <p:cNvPr id="4" name="テキスト ボックス 3">
                <a:extLst>
                  <a:ext uri="{FF2B5EF4-FFF2-40B4-BE49-F238E27FC236}">
                    <a16:creationId xmlns:a16="http://schemas.microsoft.com/office/drawing/2014/main" id="{90C3BB28-7760-D701-6645-96BF5CBCDD42}"/>
                  </a:ext>
                </a:extLst>
              </p:cNvPr>
              <p:cNvSpPr txBox="1">
                <a:spLocks noRot="1" noChangeAspect="1" noMove="1" noResize="1" noEditPoints="1" noAdjustHandles="1" noChangeArrowheads="1" noChangeShapeType="1" noTextEdit="1"/>
              </p:cNvSpPr>
              <p:nvPr/>
            </p:nvSpPr>
            <p:spPr>
              <a:xfrm>
                <a:off x="4783698" y="3153860"/>
                <a:ext cx="269113" cy="369332"/>
              </a:xfrm>
              <a:prstGeom prst="rect">
                <a:avLst/>
              </a:prstGeom>
              <a:blipFill>
                <a:blip r:embed="rId2"/>
                <a:stretch>
                  <a:fillRect l="-40909" r="-29545" b="-27869"/>
                </a:stretch>
              </a:blipFill>
            </p:spPr>
            <p:txBody>
              <a:bodyPr/>
              <a:lstStyle/>
              <a:p>
                <a:r>
                  <a:rPr lang="ja-JP" altLang="en-US">
                    <a:noFill/>
                  </a:rPr>
                  <a:t> </a:t>
                </a:r>
              </a:p>
            </p:txBody>
          </p:sp>
        </mc:Fallback>
      </mc:AlternateContent>
      <p:grpSp>
        <p:nvGrpSpPr>
          <p:cNvPr id="5" name="グループ化 4">
            <a:extLst>
              <a:ext uri="{FF2B5EF4-FFF2-40B4-BE49-F238E27FC236}">
                <a16:creationId xmlns:a16="http://schemas.microsoft.com/office/drawing/2014/main" id="{400DB94F-3F24-B26A-A32E-8762F468E299}"/>
              </a:ext>
            </a:extLst>
          </p:cNvPr>
          <p:cNvGrpSpPr/>
          <p:nvPr/>
        </p:nvGrpSpPr>
        <p:grpSpPr>
          <a:xfrm flipV="1">
            <a:off x="2401964" y="2930221"/>
            <a:ext cx="662940" cy="816610"/>
            <a:chOff x="9274810" y="4104640"/>
            <a:chExt cx="662940" cy="816610"/>
          </a:xfrm>
        </p:grpSpPr>
        <p:sp>
          <p:nvSpPr>
            <p:cNvPr id="6" name="正方形/長方形 5">
              <a:extLst>
                <a:ext uri="{FF2B5EF4-FFF2-40B4-BE49-F238E27FC236}">
                  <a16:creationId xmlns:a16="http://schemas.microsoft.com/office/drawing/2014/main" id="{6C14A668-BDE1-3630-A1E0-D8D3DE5DC545}"/>
                </a:ext>
              </a:extLst>
            </p:cNvPr>
            <p:cNvSpPr/>
            <p:nvPr/>
          </p:nvSpPr>
          <p:spPr>
            <a:xfrm>
              <a:off x="9274810" y="4104640"/>
              <a:ext cx="662940" cy="816610"/>
            </a:xfrm>
            <a:prstGeom prst="rect">
              <a:avLst/>
            </a:prstGeom>
            <a:noFill/>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kumimoji="1" lang="ja-JP" altLang="en-US"/>
            </a:p>
          </p:txBody>
        </p:sp>
        <p:sp>
          <p:nvSpPr>
            <p:cNvPr id="7" name="二等辺三角形 6">
              <a:extLst>
                <a:ext uri="{FF2B5EF4-FFF2-40B4-BE49-F238E27FC236}">
                  <a16:creationId xmlns:a16="http://schemas.microsoft.com/office/drawing/2014/main" id="{E522EE4E-C5D5-D35F-DB68-DC2C14773E25}"/>
                </a:ext>
              </a:extLst>
            </p:cNvPr>
            <p:cNvSpPr/>
            <p:nvPr/>
          </p:nvSpPr>
          <p:spPr>
            <a:xfrm rot="10800000">
              <a:off x="9439592" y="4104640"/>
              <a:ext cx="333375" cy="161925"/>
            </a:xfrm>
            <a:prstGeom prst="triangle">
              <a:avLst/>
            </a:prstGeom>
            <a:noFill/>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kumimoji="1" lang="ja-JP" altLang="en-US"/>
            </a:p>
          </p:txBody>
        </p:sp>
      </p:grpSp>
      <p:sp>
        <p:nvSpPr>
          <p:cNvPr id="8" name="楕円 7">
            <a:extLst>
              <a:ext uri="{FF2B5EF4-FFF2-40B4-BE49-F238E27FC236}">
                <a16:creationId xmlns:a16="http://schemas.microsoft.com/office/drawing/2014/main" id="{504DEAEB-8AFF-C8B4-DDDC-BAEEA11A4395}"/>
              </a:ext>
            </a:extLst>
          </p:cNvPr>
          <p:cNvSpPr/>
          <p:nvPr/>
        </p:nvSpPr>
        <p:spPr>
          <a:xfrm>
            <a:off x="1802007" y="3278201"/>
            <a:ext cx="120650" cy="120650"/>
          </a:xfrm>
          <a:prstGeom prst="ellipse">
            <a:avLst/>
          </a:prstGeom>
          <a:noFill/>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kumimoji="1" lang="ja-JP" altLang="en-US"/>
          </a:p>
        </p:txBody>
      </p:sp>
      <p:sp>
        <p:nvSpPr>
          <p:cNvPr id="9" name="テキスト ボックス 8">
            <a:extLst>
              <a:ext uri="{FF2B5EF4-FFF2-40B4-BE49-F238E27FC236}">
                <a16:creationId xmlns:a16="http://schemas.microsoft.com/office/drawing/2014/main" id="{2FEBF710-BFFD-62AA-141D-E1C91184CFC8}"/>
              </a:ext>
            </a:extLst>
          </p:cNvPr>
          <p:cNvSpPr txBox="1"/>
          <p:nvPr/>
        </p:nvSpPr>
        <p:spPr>
          <a:xfrm>
            <a:off x="1635911" y="3380196"/>
            <a:ext cx="153888" cy="184666"/>
          </a:xfrm>
          <a:prstGeom prst="rect">
            <a:avLst/>
          </a:prstGeom>
          <a:noFill/>
        </p:spPr>
        <p:txBody>
          <a:bodyPr wrap="square" lIns="0" tIns="0" rIns="0" bIns="0" rtlCol="0">
            <a:spAutoFit/>
          </a:bodyPr>
          <a:lstStyle/>
          <a:p>
            <a:pPr algn="l"/>
            <a:r>
              <a:rPr kumimoji="1" lang="ja-JP" altLang="en-US" sz="1200" dirty="0">
                <a:solidFill>
                  <a:schemeClr val="tx1">
                    <a:lumMod val="90000"/>
                    <a:lumOff val="10000"/>
                  </a:schemeClr>
                </a:solidFill>
              </a:rPr>
              <a:t>＋</a:t>
            </a:r>
          </a:p>
        </p:txBody>
      </p:sp>
      <p:sp>
        <p:nvSpPr>
          <p:cNvPr id="10" name="テキスト ボックス 9">
            <a:extLst>
              <a:ext uri="{FF2B5EF4-FFF2-40B4-BE49-F238E27FC236}">
                <a16:creationId xmlns:a16="http://schemas.microsoft.com/office/drawing/2014/main" id="{48DB0F29-724A-3B59-8EE0-ED5833DE3810}"/>
              </a:ext>
            </a:extLst>
          </p:cNvPr>
          <p:cNvSpPr txBox="1"/>
          <p:nvPr/>
        </p:nvSpPr>
        <p:spPr>
          <a:xfrm>
            <a:off x="1915812" y="3123697"/>
            <a:ext cx="153888" cy="184666"/>
          </a:xfrm>
          <a:prstGeom prst="rect">
            <a:avLst/>
          </a:prstGeom>
          <a:noFill/>
        </p:spPr>
        <p:txBody>
          <a:bodyPr wrap="square" lIns="0" tIns="0" rIns="0" bIns="0" rtlCol="0">
            <a:spAutoFit/>
          </a:bodyPr>
          <a:lstStyle/>
          <a:p>
            <a:pPr algn="l"/>
            <a:r>
              <a:rPr kumimoji="1" lang="ja-JP" altLang="en-US" sz="1200" dirty="0">
                <a:solidFill>
                  <a:schemeClr val="tx1">
                    <a:lumMod val="90000"/>
                    <a:lumOff val="10000"/>
                  </a:schemeClr>
                </a:solidFill>
              </a:rPr>
              <a:t>＋</a:t>
            </a:r>
          </a:p>
        </p:txBody>
      </p:sp>
      <p:cxnSp>
        <p:nvCxnSpPr>
          <p:cNvPr id="11" name="直線コネクタ 10">
            <a:extLst>
              <a:ext uri="{FF2B5EF4-FFF2-40B4-BE49-F238E27FC236}">
                <a16:creationId xmlns:a16="http://schemas.microsoft.com/office/drawing/2014/main" id="{5F3FA33A-D0C5-2FD1-CF2B-57647DD7CD2E}"/>
              </a:ext>
            </a:extLst>
          </p:cNvPr>
          <p:cNvCxnSpPr>
            <a:cxnSpLocks/>
            <a:stCxn id="8" idx="6"/>
            <a:endCxn id="6" idx="1"/>
          </p:cNvCxnSpPr>
          <p:nvPr/>
        </p:nvCxnSpPr>
        <p:spPr>
          <a:xfrm>
            <a:off x="1922657" y="3338526"/>
            <a:ext cx="479307" cy="0"/>
          </a:xfrm>
          <a:prstGeom prst="line">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2" name="コネクタ: カギ線 11">
            <a:extLst>
              <a:ext uri="{FF2B5EF4-FFF2-40B4-BE49-F238E27FC236}">
                <a16:creationId xmlns:a16="http://schemas.microsoft.com/office/drawing/2014/main" id="{0BE5CDD8-0039-CBE9-41CF-C3A706D1731C}"/>
              </a:ext>
            </a:extLst>
          </p:cNvPr>
          <p:cNvCxnSpPr>
            <a:cxnSpLocks/>
            <a:stCxn id="6" idx="3"/>
            <a:endCxn id="8" idx="0"/>
          </p:cNvCxnSpPr>
          <p:nvPr/>
        </p:nvCxnSpPr>
        <p:spPr>
          <a:xfrm flipH="1" flipV="1">
            <a:off x="1862332" y="3278201"/>
            <a:ext cx="1202572" cy="60325"/>
          </a:xfrm>
          <a:prstGeom prst="bentConnector4">
            <a:avLst>
              <a:gd name="adj1" fmla="val -44223"/>
              <a:gd name="adj2" fmla="val 1055789"/>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3" name="直線コネクタ 12">
            <a:extLst>
              <a:ext uri="{FF2B5EF4-FFF2-40B4-BE49-F238E27FC236}">
                <a16:creationId xmlns:a16="http://schemas.microsoft.com/office/drawing/2014/main" id="{7C1DFA9B-7D4C-CDA6-5A99-8113AC2564C9}"/>
              </a:ext>
            </a:extLst>
          </p:cNvPr>
          <p:cNvCxnSpPr>
            <a:cxnSpLocks/>
            <a:stCxn id="6" idx="3"/>
            <a:endCxn id="4" idx="1"/>
          </p:cNvCxnSpPr>
          <p:nvPr/>
        </p:nvCxnSpPr>
        <p:spPr>
          <a:xfrm>
            <a:off x="3064904" y="3338526"/>
            <a:ext cx="1718794" cy="0"/>
          </a:xfrm>
          <a:prstGeom prst="line">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mc:AlternateContent xmlns:mc="http://schemas.openxmlformats.org/markup-compatibility/2006" xmlns:a14="http://schemas.microsoft.com/office/drawing/2010/main">
        <mc:Choice Requires="a14">
          <p:sp>
            <p:nvSpPr>
              <p:cNvPr id="14" name="テキスト ボックス 13">
                <a:extLst>
                  <a:ext uri="{FF2B5EF4-FFF2-40B4-BE49-F238E27FC236}">
                    <a16:creationId xmlns:a16="http://schemas.microsoft.com/office/drawing/2014/main" id="{5C6290E8-9F87-5DB3-92EF-09441861DBE7}"/>
                  </a:ext>
                </a:extLst>
              </p:cNvPr>
              <p:cNvSpPr txBox="1"/>
              <p:nvPr/>
            </p:nvSpPr>
            <p:spPr>
              <a:xfrm>
                <a:off x="2007681" y="3976387"/>
                <a:ext cx="502766" cy="369332"/>
              </a:xfrm>
              <a:prstGeom prst="rect">
                <a:avLst/>
              </a:prstGeom>
              <a:noFill/>
            </p:spPr>
            <p:txBody>
              <a:bodyPr wrap="square" lIns="0" tIns="0" rIns="0" bIns="0" rtlCol="0">
                <a:spAutoFit/>
              </a:bodyPr>
              <a:lstStyle/>
              <a:p>
                <a:pPr algn="l"/>
                <a14:m>
                  <m:oMathPara xmlns:m="http://schemas.openxmlformats.org/officeDocument/2006/math">
                    <m:oMath>
                      <m:r>
                        <a:rPr kumimoji="1" lang="en-US" altLang="ja-JP" sz="2400" b="0" i="1" smtClean="0">
                          <a:solidFill>
                            <a:schemeClr val="tx1">
                              <a:lumMod val="90000"/>
                              <a:lumOff val="10000"/>
                            </a:schemeClr>
                          </a:solidFill>
                          <a:latin typeface="Cambria Math" panose="02040503050406030204" pitchFamily="18" charset="0"/>
                        </a:rPr>
                        <m:t>𝑐𝑙𝑘</m:t>
                      </m:r>
                    </m:oMath>
                  </m:oMathPara>
                </a14:m>
                <a:endParaRPr kumimoji="1" lang="ja-JP" altLang="en-US" sz="2400" dirty="0">
                  <a:solidFill>
                    <a:schemeClr val="tx1">
                      <a:lumMod val="90000"/>
                      <a:lumOff val="10000"/>
                    </a:schemeClr>
                  </a:solidFill>
                </a:endParaRPr>
              </a:p>
            </p:txBody>
          </p:sp>
        </mc:Choice>
        <mc:Fallback xmlns="">
          <p:sp>
            <p:nvSpPr>
              <p:cNvPr id="14" name="テキスト ボックス 13">
                <a:extLst>
                  <a:ext uri="{FF2B5EF4-FFF2-40B4-BE49-F238E27FC236}">
                    <a16:creationId xmlns:a16="http://schemas.microsoft.com/office/drawing/2014/main" id="{5C6290E8-9F87-5DB3-92EF-09441861DBE7}"/>
                  </a:ext>
                </a:extLst>
              </p:cNvPr>
              <p:cNvSpPr txBox="1">
                <a:spLocks noRot="1" noChangeAspect="1" noMove="1" noResize="1" noEditPoints="1" noAdjustHandles="1" noChangeArrowheads="1" noChangeShapeType="1" noTextEdit="1"/>
              </p:cNvSpPr>
              <p:nvPr/>
            </p:nvSpPr>
            <p:spPr>
              <a:xfrm>
                <a:off x="2007681" y="3976387"/>
                <a:ext cx="502766" cy="369332"/>
              </a:xfrm>
              <a:prstGeom prst="rect">
                <a:avLst/>
              </a:prstGeom>
              <a:blipFill>
                <a:blip r:embed="rId3"/>
                <a:stretch>
                  <a:fillRect l="-13253" r="-10843" b="-9836"/>
                </a:stretch>
              </a:blipFill>
            </p:spPr>
            <p:txBody>
              <a:bodyPr/>
              <a:lstStyle/>
              <a:p>
                <a:r>
                  <a:rPr lang="ja-JP" altLang="en-US">
                    <a:noFill/>
                  </a:rPr>
                  <a:t> </a:t>
                </a:r>
              </a:p>
            </p:txBody>
          </p:sp>
        </mc:Fallback>
      </mc:AlternateContent>
      <p:cxnSp>
        <p:nvCxnSpPr>
          <p:cNvPr id="15" name="コネクタ: カギ線 14">
            <a:extLst>
              <a:ext uri="{FF2B5EF4-FFF2-40B4-BE49-F238E27FC236}">
                <a16:creationId xmlns:a16="http://schemas.microsoft.com/office/drawing/2014/main" id="{12081038-F048-796D-F964-D442BC33D43A}"/>
              </a:ext>
            </a:extLst>
          </p:cNvPr>
          <p:cNvCxnSpPr>
            <a:cxnSpLocks/>
            <a:stCxn id="14" idx="3"/>
            <a:endCxn id="7" idx="3"/>
          </p:cNvCxnSpPr>
          <p:nvPr/>
        </p:nvCxnSpPr>
        <p:spPr>
          <a:xfrm flipV="1">
            <a:off x="2510447" y="3746831"/>
            <a:ext cx="222986" cy="414222"/>
          </a:xfrm>
          <a:prstGeom prst="bentConnector2">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mc:AlternateContent xmlns:mc="http://schemas.openxmlformats.org/markup-compatibility/2006" xmlns:a14="http://schemas.microsoft.com/office/drawing/2010/main">
        <mc:Choice Requires="a14">
          <p:sp>
            <p:nvSpPr>
              <p:cNvPr id="16" name="テキスト ボックス 15">
                <a:extLst>
                  <a:ext uri="{FF2B5EF4-FFF2-40B4-BE49-F238E27FC236}">
                    <a16:creationId xmlns:a16="http://schemas.microsoft.com/office/drawing/2014/main" id="{52EA8525-5056-947A-496F-DFF0B57BCD45}"/>
                  </a:ext>
                </a:extLst>
              </p:cNvPr>
              <p:cNvSpPr txBox="1"/>
              <p:nvPr/>
            </p:nvSpPr>
            <p:spPr>
              <a:xfrm>
                <a:off x="158708" y="3138471"/>
                <a:ext cx="562403" cy="400110"/>
              </a:xfrm>
              <a:prstGeom prst="rect">
                <a:avLst/>
              </a:prstGeom>
              <a:noFill/>
            </p:spPr>
            <p:txBody>
              <a:bodyPr wrap="square">
                <a:spAutoFit/>
              </a:bodyPr>
              <a:lstStyle/>
              <a:p>
                <a:pPr/>
                <a14:m>
                  <m:oMathPara xmlns:m="http://schemas.openxmlformats.org/officeDocument/2006/math">
                    <m:oMath>
                      <m:sSub>
                        <m:sSubPr>
                          <m:ctrlPr>
                            <a:rPr lang="en-US" altLang="ja-JP" sz="2000" b="0" i="1" smtClean="0">
                              <a:solidFill>
                                <a:schemeClr val="tx1">
                                  <a:lumMod val="90000"/>
                                  <a:lumOff val="10000"/>
                                </a:schemeClr>
                              </a:solidFill>
                              <a:latin typeface="Cambria Math" panose="02040503050406030204" pitchFamily="18" charset="0"/>
                            </a:rPr>
                          </m:ctrlPr>
                        </m:sSubPr>
                        <m:e>
                          <m:r>
                            <a:rPr lang="en-US" altLang="ja-JP" sz="2000" b="0" i="1" smtClean="0">
                              <a:solidFill>
                                <a:schemeClr val="tx1">
                                  <a:lumMod val="90000"/>
                                  <a:lumOff val="10000"/>
                                </a:schemeClr>
                              </a:solidFill>
                              <a:latin typeface="Cambria Math" panose="02040503050406030204" pitchFamily="18" charset="0"/>
                            </a:rPr>
                            <m:t>𝑥</m:t>
                          </m:r>
                        </m:e>
                        <m:sub>
                          <m:r>
                            <a:rPr lang="en-US" altLang="ja-JP" sz="2000" i="1">
                              <a:solidFill>
                                <a:schemeClr val="tx1">
                                  <a:lumMod val="90000"/>
                                  <a:lumOff val="10000"/>
                                </a:schemeClr>
                              </a:solidFill>
                              <a:latin typeface="Cambria Math" panose="02040503050406030204" pitchFamily="18" charset="0"/>
                            </a:rPr>
                            <m:t>𝑛</m:t>
                          </m:r>
                        </m:sub>
                      </m:sSub>
                    </m:oMath>
                  </m:oMathPara>
                </a14:m>
                <a:endParaRPr lang="ja-JP" altLang="en-US" sz="2000" dirty="0"/>
              </a:p>
            </p:txBody>
          </p:sp>
        </mc:Choice>
        <mc:Fallback xmlns="">
          <p:sp>
            <p:nvSpPr>
              <p:cNvPr id="16" name="テキスト ボックス 15">
                <a:extLst>
                  <a:ext uri="{FF2B5EF4-FFF2-40B4-BE49-F238E27FC236}">
                    <a16:creationId xmlns:a16="http://schemas.microsoft.com/office/drawing/2014/main" id="{52EA8525-5056-947A-496F-DFF0B57BCD45}"/>
                  </a:ext>
                </a:extLst>
              </p:cNvPr>
              <p:cNvSpPr txBox="1">
                <a:spLocks noRot="1" noChangeAspect="1" noMove="1" noResize="1" noEditPoints="1" noAdjustHandles="1" noChangeArrowheads="1" noChangeShapeType="1" noTextEdit="1"/>
              </p:cNvSpPr>
              <p:nvPr/>
            </p:nvSpPr>
            <p:spPr>
              <a:xfrm>
                <a:off x="158708" y="3138471"/>
                <a:ext cx="562403" cy="400110"/>
              </a:xfrm>
              <a:prstGeom prst="rect">
                <a:avLst/>
              </a:prstGeom>
              <a:blipFill>
                <a:blip r:embed="rId4"/>
                <a:stretch>
                  <a:fillRect/>
                </a:stretch>
              </a:blipFill>
            </p:spPr>
            <p:txBody>
              <a:bodyPr/>
              <a:lstStyle/>
              <a:p>
                <a:r>
                  <a:rPr lang="ja-JP" altLang="en-US">
                    <a:noFill/>
                  </a:rPr>
                  <a:t> </a:t>
                </a:r>
              </a:p>
            </p:txBody>
          </p:sp>
        </mc:Fallback>
      </mc:AlternateContent>
      <p:cxnSp>
        <p:nvCxnSpPr>
          <p:cNvPr id="17" name="直線コネクタ 16">
            <a:extLst>
              <a:ext uri="{FF2B5EF4-FFF2-40B4-BE49-F238E27FC236}">
                <a16:creationId xmlns:a16="http://schemas.microsoft.com/office/drawing/2014/main" id="{59788961-8485-31A5-384C-027461D2D10F}"/>
              </a:ext>
            </a:extLst>
          </p:cNvPr>
          <p:cNvCxnSpPr>
            <a:cxnSpLocks/>
            <a:stCxn id="16" idx="3"/>
            <a:endCxn id="21" idx="2"/>
          </p:cNvCxnSpPr>
          <p:nvPr/>
        </p:nvCxnSpPr>
        <p:spPr>
          <a:xfrm>
            <a:off x="721111" y="3338526"/>
            <a:ext cx="562403" cy="0"/>
          </a:xfrm>
          <a:prstGeom prst="line">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grpSp>
        <p:nvGrpSpPr>
          <p:cNvPr id="18" name="グループ化 17">
            <a:extLst>
              <a:ext uri="{FF2B5EF4-FFF2-40B4-BE49-F238E27FC236}">
                <a16:creationId xmlns:a16="http://schemas.microsoft.com/office/drawing/2014/main" id="{A25D914B-5FD1-A6C5-443D-2CCD3AD4DD6E}"/>
              </a:ext>
            </a:extLst>
          </p:cNvPr>
          <p:cNvGrpSpPr/>
          <p:nvPr/>
        </p:nvGrpSpPr>
        <p:grpSpPr>
          <a:xfrm flipH="1">
            <a:off x="2247545" y="1886862"/>
            <a:ext cx="579005" cy="666654"/>
            <a:chOff x="3633715" y="4527650"/>
            <a:chExt cx="579005" cy="666654"/>
          </a:xfrm>
        </p:grpSpPr>
        <p:sp>
          <p:nvSpPr>
            <p:cNvPr id="19" name="二等辺三角形 18">
              <a:extLst>
                <a:ext uri="{FF2B5EF4-FFF2-40B4-BE49-F238E27FC236}">
                  <a16:creationId xmlns:a16="http://schemas.microsoft.com/office/drawing/2014/main" id="{B9F4778C-7656-8DC9-E7C6-4E86CA4F4CAB}"/>
                </a:ext>
              </a:extLst>
            </p:cNvPr>
            <p:cNvSpPr/>
            <p:nvPr/>
          </p:nvSpPr>
          <p:spPr>
            <a:xfrm rot="5400000">
              <a:off x="3589891" y="4571474"/>
              <a:ext cx="666654" cy="579005"/>
            </a:xfrm>
            <a:prstGeom prst="triangle">
              <a:avLst/>
            </a:prstGeom>
            <a:noFill/>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vert="vert270" rtlCol="0" anchor="ctr"/>
            <a:lstStyle/>
            <a:p>
              <a:pPr algn="ctr"/>
              <a:endParaRPr kumimoji="1" lang="ja-JP" altLang="en-US" sz="1050" dirty="0"/>
            </a:p>
          </p:txBody>
        </p:sp>
        <p:sp>
          <p:nvSpPr>
            <p:cNvPr id="20" name="テキスト ボックス 19">
              <a:extLst>
                <a:ext uri="{FF2B5EF4-FFF2-40B4-BE49-F238E27FC236}">
                  <a16:creationId xmlns:a16="http://schemas.microsoft.com/office/drawing/2014/main" id="{1F577CDC-BF98-B0FC-12E5-312875AA023E}"/>
                </a:ext>
              </a:extLst>
            </p:cNvPr>
            <p:cNvSpPr txBox="1"/>
            <p:nvPr/>
          </p:nvSpPr>
          <p:spPr>
            <a:xfrm>
              <a:off x="3664430" y="4722477"/>
              <a:ext cx="394339" cy="276999"/>
            </a:xfrm>
            <a:prstGeom prst="rect">
              <a:avLst/>
            </a:prstGeom>
            <a:noFill/>
          </p:spPr>
          <p:txBody>
            <a:bodyPr wrap="none" lIns="0" tIns="0" rIns="0" bIns="0" rtlCol="0">
              <a:spAutoFit/>
            </a:bodyPr>
            <a:lstStyle/>
            <a:p>
              <a:r>
                <a:rPr lang="ja-JP" altLang="en-US" dirty="0"/>
                <a:t>✕</a:t>
              </a:r>
              <a:r>
                <a:rPr lang="en-US" altLang="ja-JP" dirty="0"/>
                <a:t>-1</a:t>
              </a:r>
              <a:endParaRPr lang="ja-JP" altLang="en-US" dirty="0"/>
            </a:p>
          </p:txBody>
        </p:sp>
      </p:grpSp>
      <p:sp>
        <p:nvSpPr>
          <p:cNvPr id="21" name="楕円 20">
            <a:extLst>
              <a:ext uri="{FF2B5EF4-FFF2-40B4-BE49-F238E27FC236}">
                <a16:creationId xmlns:a16="http://schemas.microsoft.com/office/drawing/2014/main" id="{BEAD1DB1-D8CB-BB5A-FDEF-BB76114FB1AF}"/>
              </a:ext>
            </a:extLst>
          </p:cNvPr>
          <p:cNvSpPr/>
          <p:nvPr/>
        </p:nvSpPr>
        <p:spPr>
          <a:xfrm>
            <a:off x="1283514" y="3278201"/>
            <a:ext cx="120650" cy="120650"/>
          </a:xfrm>
          <a:prstGeom prst="ellipse">
            <a:avLst/>
          </a:prstGeom>
          <a:noFill/>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kumimoji="1" lang="ja-JP" altLang="en-US"/>
          </a:p>
        </p:txBody>
      </p:sp>
      <p:cxnSp>
        <p:nvCxnSpPr>
          <p:cNvPr id="22" name="直線コネクタ 21">
            <a:extLst>
              <a:ext uri="{FF2B5EF4-FFF2-40B4-BE49-F238E27FC236}">
                <a16:creationId xmlns:a16="http://schemas.microsoft.com/office/drawing/2014/main" id="{7115A62F-A567-D151-FF0F-12EC448BC36A}"/>
              </a:ext>
            </a:extLst>
          </p:cNvPr>
          <p:cNvCxnSpPr>
            <a:cxnSpLocks/>
            <a:stCxn id="21" idx="6"/>
            <a:endCxn id="8" idx="2"/>
          </p:cNvCxnSpPr>
          <p:nvPr/>
        </p:nvCxnSpPr>
        <p:spPr>
          <a:xfrm>
            <a:off x="1404164" y="3338526"/>
            <a:ext cx="397843" cy="0"/>
          </a:xfrm>
          <a:prstGeom prst="line">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3" name="コネクタ: カギ線 22">
            <a:extLst>
              <a:ext uri="{FF2B5EF4-FFF2-40B4-BE49-F238E27FC236}">
                <a16:creationId xmlns:a16="http://schemas.microsoft.com/office/drawing/2014/main" id="{6312E8C1-D1B9-A655-6629-8ED11FA9EC78}"/>
              </a:ext>
            </a:extLst>
          </p:cNvPr>
          <p:cNvCxnSpPr>
            <a:cxnSpLocks/>
            <a:stCxn id="6" idx="3"/>
            <a:endCxn id="19" idx="3"/>
          </p:cNvCxnSpPr>
          <p:nvPr/>
        </p:nvCxnSpPr>
        <p:spPr>
          <a:xfrm flipH="1" flipV="1">
            <a:off x="2826550" y="2220189"/>
            <a:ext cx="238354" cy="1118337"/>
          </a:xfrm>
          <a:prstGeom prst="bentConnector3">
            <a:avLst>
              <a:gd name="adj1" fmla="val -425192"/>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4" name="コネクタ: カギ線 23">
            <a:extLst>
              <a:ext uri="{FF2B5EF4-FFF2-40B4-BE49-F238E27FC236}">
                <a16:creationId xmlns:a16="http://schemas.microsoft.com/office/drawing/2014/main" id="{5D721C5E-28E9-ADC4-0743-17ADE8E5FCEC}"/>
              </a:ext>
            </a:extLst>
          </p:cNvPr>
          <p:cNvCxnSpPr>
            <a:cxnSpLocks/>
            <a:stCxn id="19" idx="0"/>
            <a:endCxn id="21" idx="0"/>
          </p:cNvCxnSpPr>
          <p:nvPr/>
        </p:nvCxnSpPr>
        <p:spPr>
          <a:xfrm rot="10800000" flipV="1">
            <a:off x="1343839" y="2220189"/>
            <a:ext cx="903706" cy="1058012"/>
          </a:xfrm>
          <a:prstGeom prst="bentConnector2">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5" name="テキスト ボックス 24">
            <a:extLst>
              <a:ext uri="{FF2B5EF4-FFF2-40B4-BE49-F238E27FC236}">
                <a16:creationId xmlns:a16="http://schemas.microsoft.com/office/drawing/2014/main" id="{436095BC-4F38-9995-BFF3-C50B274D48ED}"/>
              </a:ext>
            </a:extLst>
          </p:cNvPr>
          <p:cNvSpPr txBox="1"/>
          <p:nvPr/>
        </p:nvSpPr>
        <p:spPr>
          <a:xfrm>
            <a:off x="1135353" y="3380196"/>
            <a:ext cx="153888" cy="184666"/>
          </a:xfrm>
          <a:prstGeom prst="rect">
            <a:avLst/>
          </a:prstGeom>
          <a:noFill/>
        </p:spPr>
        <p:txBody>
          <a:bodyPr wrap="square" lIns="0" tIns="0" rIns="0" bIns="0" rtlCol="0">
            <a:spAutoFit/>
          </a:bodyPr>
          <a:lstStyle/>
          <a:p>
            <a:pPr algn="l"/>
            <a:r>
              <a:rPr kumimoji="1" lang="ja-JP" altLang="en-US" sz="1200" dirty="0">
                <a:solidFill>
                  <a:schemeClr val="tx1">
                    <a:lumMod val="90000"/>
                    <a:lumOff val="10000"/>
                  </a:schemeClr>
                </a:solidFill>
              </a:rPr>
              <a:t>＋</a:t>
            </a:r>
          </a:p>
        </p:txBody>
      </p:sp>
      <p:sp>
        <p:nvSpPr>
          <p:cNvPr id="26" name="テキスト ボックス 25">
            <a:extLst>
              <a:ext uri="{FF2B5EF4-FFF2-40B4-BE49-F238E27FC236}">
                <a16:creationId xmlns:a16="http://schemas.microsoft.com/office/drawing/2014/main" id="{88E41D7A-BCBE-ED4A-CEA9-C7AA2657643D}"/>
              </a:ext>
            </a:extLst>
          </p:cNvPr>
          <p:cNvSpPr txBox="1"/>
          <p:nvPr/>
        </p:nvSpPr>
        <p:spPr>
          <a:xfrm>
            <a:off x="1415254" y="3123697"/>
            <a:ext cx="153888" cy="184666"/>
          </a:xfrm>
          <a:prstGeom prst="rect">
            <a:avLst/>
          </a:prstGeom>
          <a:noFill/>
        </p:spPr>
        <p:txBody>
          <a:bodyPr wrap="square" lIns="0" tIns="0" rIns="0" bIns="0" rtlCol="0">
            <a:spAutoFit/>
          </a:bodyPr>
          <a:lstStyle/>
          <a:p>
            <a:pPr algn="l"/>
            <a:r>
              <a:rPr kumimoji="1" lang="ja-JP" altLang="en-US" sz="1200" dirty="0">
                <a:solidFill>
                  <a:schemeClr val="tx1">
                    <a:lumMod val="90000"/>
                    <a:lumOff val="10000"/>
                  </a:schemeClr>
                </a:solidFill>
              </a:rPr>
              <a:t>＋</a:t>
            </a:r>
          </a:p>
        </p:txBody>
      </p:sp>
      <p:sp>
        <p:nvSpPr>
          <p:cNvPr id="28" name="フリーフォーム: 図形 27">
            <a:extLst>
              <a:ext uri="{FF2B5EF4-FFF2-40B4-BE49-F238E27FC236}">
                <a16:creationId xmlns:a16="http://schemas.microsoft.com/office/drawing/2014/main" id="{CD5E1DD1-99E8-D010-225F-F54A4BE2DF40}"/>
              </a:ext>
            </a:extLst>
          </p:cNvPr>
          <p:cNvSpPr/>
          <p:nvPr/>
        </p:nvSpPr>
        <p:spPr>
          <a:xfrm rot="2097267">
            <a:off x="1096115" y="3332309"/>
            <a:ext cx="155969" cy="1026257"/>
          </a:xfrm>
          <a:custGeom>
            <a:avLst/>
            <a:gdLst>
              <a:gd name="csX0" fmla="*/ 71566 w 135746"/>
              <a:gd name="csY0" fmla="*/ 510117 h 510117"/>
              <a:gd name="csX1" fmla="*/ 1716 w 135746"/>
              <a:gd name="csY1" fmla="*/ 294217 h 510117"/>
              <a:gd name="csX2" fmla="*/ 135066 w 135746"/>
              <a:gd name="csY2" fmla="*/ 243417 h 510117"/>
              <a:gd name="csX3" fmla="*/ 44049 w 135746"/>
              <a:gd name="csY3" fmla="*/ 0 h 510117"/>
            </a:gdLst>
            <a:ahLst/>
            <a:cxnLst>
              <a:cxn ang="0">
                <a:pos x="csX0" y="csY0"/>
              </a:cxn>
              <a:cxn ang="0">
                <a:pos x="csX1" y="csY1"/>
              </a:cxn>
              <a:cxn ang="0">
                <a:pos x="csX2" y="csY2"/>
              </a:cxn>
              <a:cxn ang="0">
                <a:pos x="csX3" y="csY3"/>
              </a:cxn>
            </a:cxnLst>
            <a:rect l="l" t="t" r="r" b="b"/>
            <a:pathLst>
              <a:path w="135746" h="510117">
                <a:moveTo>
                  <a:pt x="71566" y="510117"/>
                </a:moveTo>
                <a:cubicBezTo>
                  <a:pt x="31349" y="424392"/>
                  <a:pt x="-8867" y="338667"/>
                  <a:pt x="1716" y="294217"/>
                </a:cubicBezTo>
                <a:cubicBezTo>
                  <a:pt x="12299" y="249767"/>
                  <a:pt x="128011" y="292453"/>
                  <a:pt x="135066" y="243417"/>
                </a:cubicBezTo>
                <a:cubicBezTo>
                  <a:pt x="142122" y="194381"/>
                  <a:pt x="93085" y="97190"/>
                  <a:pt x="44049" y="0"/>
                </a:cubicBezTo>
              </a:path>
            </a:pathLst>
          </a:cu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kumimoji="1" lang="ja-JP" altLang="en-US"/>
          </a:p>
        </p:txBody>
      </p:sp>
      <p:sp>
        <p:nvSpPr>
          <p:cNvPr id="29" name="フリーフォーム: 図形 28">
            <a:extLst>
              <a:ext uri="{FF2B5EF4-FFF2-40B4-BE49-F238E27FC236}">
                <a16:creationId xmlns:a16="http://schemas.microsoft.com/office/drawing/2014/main" id="{C8629E25-A92A-E08B-3A2A-A560A541FCD3}"/>
              </a:ext>
            </a:extLst>
          </p:cNvPr>
          <p:cNvSpPr/>
          <p:nvPr/>
        </p:nvSpPr>
        <p:spPr>
          <a:xfrm rot="2097267">
            <a:off x="1691857" y="3357841"/>
            <a:ext cx="155969" cy="1026257"/>
          </a:xfrm>
          <a:custGeom>
            <a:avLst/>
            <a:gdLst>
              <a:gd name="csX0" fmla="*/ 71566 w 135746"/>
              <a:gd name="csY0" fmla="*/ 510117 h 510117"/>
              <a:gd name="csX1" fmla="*/ 1716 w 135746"/>
              <a:gd name="csY1" fmla="*/ 294217 h 510117"/>
              <a:gd name="csX2" fmla="*/ 135066 w 135746"/>
              <a:gd name="csY2" fmla="*/ 243417 h 510117"/>
              <a:gd name="csX3" fmla="*/ 44049 w 135746"/>
              <a:gd name="csY3" fmla="*/ 0 h 510117"/>
            </a:gdLst>
            <a:ahLst/>
            <a:cxnLst>
              <a:cxn ang="0">
                <a:pos x="csX0" y="csY0"/>
              </a:cxn>
              <a:cxn ang="0">
                <a:pos x="csX1" y="csY1"/>
              </a:cxn>
              <a:cxn ang="0">
                <a:pos x="csX2" y="csY2"/>
              </a:cxn>
              <a:cxn ang="0">
                <a:pos x="csX3" y="csY3"/>
              </a:cxn>
            </a:cxnLst>
            <a:rect l="l" t="t" r="r" b="b"/>
            <a:pathLst>
              <a:path w="135746" h="510117">
                <a:moveTo>
                  <a:pt x="71566" y="510117"/>
                </a:moveTo>
                <a:cubicBezTo>
                  <a:pt x="31349" y="424392"/>
                  <a:pt x="-8867" y="338667"/>
                  <a:pt x="1716" y="294217"/>
                </a:cubicBezTo>
                <a:cubicBezTo>
                  <a:pt x="12299" y="249767"/>
                  <a:pt x="128011" y="292453"/>
                  <a:pt x="135066" y="243417"/>
                </a:cubicBezTo>
                <a:cubicBezTo>
                  <a:pt x="142122" y="194381"/>
                  <a:pt x="93085" y="97190"/>
                  <a:pt x="44049" y="0"/>
                </a:cubicBezTo>
              </a:path>
            </a:pathLst>
          </a:cu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kumimoji="1" lang="ja-JP" altLang="en-US"/>
          </a:p>
        </p:txBody>
      </p:sp>
      <mc:AlternateContent xmlns:mc="http://schemas.openxmlformats.org/markup-compatibility/2006" xmlns:a14="http://schemas.microsoft.com/office/drawing/2010/main">
        <mc:Choice Requires="a14">
          <p:sp>
            <p:nvSpPr>
              <p:cNvPr id="33" name="テキスト ボックス 32">
                <a:extLst>
                  <a:ext uri="{FF2B5EF4-FFF2-40B4-BE49-F238E27FC236}">
                    <a16:creationId xmlns:a16="http://schemas.microsoft.com/office/drawing/2014/main" id="{125FAA2A-74E1-3080-9D55-91B07809EEAC}"/>
                  </a:ext>
                </a:extLst>
              </p:cNvPr>
              <p:cNvSpPr txBox="1"/>
              <p:nvPr/>
            </p:nvSpPr>
            <p:spPr>
              <a:xfrm>
                <a:off x="611695" y="4258033"/>
                <a:ext cx="562404" cy="369332"/>
              </a:xfrm>
              <a:prstGeom prst="rect">
                <a:avLst/>
              </a:prstGeom>
              <a:noFill/>
            </p:spPr>
            <p:txBody>
              <a:bodyPr wrap="square">
                <a:spAutoFit/>
              </a:bodyPr>
              <a:lstStyle/>
              <a:p>
                <a:pPr/>
                <a14:m>
                  <m:oMathPara xmlns:m="http://schemas.openxmlformats.org/officeDocument/2006/math">
                    <m:oMath>
                      <m:sSub>
                        <m:sSubPr>
                          <m:ctrlPr>
                            <a:rPr lang="en-US" altLang="ja-JP" sz="1800" b="0" i="1" smtClean="0">
                              <a:solidFill>
                                <a:schemeClr val="tx1">
                                  <a:lumMod val="90000"/>
                                  <a:lumOff val="10000"/>
                                </a:schemeClr>
                              </a:solidFill>
                              <a:latin typeface="Cambria Math" panose="02040503050406030204" pitchFamily="18" charset="0"/>
                            </a:rPr>
                          </m:ctrlPr>
                        </m:sSubPr>
                        <m:e>
                          <m:r>
                            <a:rPr lang="en-US" altLang="ja-JP" sz="1800" b="0" i="1" smtClean="0">
                              <a:solidFill>
                                <a:schemeClr val="tx1">
                                  <a:lumMod val="90000"/>
                                  <a:lumOff val="10000"/>
                                </a:schemeClr>
                              </a:solidFill>
                              <a:latin typeface="Cambria Math" panose="02040503050406030204" pitchFamily="18" charset="0"/>
                            </a:rPr>
                            <m:t>𝐷</m:t>
                          </m:r>
                        </m:e>
                        <m:sub>
                          <m:r>
                            <a:rPr lang="en-US" altLang="ja-JP" sz="1800" b="0" i="1" smtClean="0">
                              <a:solidFill>
                                <a:schemeClr val="tx1">
                                  <a:lumMod val="90000"/>
                                  <a:lumOff val="10000"/>
                                </a:schemeClr>
                              </a:solidFill>
                              <a:latin typeface="Cambria Math" panose="02040503050406030204" pitchFamily="18" charset="0"/>
                            </a:rPr>
                            <m:t>𝑛</m:t>
                          </m:r>
                        </m:sub>
                      </m:sSub>
                    </m:oMath>
                  </m:oMathPara>
                </a14:m>
                <a:endParaRPr lang="ja-JP" altLang="en-US" dirty="0"/>
              </a:p>
            </p:txBody>
          </p:sp>
        </mc:Choice>
        <mc:Fallback xmlns="">
          <p:sp>
            <p:nvSpPr>
              <p:cNvPr id="33" name="テキスト ボックス 32">
                <a:extLst>
                  <a:ext uri="{FF2B5EF4-FFF2-40B4-BE49-F238E27FC236}">
                    <a16:creationId xmlns:a16="http://schemas.microsoft.com/office/drawing/2014/main" id="{125FAA2A-74E1-3080-9D55-91B07809EEAC}"/>
                  </a:ext>
                </a:extLst>
              </p:cNvPr>
              <p:cNvSpPr txBox="1">
                <a:spLocks noRot="1" noChangeAspect="1" noMove="1" noResize="1" noEditPoints="1" noAdjustHandles="1" noChangeArrowheads="1" noChangeShapeType="1" noTextEdit="1"/>
              </p:cNvSpPr>
              <p:nvPr/>
            </p:nvSpPr>
            <p:spPr>
              <a:xfrm>
                <a:off x="611695" y="4258033"/>
                <a:ext cx="562404" cy="369332"/>
              </a:xfrm>
              <a:prstGeom prst="rect">
                <a:avLst/>
              </a:prstGeom>
              <a:blipFill>
                <a:blip r:embed="rId5"/>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34" name="テキスト ボックス 33">
                <a:extLst>
                  <a:ext uri="{FF2B5EF4-FFF2-40B4-BE49-F238E27FC236}">
                    <a16:creationId xmlns:a16="http://schemas.microsoft.com/office/drawing/2014/main" id="{582CEEE5-B77C-21C4-A3CB-E69E98636933}"/>
                  </a:ext>
                </a:extLst>
              </p:cNvPr>
              <p:cNvSpPr txBox="1"/>
              <p:nvPr/>
            </p:nvSpPr>
            <p:spPr>
              <a:xfrm>
                <a:off x="1212297" y="4258033"/>
                <a:ext cx="562404" cy="369332"/>
              </a:xfrm>
              <a:prstGeom prst="rect">
                <a:avLst/>
              </a:prstGeom>
              <a:noFill/>
            </p:spPr>
            <p:txBody>
              <a:bodyPr wrap="square">
                <a:spAutoFit/>
              </a:bodyPr>
              <a:lstStyle/>
              <a:p>
                <a:pPr/>
                <a14:m>
                  <m:oMathPara xmlns:m="http://schemas.openxmlformats.org/officeDocument/2006/math">
                    <m:oMath>
                      <m:sSub>
                        <m:sSubPr>
                          <m:ctrlPr>
                            <a:rPr lang="en-US" altLang="ja-JP" sz="1800" b="0" i="1" smtClean="0">
                              <a:solidFill>
                                <a:schemeClr val="tx1">
                                  <a:lumMod val="90000"/>
                                  <a:lumOff val="10000"/>
                                </a:schemeClr>
                              </a:solidFill>
                              <a:latin typeface="Cambria Math" panose="02040503050406030204" pitchFamily="18" charset="0"/>
                            </a:rPr>
                          </m:ctrlPr>
                        </m:sSubPr>
                        <m:e>
                          <m:r>
                            <a:rPr lang="en-US" altLang="ja-JP" sz="1800" b="0" i="1" smtClean="0">
                              <a:solidFill>
                                <a:schemeClr val="tx1">
                                  <a:lumMod val="90000"/>
                                  <a:lumOff val="10000"/>
                                </a:schemeClr>
                              </a:solidFill>
                              <a:latin typeface="Cambria Math" panose="02040503050406030204" pitchFamily="18" charset="0"/>
                            </a:rPr>
                            <m:t>𝑆</m:t>
                          </m:r>
                        </m:e>
                        <m:sub>
                          <m:r>
                            <a:rPr lang="en-US" altLang="ja-JP" sz="1800" b="0" i="1" smtClean="0">
                              <a:solidFill>
                                <a:schemeClr val="tx1">
                                  <a:lumMod val="90000"/>
                                  <a:lumOff val="10000"/>
                                </a:schemeClr>
                              </a:solidFill>
                              <a:latin typeface="Cambria Math" panose="02040503050406030204" pitchFamily="18" charset="0"/>
                            </a:rPr>
                            <m:t>𝑛</m:t>
                          </m:r>
                        </m:sub>
                      </m:sSub>
                    </m:oMath>
                  </m:oMathPara>
                </a14:m>
                <a:endParaRPr lang="ja-JP" altLang="en-US" dirty="0"/>
              </a:p>
            </p:txBody>
          </p:sp>
        </mc:Choice>
        <mc:Fallback xmlns="">
          <p:sp>
            <p:nvSpPr>
              <p:cNvPr id="34" name="テキスト ボックス 33">
                <a:extLst>
                  <a:ext uri="{FF2B5EF4-FFF2-40B4-BE49-F238E27FC236}">
                    <a16:creationId xmlns:a16="http://schemas.microsoft.com/office/drawing/2014/main" id="{582CEEE5-B77C-21C4-A3CB-E69E98636933}"/>
                  </a:ext>
                </a:extLst>
              </p:cNvPr>
              <p:cNvSpPr txBox="1">
                <a:spLocks noRot="1" noChangeAspect="1" noMove="1" noResize="1" noEditPoints="1" noAdjustHandles="1" noChangeArrowheads="1" noChangeShapeType="1" noTextEdit="1"/>
              </p:cNvSpPr>
              <p:nvPr/>
            </p:nvSpPr>
            <p:spPr>
              <a:xfrm>
                <a:off x="1212297" y="4258033"/>
                <a:ext cx="562404" cy="369332"/>
              </a:xfrm>
              <a:prstGeom prst="rect">
                <a:avLst/>
              </a:prstGeom>
              <a:blipFill>
                <a:blip r:embed="rId6"/>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35" name="テキスト ボックス 34">
                <a:extLst>
                  <a:ext uri="{FF2B5EF4-FFF2-40B4-BE49-F238E27FC236}">
                    <a16:creationId xmlns:a16="http://schemas.microsoft.com/office/drawing/2014/main" id="{33FEF9D7-AAE7-9FE2-0B3D-C1A98095F3A6}"/>
                  </a:ext>
                </a:extLst>
              </p:cNvPr>
              <p:cNvSpPr txBox="1"/>
              <p:nvPr/>
            </p:nvSpPr>
            <p:spPr>
              <a:xfrm>
                <a:off x="5684929" y="1324676"/>
                <a:ext cx="6172109" cy="4154984"/>
              </a:xfrm>
              <a:prstGeom prst="rect">
                <a:avLst/>
              </a:prstGeom>
              <a:noFill/>
            </p:spPr>
            <p:txBody>
              <a:bodyPr wrap="square" rtlCol="0">
                <a:spAutoFit/>
              </a:bodyPr>
              <a:lstStyle/>
              <a:p>
                <a:r>
                  <a:rPr lang="en-US" altLang="ja-JP" sz="2400" dirty="0">
                    <a:solidFill>
                      <a:schemeClr val="tx1">
                        <a:lumMod val="90000"/>
                        <a:lumOff val="10000"/>
                      </a:schemeClr>
                    </a:solidFill>
                  </a:rPr>
                  <a:t>Δ</a:t>
                </a:r>
                <a:r>
                  <a:rPr lang="ja-JP" altLang="en-US" sz="2400" dirty="0">
                    <a:solidFill>
                      <a:schemeClr val="tx1">
                        <a:lumMod val="90000"/>
                        <a:lumOff val="10000"/>
                      </a:schemeClr>
                    </a:solidFill>
                  </a:rPr>
                  <a:t>のための加算器を</a:t>
                </a:r>
                <a14:m>
                  <m:oMath xmlns:m="http://schemas.openxmlformats.org/officeDocument/2006/math">
                    <m:sSub>
                      <m:sSubPr>
                        <m:ctrlPr>
                          <a:rPr lang="en-US" altLang="ja-JP" sz="2400" b="0" i="1" smtClean="0">
                            <a:solidFill>
                              <a:schemeClr val="tx1">
                                <a:lumMod val="90000"/>
                                <a:lumOff val="10000"/>
                              </a:schemeClr>
                            </a:solidFill>
                            <a:latin typeface="Cambria Math" panose="02040503050406030204" pitchFamily="18" charset="0"/>
                          </a:rPr>
                        </m:ctrlPr>
                      </m:sSubPr>
                      <m:e>
                        <m:r>
                          <a:rPr lang="en-US" altLang="ja-JP" sz="2400" b="0" i="1" smtClean="0">
                            <a:solidFill>
                              <a:schemeClr val="tx1">
                                <a:lumMod val="90000"/>
                                <a:lumOff val="10000"/>
                              </a:schemeClr>
                            </a:solidFill>
                            <a:latin typeface="Cambria Math" panose="02040503050406030204" pitchFamily="18" charset="0"/>
                          </a:rPr>
                          <m:t>𝐷</m:t>
                        </m:r>
                      </m:e>
                      <m:sub>
                        <m:r>
                          <a:rPr lang="en-US" altLang="ja-JP" sz="2400" i="1">
                            <a:solidFill>
                              <a:schemeClr val="tx1">
                                <a:lumMod val="90000"/>
                                <a:lumOff val="10000"/>
                              </a:schemeClr>
                            </a:solidFill>
                            <a:latin typeface="Cambria Math" panose="02040503050406030204" pitchFamily="18" charset="0"/>
                          </a:rPr>
                          <m:t>𝑛</m:t>
                        </m:r>
                      </m:sub>
                    </m:sSub>
                  </m:oMath>
                </a14:m>
                <a:r>
                  <a:rPr kumimoji="1" lang="ja-JP" altLang="en-US" sz="2400" dirty="0">
                    <a:solidFill>
                      <a:schemeClr val="tx1">
                        <a:lumMod val="90000"/>
                        <a:lumOff val="10000"/>
                      </a:schemeClr>
                    </a:solidFill>
                  </a:rPr>
                  <a:t>、シグマのための加算機は</a:t>
                </a:r>
                <a14:m>
                  <m:oMath xmlns:m="http://schemas.openxmlformats.org/officeDocument/2006/math">
                    <m:sSub>
                      <m:sSubPr>
                        <m:ctrlPr>
                          <a:rPr lang="en-US" altLang="ja-JP" sz="2400" i="1">
                            <a:solidFill>
                              <a:schemeClr val="tx1">
                                <a:lumMod val="90000"/>
                                <a:lumOff val="10000"/>
                              </a:schemeClr>
                            </a:solidFill>
                            <a:latin typeface="Cambria Math" panose="02040503050406030204" pitchFamily="18" charset="0"/>
                          </a:rPr>
                        </m:ctrlPr>
                      </m:sSubPr>
                      <m:e>
                        <m:r>
                          <a:rPr lang="en-US" altLang="ja-JP" sz="2400" i="1">
                            <a:solidFill>
                              <a:schemeClr val="tx1">
                                <a:lumMod val="90000"/>
                                <a:lumOff val="10000"/>
                              </a:schemeClr>
                            </a:solidFill>
                            <a:latin typeface="Cambria Math" panose="02040503050406030204" pitchFamily="18" charset="0"/>
                          </a:rPr>
                          <m:t>𝑆</m:t>
                        </m:r>
                      </m:e>
                      <m:sub>
                        <m:r>
                          <a:rPr lang="en-US" altLang="ja-JP" sz="2400" i="1">
                            <a:solidFill>
                              <a:schemeClr val="tx1">
                                <a:lumMod val="90000"/>
                                <a:lumOff val="10000"/>
                              </a:schemeClr>
                            </a:solidFill>
                            <a:latin typeface="Cambria Math" panose="02040503050406030204" pitchFamily="18" charset="0"/>
                          </a:rPr>
                          <m:t>𝑛</m:t>
                        </m:r>
                      </m:sub>
                    </m:sSub>
                  </m:oMath>
                </a14:m>
                <a:r>
                  <a:rPr kumimoji="1" lang="ja-JP" altLang="en-US" sz="2400" dirty="0">
                    <a:solidFill>
                      <a:schemeClr val="tx1">
                        <a:lumMod val="90000"/>
                        <a:lumOff val="10000"/>
                      </a:schemeClr>
                    </a:solidFill>
                  </a:rPr>
                  <a:t>とする。そうすると、</a:t>
                </a:r>
                <a:endParaRPr kumimoji="1" lang="en-US" altLang="ja-JP" sz="2400" dirty="0">
                  <a:solidFill>
                    <a:schemeClr val="tx1">
                      <a:lumMod val="90000"/>
                      <a:lumOff val="10000"/>
                    </a:schemeClr>
                  </a:solidFill>
                </a:endParaRPr>
              </a:p>
              <a:p>
                <a:pPr/>
                <a14:m>
                  <m:oMathPara xmlns:m="http://schemas.openxmlformats.org/officeDocument/2006/math">
                    <m:oMath>
                      <m:sSub>
                        <m:sSubPr>
                          <m:ctrlPr>
                            <a:rPr lang="en-US" altLang="ja-JP" sz="2400" b="0" i="1" smtClean="0">
                              <a:solidFill>
                                <a:schemeClr val="tx1">
                                  <a:lumMod val="90000"/>
                                  <a:lumOff val="10000"/>
                                </a:schemeClr>
                              </a:solidFill>
                              <a:latin typeface="Cambria Math" panose="02040503050406030204" pitchFamily="18" charset="0"/>
                            </a:rPr>
                          </m:ctrlPr>
                        </m:sSubPr>
                        <m:e>
                          <m:r>
                            <a:rPr lang="en-US" altLang="ja-JP" sz="2400" b="0" i="1" smtClean="0">
                              <a:solidFill>
                                <a:schemeClr val="tx1">
                                  <a:lumMod val="90000"/>
                                  <a:lumOff val="10000"/>
                                </a:schemeClr>
                              </a:solidFill>
                              <a:latin typeface="Cambria Math" panose="02040503050406030204" pitchFamily="18" charset="0"/>
                            </a:rPr>
                            <m:t>𝐷</m:t>
                          </m:r>
                        </m:e>
                        <m:sub>
                          <m:r>
                            <a:rPr lang="en-US" altLang="ja-JP" sz="2400" i="1">
                              <a:solidFill>
                                <a:schemeClr val="tx1">
                                  <a:lumMod val="90000"/>
                                  <a:lumOff val="10000"/>
                                </a:schemeClr>
                              </a:solidFill>
                              <a:latin typeface="Cambria Math" panose="02040503050406030204" pitchFamily="18" charset="0"/>
                            </a:rPr>
                            <m:t>𝑛</m:t>
                          </m:r>
                        </m:sub>
                      </m:sSub>
                      <m:r>
                        <a:rPr lang="en-US" altLang="ja-JP" sz="2400" b="0" i="1" smtClean="0">
                          <a:solidFill>
                            <a:schemeClr val="tx1">
                              <a:lumMod val="90000"/>
                              <a:lumOff val="10000"/>
                            </a:schemeClr>
                          </a:solidFill>
                          <a:latin typeface="Cambria Math" panose="02040503050406030204" pitchFamily="18" charset="0"/>
                        </a:rPr>
                        <m:t>=</m:t>
                      </m:r>
                      <m:sSub>
                        <m:sSubPr>
                          <m:ctrlPr>
                            <a:rPr lang="en-US" altLang="ja-JP" sz="2400" b="0" i="1" smtClean="0">
                              <a:solidFill>
                                <a:schemeClr val="tx1">
                                  <a:lumMod val="90000"/>
                                  <a:lumOff val="10000"/>
                                </a:schemeClr>
                              </a:solidFill>
                              <a:latin typeface="Cambria Math" panose="02040503050406030204" pitchFamily="18" charset="0"/>
                            </a:rPr>
                          </m:ctrlPr>
                        </m:sSubPr>
                        <m:e>
                          <m:r>
                            <a:rPr lang="en-US" altLang="ja-JP" sz="2400" b="0" i="1" smtClean="0">
                              <a:solidFill>
                                <a:schemeClr val="tx1">
                                  <a:lumMod val="90000"/>
                                  <a:lumOff val="10000"/>
                                </a:schemeClr>
                              </a:solidFill>
                              <a:latin typeface="Cambria Math" panose="02040503050406030204" pitchFamily="18" charset="0"/>
                            </a:rPr>
                            <m:t>𝑥</m:t>
                          </m:r>
                        </m:e>
                        <m:sub>
                          <m:r>
                            <a:rPr lang="en-US" altLang="ja-JP" sz="2400" b="0" i="1" smtClean="0">
                              <a:solidFill>
                                <a:schemeClr val="tx1">
                                  <a:lumMod val="90000"/>
                                  <a:lumOff val="10000"/>
                                </a:schemeClr>
                              </a:solidFill>
                              <a:latin typeface="Cambria Math" panose="02040503050406030204" pitchFamily="18" charset="0"/>
                            </a:rPr>
                            <m:t>𝑛</m:t>
                          </m:r>
                        </m:sub>
                      </m:sSub>
                      <m:r>
                        <a:rPr lang="en-US" altLang="ja-JP" sz="2400" b="0" i="1" smtClean="0">
                          <a:solidFill>
                            <a:schemeClr val="tx1">
                              <a:lumMod val="90000"/>
                              <a:lumOff val="10000"/>
                            </a:schemeClr>
                          </a:solidFill>
                          <a:latin typeface="Cambria Math" panose="02040503050406030204" pitchFamily="18" charset="0"/>
                        </a:rPr>
                        <m:t>−</m:t>
                      </m:r>
                      <m:sSub>
                        <m:sSubPr>
                          <m:ctrlPr>
                            <a:rPr lang="en-US" altLang="ja-JP" sz="2400" b="0" i="1" smtClean="0">
                              <a:solidFill>
                                <a:schemeClr val="tx1">
                                  <a:lumMod val="90000"/>
                                  <a:lumOff val="10000"/>
                                </a:schemeClr>
                              </a:solidFill>
                              <a:latin typeface="Cambria Math" panose="02040503050406030204" pitchFamily="18" charset="0"/>
                            </a:rPr>
                          </m:ctrlPr>
                        </m:sSubPr>
                        <m:e>
                          <m:r>
                            <a:rPr lang="en-US" altLang="ja-JP" sz="2400" b="0" i="1" smtClean="0">
                              <a:solidFill>
                                <a:schemeClr val="tx1">
                                  <a:lumMod val="90000"/>
                                  <a:lumOff val="10000"/>
                                </a:schemeClr>
                              </a:solidFill>
                              <a:latin typeface="Cambria Math" panose="02040503050406030204" pitchFamily="18" charset="0"/>
                            </a:rPr>
                            <m:t>𝑦</m:t>
                          </m:r>
                        </m:e>
                        <m:sub>
                          <m:r>
                            <a:rPr lang="en-US" altLang="ja-JP" sz="2400" b="0" i="1" smtClean="0">
                              <a:solidFill>
                                <a:schemeClr val="tx1">
                                  <a:lumMod val="90000"/>
                                  <a:lumOff val="10000"/>
                                </a:schemeClr>
                              </a:solidFill>
                              <a:latin typeface="Cambria Math" panose="02040503050406030204" pitchFamily="18" charset="0"/>
                            </a:rPr>
                            <m:t>𝑛</m:t>
                          </m:r>
                        </m:sub>
                      </m:sSub>
                    </m:oMath>
                  </m:oMathPara>
                </a14:m>
                <a:endParaRPr kumimoji="1" lang="en-US" altLang="ja-JP" sz="2400" dirty="0">
                  <a:solidFill>
                    <a:schemeClr val="tx1">
                      <a:lumMod val="90000"/>
                      <a:lumOff val="10000"/>
                    </a:schemeClr>
                  </a:solidFill>
                </a:endParaRPr>
              </a:p>
              <a:p>
                <a:pPr/>
                <a14:m>
                  <m:oMathPara xmlns:m="http://schemas.openxmlformats.org/officeDocument/2006/math">
                    <m:oMath>
                      <m:sSub>
                        <m:sSubPr>
                          <m:ctrlPr>
                            <a:rPr lang="en-US" altLang="ja-JP" sz="2400" b="0" i="1" smtClean="0">
                              <a:solidFill>
                                <a:schemeClr val="tx1">
                                  <a:lumMod val="90000"/>
                                  <a:lumOff val="10000"/>
                                </a:schemeClr>
                              </a:solidFill>
                              <a:latin typeface="Cambria Math" panose="02040503050406030204" pitchFamily="18" charset="0"/>
                            </a:rPr>
                          </m:ctrlPr>
                        </m:sSubPr>
                        <m:e>
                          <m:r>
                            <a:rPr lang="en-US" altLang="ja-JP" sz="2400" b="0" i="1" smtClean="0">
                              <a:solidFill>
                                <a:schemeClr val="tx1">
                                  <a:lumMod val="90000"/>
                                  <a:lumOff val="10000"/>
                                </a:schemeClr>
                              </a:solidFill>
                              <a:latin typeface="Cambria Math" panose="02040503050406030204" pitchFamily="18" charset="0"/>
                            </a:rPr>
                            <m:t>𝑆</m:t>
                          </m:r>
                        </m:e>
                        <m:sub>
                          <m:r>
                            <a:rPr lang="en-US" altLang="ja-JP" sz="2400" i="1">
                              <a:solidFill>
                                <a:schemeClr val="tx1">
                                  <a:lumMod val="90000"/>
                                  <a:lumOff val="10000"/>
                                </a:schemeClr>
                              </a:solidFill>
                              <a:latin typeface="Cambria Math" panose="02040503050406030204" pitchFamily="18" charset="0"/>
                            </a:rPr>
                            <m:t>𝑛</m:t>
                          </m:r>
                        </m:sub>
                      </m:sSub>
                      <m:r>
                        <a:rPr lang="en-US" altLang="ja-JP" sz="2400" b="0" i="1" smtClean="0">
                          <a:solidFill>
                            <a:schemeClr val="tx1">
                              <a:lumMod val="90000"/>
                              <a:lumOff val="10000"/>
                            </a:schemeClr>
                          </a:solidFill>
                          <a:latin typeface="Cambria Math" panose="02040503050406030204" pitchFamily="18" charset="0"/>
                        </a:rPr>
                        <m:t>=</m:t>
                      </m:r>
                      <m:sSub>
                        <m:sSubPr>
                          <m:ctrlPr>
                            <a:rPr lang="en-US" altLang="ja-JP" sz="2400" b="0" i="1" smtClean="0">
                              <a:solidFill>
                                <a:schemeClr val="tx1">
                                  <a:lumMod val="90000"/>
                                  <a:lumOff val="10000"/>
                                </a:schemeClr>
                              </a:solidFill>
                              <a:latin typeface="Cambria Math" panose="02040503050406030204" pitchFamily="18" charset="0"/>
                            </a:rPr>
                          </m:ctrlPr>
                        </m:sSubPr>
                        <m:e>
                          <m:r>
                            <a:rPr lang="en-US" altLang="ja-JP" sz="2400" b="0" i="1" smtClean="0">
                              <a:solidFill>
                                <a:schemeClr val="tx1">
                                  <a:lumMod val="90000"/>
                                  <a:lumOff val="10000"/>
                                </a:schemeClr>
                              </a:solidFill>
                              <a:latin typeface="Cambria Math" panose="02040503050406030204" pitchFamily="18" charset="0"/>
                            </a:rPr>
                            <m:t>𝐷</m:t>
                          </m:r>
                        </m:e>
                        <m:sub>
                          <m:r>
                            <a:rPr lang="en-US" altLang="ja-JP" sz="2400" b="0" i="1" smtClean="0">
                              <a:solidFill>
                                <a:schemeClr val="tx1">
                                  <a:lumMod val="90000"/>
                                  <a:lumOff val="10000"/>
                                </a:schemeClr>
                              </a:solidFill>
                              <a:latin typeface="Cambria Math" panose="02040503050406030204" pitchFamily="18" charset="0"/>
                            </a:rPr>
                            <m:t>𝑛</m:t>
                          </m:r>
                        </m:sub>
                      </m:sSub>
                      <m:r>
                        <a:rPr lang="en-US" altLang="ja-JP" sz="2400" b="0" i="1" smtClean="0">
                          <a:solidFill>
                            <a:schemeClr val="tx1">
                              <a:lumMod val="90000"/>
                              <a:lumOff val="10000"/>
                            </a:schemeClr>
                          </a:solidFill>
                          <a:latin typeface="Cambria Math" panose="02040503050406030204" pitchFamily="18" charset="0"/>
                        </a:rPr>
                        <m:t>+</m:t>
                      </m:r>
                      <m:sSub>
                        <m:sSubPr>
                          <m:ctrlPr>
                            <a:rPr lang="en-US" altLang="ja-JP" sz="2400" b="0" i="1" smtClean="0">
                              <a:solidFill>
                                <a:schemeClr val="tx1">
                                  <a:lumMod val="90000"/>
                                  <a:lumOff val="10000"/>
                                </a:schemeClr>
                              </a:solidFill>
                              <a:latin typeface="Cambria Math" panose="02040503050406030204" pitchFamily="18" charset="0"/>
                            </a:rPr>
                          </m:ctrlPr>
                        </m:sSubPr>
                        <m:e>
                          <m:r>
                            <a:rPr lang="en-US" altLang="ja-JP" sz="2400" b="0" i="1" smtClean="0">
                              <a:solidFill>
                                <a:schemeClr val="tx1">
                                  <a:lumMod val="90000"/>
                                  <a:lumOff val="10000"/>
                                </a:schemeClr>
                              </a:solidFill>
                              <a:latin typeface="Cambria Math" panose="02040503050406030204" pitchFamily="18" charset="0"/>
                            </a:rPr>
                            <m:t>𝑦</m:t>
                          </m:r>
                        </m:e>
                        <m:sub>
                          <m:r>
                            <a:rPr lang="en-US" altLang="ja-JP" sz="2400" b="0" i="1" smtClean="0">
                              <a:solidFill>
                                <a:schemeClr val="tx1">
                                  <a:lumMod val="90000"/>
                                  <a:lumOff val="10000"/>
                                </a:schemeClr>
                              </a:solidFill>
                              <a:latin typeface="Cambria Math" panose="02040503050406030204" pitchFamily="18" charset="0"/>
                            </a:rPr>
                            <m:t>𝑛</m:t>
                          </m:r>
                        </m:sub>
                      </m:sSub>
                    </m:oMath>
                  </m:oMathPara>
                </a14:m>
                <a:endParaRPr kumimoji="1" lang="en-US" altLang="ja-JP" sz="2400" dirty="0">
                  <a:solidFill>
                    <a:schemeClr val="tx1">
                      <a:lumMod val="90000"/>
                      <a:lumOff val="10000"/>
                    </a:schemeClr>
                  </a:solidFill>
                </a:endParaRPr>
              </a:p>
              <a:p>
                <a:pPr/>
                <a:r>
                  <a:rPr kumimoji="1" lang="ja-JP" altLang="en-US" sz="2400" dirty="0">
                    <a:solidFill>
                      <a:schemeClr val="tx1">
                        <a:lumMod val="90000"/>
                        <a:lumOff val="10000"/>
                      </a:schemeClr>
                    </a:solidFill>
                  </a:rPr>
                  <a:t>となる。</a:t>
                </a:r>
                <a:r>
                  <a:rPr lang="ja-JP" altLang="en-US" sz="2400" dirty="0">
                    <a:solidFill>
                      <a:schemeClr val="tx1">
                        <a:lumMod val="90000"/>
                        <a:lumOff val="10000"/>
                      </a:schemeClr>
                    </a:solidFill>
                  </a:rPr>
                  <a:t>また</a:t>
                </a:r>
                <a14:m>
                  <m:oMath xmlns:m="http://schemas.openxmlformats.org/officeDocument/2006/math">
                    <m:sSub>
                      <m:sSubPr>
                        <m:ctrlPr>
                          <a:rPr lang="en-US" altLang="ja-JP" sz="2400" b="0" i="1" smtClean="0">
                            <a:solidFill>
                              <a:schemeClr val="tx1">
                                <a:lumMod val="90000"/>
                                <a:lumOff val="10000"/>
                              </a:schemeClr>
                            </a:solidFill>
                            <a:latin typeface="Cambria Math" panose="02040503050406030204" pitchFamily="18" charset="0"/>
                          </a:rPr>
                        </m:ctrlPr>
                      </m:sSubPr>
                      <m:e>
                        <m:r>
                          <a:rPr lang="en-US" altLang="ja-JP" sz="2400" b="0" i="1" smtClean="0">
                            <a:solidFill>
                              <a:schemeClr val="tx1">
                                <a:lumMod val="90000"/>
                                <a:lumOff val="10000"/>
                              </a:schemeClr>
                            </a:solidFill>
                            <a:latin typeface="Cambria Math" panose="02040503050406030204" pitchFamily="18" charset="0"/>
                          </a:rPr>
                          <m:t>𝑦</m:t>
                        </m:r>
                      </m:e>
                      <m:sub>
                        <m:r>
                          <a:rPr lang="en-US" altLang="ja-JP" sz="2400" i="1">
                            <a:solidFill>
                              <a:schemeClr val="tx1">
                                <a:lumMod val="90000"/>
                                <a:lumOff val="10000"/>
                              </a:schemeClr>
                            </a:solidFill>
                            <a:latin typeface="Cambria Math" panose="02040503050406030204" pitchFamily="18" charset="0"/>
                          </a:rPr>
                          <m:t>𝑛</m:t>
                        </m:r>
                      </m:sub>
                    </m:sSub>
                  </m:oMath>
                </a14:m>
                <a:r>
                  <a:rPr kumimoji="1" lang="ja-JP" altLang="en-US" sz="2400" dirty="0">
                    <a:solidFill>
                      <a:schemeClr val="tx1">
                        <a:lumMod val="90000"/>
                        <a:lumOff val="10000"/>
                      </a:schemeClr>
                    </a:solidFill>
                  </a:rPr>
                  <a:t>は</a:t>
                </a:r>
                <a14:m>
                  <m:oMath xmlns:m="http://schemas.openxmlformats.org/officeDocument/2006/math">
                    <m:sSub>
                      <m:sSubPr>
                        <m:ctrlPr>
                          <a:rPr lang="en-US" altLang="ja-JP" sz="2400" i="1">
                            <a:solidFill>
                              <a:schemeClr val="tx1">
                                <a:lumMod val="90000"/>
                                <a:lumOff val="10000"/>
                              </a:schemeClr>
                            </a:solidFill>
                            <a:latin typeface="Cambria Math" panose="02040503050406030204" pitchFamily="18" charset="0"/>
                          </a:rPr>
                        </m:ctrlPr>
                      </m:sSubPr>
                      <m:e>
                        <m:r>
                          <a:rPr lang="en-US" altLang="ja-JP" sz="2400" i="1">
                            <a:solidFill>
                              <a:schemeClr val="tx1">
                                <a:lumMod val="90000"/>
                                <a:lumOff val="10000"/>
                              </a:schemeClr>
                            </a:solidFill>
                            <a:latin typeface="Cambria Math" panose="02040503050406030204" pitchFamily="18" charset="0"/>
                          </a:rPr>
                          <m:t>𝑆</m:t>
                        </m:r>
                      </m:e>
                      <m:sub>
                        <m:r>
                          <a:rPr lang="en-US" altLang="ja-JP" sz="2400" i="1">
                            <a:solidFill>
                              <a:schemeClr val="tx1">
                                <a:lumMod val="90000"/>
                                <a:lumOff val="10000"/>
                              </a:schemeClr>
                            </a:solidFill>
                            <a:latin typeface="Cambria Math" panose="02040503050406030204" pitchFamily="18" charset="0"/>
                          </a:rPr>
                          <m:t>𝑛</m:t>
                        </m:r>
                      </m:sub>
                    </m:sSub>
                    <m:r>
                      <a:rPr lang="ja-JP" altLang="en-US" sz="2400" i="1" smtClean="0">
                        <a:solidFill>
                          <a:schemeClr val="tx1">
                            <a:lumMod val="90000"/>
                            <a:lumOff val="10000"/>
                          </a:schemeClr>
                        </a:solidFill>
                        <a:latin typeface="Cambria Math" panose="02040503050406030204" pitchFamily="18" charset="0"/>
                      </a:rPr>
                      <m:t>を</m:t>
                    </m:r>
                  </m:oMath>
                </a14:m>
                <a:r>
                  <a:rPr kumimoji="1" lang="ja-JP" altLang="en-US" sz="2400" dirty="0">
                    <a:solidFill>
                      <a:schemeClr val="tx1">
                        <a:lumMod val="90000"/>
                        <a:lumOff val="10000"/>
                      </a:schemeClr>
                    </a:solidFill>
                  </a:rPr>
                  <a:t>１つ遅延させたものなので、</a:t>
                </a:r>
                <a:br>
                  <a:rPr kumimoji="1" lang="en-US" altLang="ja-JP" sz="2400" dirty="0">
                    <a:solidFill>
                      <a:schemeClr val="tx1">
                        <a:lumMod val="90000"/>
                        <a:lumOff val="10000"/>
                      </a:schemeClr>
                    </a:solidFill>
                  </a:rPr>
                </a:br>
                <a14:m>
                  <m:oMathPara xmlns:m="http://schemas.openxmlformats.org/officeDocument/2006/math">
                    <m:oMath>
                      <m:sSub>
                        <m:sSubPr>
                          <m:ctrlPr>
                            <a:rPr lang="en-US" altLang="ja-JP" sz="2400" b="0" i="1" smtClean="0">
                              <a:solidFill>
                                <a:schemeClr val="tx1">
                                  <a:lumMod val="90000"/>
                                  <a:lumOff val="10000"/>
                                </a:schemeClr>
                              </a:solidFill>
                              <a:latin typeface="Cambria Math" panose="02040503050406030204" pitchFamily="18" charset="0"/>
                            </a:rPr>
                          </m:ctrlPr>
                        </m:sSubPr>
                        <m:e>
                          <m:r>
                            <a:rPr lang="en-US" altLang="ja-JP" sz="2400" b="0" i="1" smtClean="0">
                              <a:solidFill>
                                <a:schemeClr val="tx1">
                                  <a:lumMod val="90000"/>
                                  <a:lumOff val="10000"/>
                                </a:schemeClr>
                              </a:solidFill>
                              <a:latin typeface="Cambria Math" panose="02040503050406030204" pitchFamily="18" charset="0"/>
                            </a:rPr>
                            <m:t>𝑦</m:t>
                          </m:r>
                        </m:e>
                        <m:sub>
                          <m:r>
                            <a:rPr lang="en-US" altLang="ja-JP" sz="2400" i="1">
                              <a:solidFill>
                                <a:schemeClr val="tx1">
                                  <a:lumMod val="90000"/>
                                  <a:lumOff val="10000"/>
                                </a:schemeClr>
                              </a:solidFill>
                              <a:latin typeface="Cambria Math" panose="02040503050406030204" pitchFamily="18" charset="0"/>
                            </a:rPr>
                            <m:t>𝑛</m:t>
                          </m:r>
                        </m:sub>
                      </m:sSub>
                      <m:r>
                        <a:rPr lang="en-US" altLang="ja-JP" sz="2400" b="0" i="1" smtClean="0">
                          <a:solidFill>
                            <a:schemeClr val="tx1">
                              <a:lumMod val="90000"/>
                              <a:lumOff val="10000"/>
                            </a:schemeClr>
                          </a:solidFill>
                          <a:latin typeface="Cambria Math" panose="02040503050406030204" pitchFamily="18" charset="0"/>
                        </a:rPr>
                        <m:t>=</m:t>
                      </m:r>
                      <m:sSub>
                        <m:sSubPr>
                          <m:ctrlPr>
                            <a:rPr lang="en-US" altLang="ja-JP" sz="2400" b="0" i="1" smtClean="0">
                              <a:solidFill>
                                <a:schemeClr val="tx1">
                                  <a:lumMod val="90000"/>
                                  <a:lumOff val="10000"/>
                                </a:schemeClr>
                              </a:solidFill>
                              <a:latin typeface="Cambria Math" panose="02040503050406030204" pitchFamily="18" charset="0"/>
                            </a:rPr>
                          </m:ctrlPr>
                        </m:sSubPr>
                        <m:e>
                          <m:r>
                            <a:rPr lang="en-US" altLang="ja-JP" sz="2400" b="0" i="1" smtClean="0">
                              <a:solidFill>
                                <a:schemeClr val="tx1">
                                  <a:lumMod val="90000"/>
                                  <a:lumOff val="10000"/>
                                </a:schemeClr>
                              </a:solidFill>
                              <a:latin typeface="Cambria Math" panose="02040503050406030204" pitchFamily="18" charset="0"/>
                            </a:rPr>
                            <m:t>𝑆</m:t>
                          </m:r>
                        </m:e>
                        <m:sub>
                          <m:r>
                            <a:rPr lang="en-US" altLang="ja-JP" sz="2400" b="0" i="1" smtClean="0">
                              <a:solidFill>
                                <a:schemeClr val="tx1">
                                  <a:lumMod val="90000"/>
                                  <a:lumOff val="10000"/>
                                </a:schemeClr>
                              </a:solidFill>
                              <a:latin typeface="Cambria Math" panose="02040503050406030204" pitchFamily="18" charset="0"/>
                            </a:rPr>
                            <m:t>𝑛</m:t>
                          </m:r>
                          <m:r>
                            <a:rPr lang="en-US" altLang="ja-JP" sz="2400" b="0" i="1" smtClean="0">
                              <a:solidFill>
                                <a:schemeClr val="tx1">
                                  <a:lumMod val="90000"/>
                                  <a:lumOff val="10000"/>
                                </a:schemeClr>
                              </a:solidFill>
                              <a:latin typeface="Cambria Math" panose="02040503050406030204" pitchFamily="18" charset="0"/>
                            </a:rPr>
                            <m:t>−1</m:t>
                          </m:r>
                        </m:sub>
                      </m:sSub>
                    </m:oMath>
                  </m:oMathPara>
                </a14:m>
                <a:endParaRPr lang="en-US" altLang="ja-JP" sz="2400" b="0" dirty="0">
                  <a:solidFill>
                    <a:schemeClr val="tx1">
                      <a:lumMod val="90000"/>
                      <a:lumOff val="10000"/>
                    </a:schemeClr>
                  </a:solidFill>
                </a:endParaRPr>
              </a:p>
              <a:p>
                <a:r>
                  <a:rPr kumimoji="1" lang="ja-JP" altLang="en-US" sz="2400" dirty="0">
                    <a:solidFill>
                      <a:schemeClr val="tx1">
                        <a:lumMod val="90000"/>
                        <a:lumOff val="10000"/>
                      </a:schemeClr>
                    </a:solidFill>
                  </a:rPr>
                  <a:t>したがって、</a:t>
                </a:r>
                <a:endParaRPr kumimoji="1" lang="en-US" altLang="ja-JP" sz="2400" dirty="0">
                  <a:solidFill>
                    <a:schemeClr val="tx1">
                      <a:lumMod val="90000"/>
                      <a:lumOff val="10000"/>
                    </a:schemeClr>
                  </a:solidFill>
                </a:endParaRPr>
              </a:p>
              <a:p>
                <a:pPr/>
                <a14:m>
                  <m:oMathPara xmlns:m="http://schemas.openxmlformats.org/officeDocument/2006/math">
                    <m:oMath>
                      <m:sSub>
                        <m:sSubPr>
                          <m:ctrlPr>
                            <a:rPr lang="en-US" altLang="ja-JP" sz="2400" b="0" i="1" smtClean="0">
                              <a:solidFill>
                                <a:schemeClr val="tx1">
                                  <a:lumMod val="90000"/>
                                  <a:lumOff val="10000"/>
                                </a:schemeClr>
                              </a:solidFill>
                              <a:latin typeface="Cambria Math" panose="02040503050406030204" pitchFamily="18" charset="0"/>
                            </a:rPr>
                          </m:ctrlPr>
                        </m:sSubPr>
                        <m:e>
                          <m:r>
                            <a:rPr lang="en-US" altLang="ja-JP" sz="2400" b="0" i="1" smtClean="0">
                              <a:solidFill>
                                <a:schemeClr val="tx1">
                                  <a:lumMod val="90000"/>
                                  <a:lumOff val="10000"/>
                                </a:schemeClr>
                              </a:solidFill>
                              <a:latin typeface="Cambria Math" panose="02040503050406030204" pitchFamily="18" charset="0"/>
                            </a:rPr>
                            <m:t>𝑦</m:t>
                          </m:r>
                        </m:e>
                        <m:sub>
                          <m:r>
                            <a:rPr lang="en-US" altLang="ja-JP" sz="2400" i="1">
                              <a:solidFill>
                                <a:schemeClr val="tx1">
                                  <a:lumMod val="90000"/>
                                  <a:lumOff val="10000"/>
                                </a:schemeClr>
                              </a:solidFill>
                              <a:latin typeface="Cambria Math" panose="02040503050406030204" pitchFamily="18" charset="0"/>
                            </a:rPr>
                            <m:t>𝑛</m:t>
                          </m:r>
                        </m:sub>
                      </m:sSub>
                      <m:r>
                        <a:rPr lang="en-US" altLang="ja-JP" sz="2400" b="0" i="1" smtClean="0">
                          <a:solidFill>
                            <a:schemeClr val="tx1">
                              <a:lumMod val="90000"/>
                              <a:lumOff val="10000"/>
                            </a:schemeClr>
                          </a:solidFill>
                          <a:latin typeface="Cambria Math" panose="02040503050406030204" pitchFamily="18" charset="0"/>
                        </a:rPr>
                        <m:t>=</m:t>
                      </m:r>
                      <m:sSub>
                        <m:sSubPr>
                          <m:ctrlPr>
                            <a:rPr lang="en-US" altLang="ja-JP" sz="2400" b="0" i="1" smtClean="0">
                              <a:solidFill>
                                <a:schemeClr val="tx1">
                                  <a:lumMod val="90000"/>
                                  <a:lumOff val="10000"/>
                                </a:schemeClr>
                              </a:solidFill>
                              <a:latin typeface="Cambria Math" panose="02040503050406030204" pitchFamily="18" charset="0"/>
                            </a:rPr>
                          </m:ctrlPr>
                        </m:sSubPr>
                        <m:e>
                          <m:r>
                            <a:rPr lang="en-US" altLang="ja-JP" sz="2400" b="0" i="1" smtClean="0">
                              <a:solidFill>
                                <a:schemeClr val="tx1">
                                  <a:lumMod val="90000"/>
                                  <a:lumOff val="10000"/>
                                </a:schemeClr>
                              </a:solidFill>
                              <a:latin typeface="Cambria Math" panose="02040503050406030204" pitchFamily="18" charset="0"/>
                            </a:rPr>
                            <m:t>𝑥</m:t>
                          </m:r>
                        </m:e>
                        <m:sub>
                          <m:r>
                            <a:rPr lang="en-US" altLang="ja-JP" sz="2400" b="0" i="1" smtClean="0">
                              <a:solidFill>
                                <a:schemeClr val="tx1">
                                  <a:lumMod val="90000"/>
                                  <a:lumOff val="10000"/>
                                </a:schemeClr>
                              </a:solidFill>
                              <a:latin typeface="Cambria Math" panose="02040503050406030204" pitchFamily="18" charset="0"/>
                            </a:rPr>
                            <m:t>𝑛</m:t>
                          </m:r>
                          <m:r>
                            <a:rPr lang="en-US" altLang="ja-JP" sz="2400" b="0" i="1" smtClean="0">
                              <a:solidFill>
                                <a:schemeClr val="tx1">
                                  <a:lumMod val="90000"/>
                                  <a:lumOff val="10000"/>
                                </a:schemeClr>
                              </a:solidFill>
                              <a:latin typeface="Cambria Math" panose="02040503050406030204" pitchFamily="18" charset="0"/>
                            </a:rPr>
                            <m:t>−1</m:t>
                          </m:r>
                        </m:sub>
                      </m:sSub>
                    </m:oMath>
                  </m:oMathPara>
                </a14:m>
                <a:endParaRPr kumimoji="1" lang="en-US" altLang="ja-JP" sz="2400" dirty="0">
                  <a:solidFill>
                    <a:schemeClr val="tx1">
                      <a:lumMod val="90000"/>
                      <a:lumOff val="10000"/>
                    </a:schemeClr>
                  </a:solidFill>
                </a:endParaRPr>
              </a:p>
              <a:p>
                <a:r>
                  <a:rPr kumimoji="1" lang="ja-JP" altLang="en-US" sz="2400" dirty="0">
                    <a:solidFill>
                      <a:schemeClr val="tx1">
                        <a:lumMod val="90000"/>
                        <a:lumOff val="10000"/>
                      </a:schemeClr>
                    </a:solidFill>
                  </a:rPr>
                  <a:t>となり、微分したものを積分するので、当たり前だが</a:t>
                </a:r>
                <a:r>
                  <a:rPr kumimoji="1" lang="en-US" altLang="ja-JP" sz="2400" dirty="0">
                    <a:solidFill>
                      <a:schemeClr val="tx1">
                        <a:lumMod val="90000"/>
                        <a:lumOff val="10000"/>
                      </a:schemeClr>
                    </a:solidFill>
                  </a:rPr>
                  <a:t>1</a:t>
                </a:r>
                <a:r>
                  <a:rPr kumimoji="1" lang="ja-JP" altLang="en-US" sz="2400" dirty="0">
                    <a:solidFill>
                      <a:schemeClr val="tx1">
                        <a:lumMod val="90000"/>
                        <a:lumOff val="10000"/>
                      </a:schemeClr>
                    </a:solidFill>
                  </a:rPr>
                  <a:t>つ遅延したものが出力される。</a:t>
                </a:r>
                <a:endParaRPr kumimoji="1" lang="en-US" altLang="ja-JP" sz="2400" dirty="0">
                  <a:solidFill>
                    <a:schemeClr val="tx1">
                      <a:lumMod val="90000"/>
                      <a:lumOff val="10000"/>
                    </a:schemeClr>
                  </a:solidFill>
                </a:endParaRPr>
              </a:p>
            </p:txBody>
          </p:sp>
        </mc:Choice>
        <mc:Fallback xmlns="">
          <p:sp>
            <p:nvSpPr>
              <p:cNvPr id="35" name="テキスト ボックス 34">
                <a:extLst>
                  <a:ext uri="{FF2B5EF4-FFF2-40B4-BE49-F238E27FC236}">
                    <a16:creationId xmlns:a16="http://schemas.microsoft.com/office/drawing/2014/main" id="{33FEF9D7-AAE7-9FE2-0B3D-C1A98095F3A6}"/>
                  </a:ext>
                </a:extLst>
              </p:cNvPr>
              <p:cNvSpPr txBox="1">
                <a:spLocks noRot="1" noChangeAspect="1" noMove="1" noResize="1" noEditPoints="1" noAdjustHandles="1" noChangeArrowheads="1" noChangeShapeType="1" noTextEdit="1"/>
              </p:cNvSpPr>
              <p:nvPr/>
            </p:nvSpPr>
            <p:spPr>
              <a:xfrm>
                <a:off x="5684929" y="1324676"/>
                <a:ext cx="6172109" cy="4154984"/>
              </a:xfrm>
              <a:prstGeom prst="rect">
                <a:avLst/>
              </a:prstGeom>
              <a:blipFill>
                <a:blip r:embed="rId7"/>
                <a:stretch>
                  <a:fillRect l="-1581" t="-1760" r="-988" b="-2493"/>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181308378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9C7937C-7B3E-4648-B4FB-CF6F8116CCCD}"/>
              </a:ext>
            </a:extLst>
          </p:cNvPr>
          <p:cNvSpPr>
            <a:spLocks noGrp="1"/>
          </p:cNvSpPr>
          <p:nvPr>
            <p:ph type="title"/>
          </p:nvPr>
        </p:nvSpPr>
        <p:spPr/>
        <p:txBody>
          <a:bodyPr/>
          <a:lstStyle/>
          <a:p>
            <a:r>
              <a:rPr kumimoji="1" lang="en-US" altLang="ja-JP" dirty="0"/>
              <a:t>ΔΣ</a:t>
            </a:r>
            <a:r>
              <a:rPr kumimoji="1" lang="ja-JP" altLang="en-US" dirty="0"/>
              <a:t>変調器</a:t>
            </a:r>
          </a:p>
        </p:txBody>
      </p:sp>
      <p:sp>
        <p:nvSpPr>
          <p:cNvPr id="3" name="スライド番号プレースホルダー 2">
            <a:extLst>
              <a:ext uri="{FF2B5EF4-FFF2-40B4-BE49-F238E27FC236}">
                <a16:creationId xmlns:a16="http://schemas.microsoft.com/office/drawing/2014/main" id="{9AEF8FDE-6A6D-19C6-39B4-71C67EAB1A14}"/>
              </a:ext>
            </a:extLst>
          </p:cNvPr>
          <p:cNvSpPr>
            <a:spLocks noGrp="1"/>
          </p:cNvSpPr>
          <p:nvPr>
            <p:ph type="sldNum" sz="quarter" idx="12"/>
          </p:nvPr>
        </p:nvSpPr>
        <p:spPr/>
        <p:txBody>
          <a:bodyPr/>
          <a:lstStyle/>
          <a:p>
            <a:fld id="{336D103E-743F-4B05-B1B2-74D6FB9408BE}" type="slidenum">
              <a:rPr kumimoji="1" lang="ja-JP" altLang="en-US" smtClean="0"/>
              <a:t>26</a:t>
            </a:fld>
            <a:endParaRPr kumimoji="1" lang="ja-JP" altLang="en-US"/>
          </a:p>
        </p:txBody>
      </p:sp>
      <mc:AlternateContent xmlns:mc="http://schemas.openxmlformats.org/markup-compatibility/2006" xmlns:a14="http://schemas.microsoft.com/office/drawing/2010/main">
        <mc:Choice Requires="a14">
          <p:sp>
            <p:nvSpPr>
              <p:cNvPr id="4" name="テキスト ボックス 3">
                <a:extLst>
                  <a:ext uri="{FF2B5EF4-FFF2-40B4-BE49-F238E27FC236}">
                    <a16:creationId xmlns:a16="http://schemas.microsoft.com/office/drawing/2014/main" id="{4196EF93-4BAD-E8D0-A230-2902E7D35BA8}"/>
                  </a:ext>
                </a:extLst>
              </p:cNvPr>
              <p:cNvSpPr txBox="1"/>
              <p:nvPr/>
            </p:nvSpPr>
            <p:spPr>
              <a:xfrm>
                <a:off x="5149673" y="2138764"/>
                <a:ext cx="534288" cy="551090"/>
              </a:xfrm>
              <a:prstGeom prst="rect">
                <a:avLst/>
              </a:prstGeom>
              <a:noFill/>
            </p:spPr>
            <p:txBody>
              <a:bodyPr wrap="square" lIns="90000" tIns="90000" rIns="90000" bIns="90000" rtlCol="0">
                <a:spAutoFit/>
              </a:bodyPr>
              <a:lstStyle/>
              <a:p>
                <a:pPr algn="l"/>
                <a14:m>
                  <m:oMathPara xmlns:m="http://schemas.openxmlformats.org/officeDocument/2006/math">
                    <m:oMath>
                      <m:sSub>
                        <m:sSubPr>
                          <m:ctrlPr>
                            <a:rPr kumimoji="1" lang="en-US" altLang="ja-JP" sz="2400" b="0" i="1" smtClean="0">
                              <a:solidFill>
                                <a:schemeClr val="tx1">
                                  <a:lumMod val="90000"/>
                                  <a:lumOff val="10000"/>
                                </a:schemeClr>
                              </a:solidFill>
                              <a:latin typeface="Cambria Math" panose="02040503050406030204" pitchFamily="18" charset="0"/>
                            </a:rPr>
                          </m:ctrlPr>
                        </m:sSubPr>
                        <m:e>
                          <m:r>
                            <a:rPr kumimoji="1" lang="en-US" altLang="ja-JP" sz="2400" b="0" i="1" smtClean="0">
                              <a:solidFill>
                                <a:schemeClr val="tx1">
                                  <a:lumMod val="90000"/>
                                  <a:lumOff val="10000"/>
                                </a:schemeClr>
                              </a:solidFill>
                              <a:latin typeface="Cambria Math" panose="02040503050406030204" pitchFamily="18" charset="0"/>
                            </a:rPr>
                            <m:t>𝑦</m:t>
                          </m:r>
                        </m:e>
                        <m:sub>
                          <m:r>
                            <a:rPr kumimoji="1" lang="en-US" altLang="ja-JP" sz="2400" b="0" i="1" smtClean="0">
                              <a:solidFill>
                                <a:schemeClr val="tx1">
                                  <a:lumMod val="90000"/>
                                  <a:lumOff val="10000"/>
                                </a:schemeClr>
                              </a:solidFill>
                              <a:latin typeface="Cambria Math" panose="02040503050406030204" pitchFamily="18" charset="0"/>
                            </a:rPr>
                            <m:t>𝑛</m:t>
                          </m:r>
                        </m:sub>
                      </m:sSub>
                    </m:oMath>
                  </m:oMathPara>
                </a14:m>
                <a:endParaRPr kumimoji="1" lang="ja-JP" altLang="en-US" sz="2400" dirty="0">
                  <a:solidFill>
                    <a:schemeClr val="tx1">
                      <a:lumMod val="90000"/>
                      <a:lumOff val="10000"/>
                    </a:schemeClr>
                  </a:solidFill>
                </a:endParaRPr>
              </a:p>
            </p:txBody>
          </p:sp>
        </mc:Choice>
        <mc:Fallback xmlns="">
          <p:sp>
            <p:nvSpPr>
              <p:cNvPr id="4" name="テキスト ボックス 3">
                <a:extLst>
                  <a:ext uri="{FF2B5EF4-FFF2-40B4-BE49-F238E27FC236}">
                    <a16:creationId xmlns:a16="http://schemas.microsoft.com/office/drawing/2014/main" id="{4196EF93-4BAD-E8D0-A230-2902E7D35BA8}"/>
                  </a:ext>
                </a:extLst>
              </p:cNvPr>
              <p:cNvSpPr txBox="1">
                <a:spLocks noRot="1" noChangeAspect="1" noMove="1" noResize="1" noEditPoints="1" noAdjustHandles="1" noChangeArrowheads="1" noChangeShapeType="1" noTextEdit="1"/>
              </p:cNvSpPr>
              <p:nvPr/>
            </p:nvSpPr>
            <p:spPr>
              <a:xfrm>
                <a:off x="5149673" y="2138764"/>
                <a:ext cx="534288" cy="551090"/>
              </a:xfrm>
              <a:prstGeom prst="rect">
                <a:avLst/>
              </a:prstGeom>
              <a:blipFill>
                <a:blip r:embed="rId2"/>
                <a:stretch>
                  <a:fillRect b="-3333"/>
                </a:stretch>
              </a:blipFill>
            </p:spPr>
            <p:txBody>
              <a:bodyPr/>
              <a:lstStyle/>
              <a:p>
                <a:r>
                  <a:rPr lang="ja-JP" altLang="en-US">
                    <a:noFill/>
                  </a:rPr>
                  <a:t> </a:t>
                </a:r>
              </a:p>
            </p:txBody>
          </p:sp>
        </mc:Fallback>
      </mc:AlternateContent>
      <p:grpSp>
        <p:nvGrpSpPr>
          <p:cNvPr id="5" name="グループ化 4">
            <a:extLst>
              <a:ext uri="{FF2B5EF4-FFF2-40B4-BE49-F238E27FC236}">
                <a16:creationId xmlns:a16="http://schemas.microsoft.com/office/drawing/2014/main" id="{6E51285C-762C-2B5F-43AA-10C30DB17CCB}"/>
              </a:ext>
            </a:extLst>
          </p:cNvPr>
          <p:cNvGrpSpPr/>
          <p:nvPr/>
        </p:nvGrpSpPr>
        <p:grpSpPr>
          <a:xfrm flipV="1">
            <a:off x="2591618" y="2006004"/>
            <a:ext cx="662940" cy="816610"/>
            <a:chOff x="9274810" y="4104640"/>
            <a:chExt cx="662940" cy="816610"/>
          </a:xfrm>
        </p:grpSpPr>
        <p:sp>
          <p:nvSpPr>
            <p:cNvPr id="6" name="正方形/長方形 5">
              <a:extLst>
                <a:ext uri="{FF2B5EF4-FFF2-40B4-BE49-F238E27FC236}">
                  <a16:creationId xmlns:a16="http://schemas.microsoft.com/office/drawing/2014/main" id="{E6647501-0C33-6126-0609-6EFEC55FC426}"/>
                </a:ext>
              </a:extLst>
            </p:cNvPr>
            <p:cNvSpPr/>
            <p:nvPr/>
          </p:nvSpPr>
          <p:spPr>
            <a:xfrm>
              <a:off x="9274810" y="4104640"/>
              <a:ext cx="662940" cy="816610"/>
            </a:xfrm>
            <a:prstGeom prst="rect">
              <a:avLst/>
            </a:prstGeom>
            <a:noFill/>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kumimoji="1" lang="ja-JP" altLang="en-US"/>
            </a:p>
          </p:txBody>
        </p:sp>
        <p:sp>
          <p:nvSpPr>
            <p:cNvPr id="7" name="二等辺三角形 6">
              <a:extLst>
                <a:ext uri="{FF2B5EF4-FFF2-40B4-BE49-F238E27FC236}">
                  <a16:creationId xmlns:a16="http://schemas.microsoft.com/office/drawing/2014/main" id="{CF66209C-546E-26D3-BAC8-71754343CF4F}"/>
                </a:ext>
              </a:extLst>
            </p:cNvPr>
            <p:cNvSpPr/>
            <p:nvPr/>
          </p:nvSpPr>
          <p:spPr>
            <a:xfrm rot="10800000">
              <a:off x="9439592" y="4104640"/>
              <a:ext cx="333375" cy="161925"/>
            </a:xfrm>
            <a:prstGeom prst="triangle">
              <a:avLst/>
            </a:prstGeom>
            <a:noFill/>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kumimoji="1" lang="ja-JP" altLang="en-US"/>
            </a:p>
          </p:txBody>
        </p:sp>
      </p:grpSp>
      <p:sp>
        <p:nvSpPr>
          <p:cNvPr id="8" name="楕円 7">
            <a:extLst>
              <a:ext uri="{FF2B5EF4-FFF2-40B4-BE49-F238E27FC236}">
                <a16:creationId xmlns:a16="http://schemas.microsoft.com/office/drawing/2014/main" id="{B592832E-6E21-000E-0FFF-47CFDCB25F04}"/>
              </a:ext>
            </a:extLst>
          </p:cNvPr>
          <p:cNvSpPr/>
          <p:nvPr/>
        </p:nvSpPr>
        <p:spPr>
          <a:xfrm>
            <a:off x="1991661" y="2353984"/>
            <a:ext cx="120650" cy="120650"/>
          </a:xfrm>
          <a:prstGeom prst="ellipse">
            <a:avLst/>
          </a:prstGeom>
          <a:noFill/>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kumimoji="1" lang="ja-JP" altLang="en-US"/>
          </a:p>
        </p:txBody>
      </p:sp>
      <p:sp>
        <p:nvSpPr>
          <p:cNvPr id="9" name="テキスト ボックス 8">
            <a:extLst>
              <a:ext uri="{FF2B5EF4-FFF2-40B4-BE49-F238E27FC236}">
                <a16:creationId xmlns:a16="http://schemas.microsoft.com/office/drawing/2014/main" id="{CDDCFD54-2B5C-6FA3-56A3-27ED227FB598}"/>
              </a:ext>
            </a:extLst>
          </p:cNvPr>
          <p:cNvSpPr txBox="1"/>
          <p:nvPr/>
        </p:nvSpPr>
        <p:spPr>
          <a:xfrm>
            <a:off x="1825565" y="2455979"/>
            <a:ext cx="153888" cy="184666"/>
          </a:xfrm>
          <a:prstGeom prst="rect">
            <a:avLst/>
          </a:prstGeom>
          <a:noFill/>
        </p:spPr>
        <p:txBody>
          <a:bodyPr wrap="square" lIns="0" tIns="0" rIns="0" bIns="0" rtlCol="0">
            <a:spAutoFit/>
          </a:bodyPr>
          <a:lstStyle/>
          <a:p>
            <a:pPr algn="l"/>
            <a:r>
              <a:rPr kumimoji="1" lang="ja-JP" altLang="en-US" sz="1200" dirty="0">
                <a:solidFill>
                  <a:schemeClr val="tx1">
                    <a:lumMod val="90000"/>
                    <a:lumOff val="10000"/>
                  </a:schemeClr>
                </a:solidFill>
              </a:rPr>
              <a:t>＋</a:t>
            </a:r>
          </a:p>
        </p:txBody>
      </p:sp>
      <p:sp>
        <p:nvSpPr>
          <p:cNvPr id="10" name="テキスト ボックス 9">
            <a:extLst>
              <a:ext uri="{FF2B5EF4-FFF2-40B4-BE49-F238E27FC236}">
                <a16:creationId xmlns:a16="http://schemas.microsoft.com/office/drawing/2014/main" id="{9D639829-B0F7-340C-0291-BA4A136E34DD}"/>
              </a:ext>
            </a:extLst>
          </p:cNvPr>
          <p:cNvSpPr txBox="1"/>
          <p:nvPr/>
        </p:nvSpPr>
        <p:spPr>
          <a:xfrm>
            <a:off x="2105466" y="2199480"/>
            <a:ext cx="153888" cy="184666"/>
          </a:xfrm>
          <a:prstGeom prst="rect">
            <a:avLst/>
          </a:prstGeom>
          <a:noFill/>
        </p:spPr>
        <p:txBody>
          <a:bodyPr wrap="square" lIns="0" tIns="0" rIns="0" bIns="0" rtlCol="0">
            <a:spAutoFit/>
          </a:bodyPr>
          <a:lstStyle/>
          <a:p>
            <a:pPr algn="l"/>
            <a:r>
              <a:rPr kumimoji="1" lang="ja-JP" altLang="en-US" sz="1200" dirty="0">
                <a:solidFill>
                  <a:schemeClr val="tx1">
                    <a:lumMod val="90000"/>
                    <a:lumOff val="10000"/>
                  </a:schemeClr>
                </a:solidFill>
              </a:rPr>
              <a:t>＋</a:t>
            </a:r>
          </a:p>
        </p:txBody>
      </p:sp>
      <p:cxnSp>
        <p:nvCxnSpPr>
          <p:cNvPr id="11" name="直線コネクタ 10">
            <a:extLst>
              <a:ext uri="{FF2B5EF4-FFF2-40B4-BE49-F238E27FC236}">
                <a16:creationId xmlns:a16="http://schemas.microsoft.com/office/drawing/2014/main" id="{10BB770E-036D-3EE0-3F09-081A38E0D789}"/>
              </a:ext>
            </a:extLst>
          </p:cNvPr>
          <p:cNvCxnSpPr>
            <a:cxnSpLocks/>
            <a:stCxn id="8" idx="6"/>
            <a:endCxn id="6" idx="1"/>
          </p:cNvCxnSpPr>
          <p:nvPr/>
        </p:nvCxnSpPr>
        <p:spPr>
          <a:xfrm>
            <a:off x="2112311" y="2414309"/>
            <a:ext cx="479307" cy="0"/>
          </a:xfrm>
          <a:prstGeom prst="line">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2" name="コネクタ: カギ線 11">
            <a:extLst>
              <a:ext uri="{FF2B5EF4-FFF2-40B4-BE49-F238E27FC236}">
                <a16:creationId xmlns:a16="http://schemas.microsoft.com/office/drawing/2014/main" id="{A83795E5-B7CA-47BB-31FB-2F2AAB492FF1}"/>
              </a:ext>
            </a:extLst>
          </p:cNvPr>
          <p:cNvCxnSpPr>
            <a:cxnSpLocks/>
            <a:stCxn id="6" idx="3"/>
            <a:endCxn id="8" idx="0"/>
          </p:cNvCxnSpPr>
          <p:nvPr/>
        </p:nvCxnSpPr>
        <p:spPr>
          <a:xfrm flipH="1" flipV="1">
            <a:off x="2051986" y="2353984"/>
            <a:ext cx="1202572" cy="60325"/>
          </a:xfrm>
          <a:prstGeom prst="bentConnector4">
            <a:avLst>
              <a:gd name="adj1" fmla="val -44223"/>
              <a:gd name="adj2" fmla="val 1055789"/>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3" name="直線コネクタ 12">
            <a:extLst>
              <a:ext uri="{FF2B5EF4-FFF2-40B4-BE49-F238E27FC236}">
                <a16:creationId xmlns:a16="http://schemas.microsoft.com/office/drawing/2014/main" id="{A2E161F1-77FC-1BE2-3C35-2982D49A78BB}"/>
              </a:ext>
            </a:extLst>
          </p:cNvPr>
          <p:cNvCxnSpPr>
            <a:cxnSpLocks/>
            <a:stCxn id="6" idx="3"/>
            <a:endCxn id="34" idx="1"/>
          </p:cNvCxnSpPr>
          <p:nvPr/>
        </p:nvCxnSpPr>
        <p:spPr>
          <a:xfrm>
            <a:off x="3254558" y="2414309"/>
            <a:ext cx="781822" cy="0"/>
          </a:xfrm>
          <a:prstGeom prst="line">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mc:AlternateContent xmlns:mc="http://schemas.openxmlformats.org/markup-compatibility/2006" xmlns:a14="http://schemas.microsoft.com/office/drawing/2010/main">
        <mc:Choice Requires="a14">
          <p:sp>
            <p:nvSpPr>
              <p:cNvPr id="14" name="テキスト ボックス 13">
                <a:extLst>
                  <a:ext uri="{FF2B5EF4-FFF2-40B4-BE49-F238E27FC236}">
                    <a16:creationId xmlns:a16="http://schemas.microsoft.com/office/drawing/2014/main" id="{B8F91B80-C19D-AF66-B297-61B42E96D08A}"/>
                  </a:ext>
                </a:extLst>
              </p:cNvPr>
              <p:cNvSpPr txBox="1"/>
              <p:nvPr/>
            </p:nvSpPr>
            <p:spPr>
              <a:xfrm>
                <a:off x="1849198" y="2893783"/>
                <a:ext cx="502766" cy="369332"/>
              </a:xfrm>
              <a:prstGeom prst="rect">
                <a:avLst/>
              </a:prstGeom>
              <a:noFill/>
            </p:spPr>
            <p:txBody>
              <a:bodyPr wrap="square" lIns="0" tIns="0" rIns="0" bIns="0" rtlCol="0">
                <a:spAutoFit/>
              </a:bodyPr>
              <a:lstStyle/>
              <a:p>
                <a:pPr algn="l"/>
                <a14:m>
                  <m:oMathPara xmlns:m="http://schemas.openxmlformats.org/officeDocument/2006/math">
                    <m:oMath>
                      <m:r>
                        <a:rPr kumimoji="1" lang="en-US" altLang="ja-JP" sz="2400" b="0" i="1" smtClean="0">
                          <a:solidFill>
                            <a:schemeClr val="tx1">
                              <a:lumMod val="90000"/>
                              <a:lumOff val="10000"/>
                            </a:schemeClr>
                          </a:solidFill>
                          <a:latin typeface="Cambria Math" panose="02040503050406030204" pitchFamily="18" charset="0"/>
                        </a:rPr>
                        <m:t>𝑐𝑙𝑘</m:t>
                      </m:r>
                    </m:oMath>
                  </m:oMathPara>
                </a14:m>
                <a:endParaRPr kumimoji="1" lang="ja-JP" altLang="en-US" sz="2400" dirty="0">
                  <a:solidFill>
                    <a:schemeClr val="tx1">
                      <a:lumMod val="90000"/>
                      <a:lumOff val="10000"/>
                    </a:schemeClr>
                  </a:solidFill>
                </a:endParaRPr>
              </a:p>
            </p:txBody>
          </p:sp>
        </mc:Choice>
        <mc:Fallback xmlns="">
          <p:sp>
            <p:nvSpPr>
              <p:cNvPr id="14" name="テキスト ボックス 13">
                <a:extLst>
                  <a:ext uri="{FF2B5EF4-FFF2-40B4-BE49-F238E27FC236}">
                    <a16:creationId xmlns:a16="http://schemas.microsoft.com/office/drawing/2014/main" id="{B8F91B80-C19D-AF66-B297-61B42E96D08A}"/>
                  </a:ext>
                </a:extLst>
              </p:cNvPr>
              <p:cNvSpPr txBox="1">
                <a:spLocks noRot="1" noChangeAspect="1" noMove="1" noResize="1" noEditPoints="1" noAdjustHandles="1" noChangeArrowheads="1" noChangeShapeType="1" noTextEdit="1"/>
              </p:cNvSpPr>
              <p:nvPr/>
            </p:nvSpPr>
            <p:spPr>
              <a:xfrm>
                <a:off x="1849198" y="2893783"/>
                <a:ext cx="502766" cy="369332"/>
              </a:xfrm>
              <a:prstGeom prst="rect">
                <a:avLst/>
              </a:prstGeom>
              <a:blipFill>
                <a:blip r:embed="rId3"/>
                <a:stretch>
                  <a:fillRect l="-13253" r="-10843" b="-11667"/>
                </a:stretch>
              </a:blipFill>
            </p:spPr>
            <p:txBody>
              <a:bodyPr/>
              <a:lstStyle/>
              <a:p>
                <a:r>
                  <a:rPr lang="ja-JP" altLang="en-US">
                    <a:noFill/>
                  </a:rPr>
                  <a:t> </a:t>
                </a:r>
              </a:p>
            </p:txBody>
          </p:sp>
        </mc:Fallback>
      </mc:AlternateContent>
      <p:cxnSp>
        <p:nvCxnSpPr>
          <p:cNvPr id="15" name="コネクタ: カギ線 14">
            <a:extLst>
              <a:ext uri="{FF2B5EF4-FFF2-40B4-BE49-F238E27FC236}">
                <a16:creationId xmlns:a16="http://schemas.microsoft.com/office/drawing/2014/main" id="{AD054FAC-4CA2-EECE-8225-1D980D7D37C5}"/>
              </a:ext>
            </a:extLst>
          </p:cNvPr>
          <p:cNvCxnSpPr>
            <a:cxnSpLocks/>
            <a:stCxn id="14" idx="3"/>
            <a:endCxn id="7" idx="3"/>
          </p:cNvCxnSpPr>
          <p:nvPr/>
        </p:nvCxnSpPr>
        <p:spPr>
          <a:xfrm flipV="1">
            <a:off x="2351964" y="2822614"/>
            <a:ext cx="571123" cy="255835"/>
          </a:xfrm>
          <a:prstGeom prst="bentConnector2">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6" name="直線コネクタ 15">
            <a:extLst>
              <a:ext uri="{FF2B5EF4-FFF2-40B4-BE49-F238E27FC236}">
                <a16:creationId xmlns:a16="http://schemas.microsoft.com/office/drawing/2014/main" id="{CC7FED6A-A0CC-942C-8447-C2F849CF3222}"/>
              </a:ext>
            </a:extLst>
          </p:cNvPr>
          <p:cNvCxnSpPr>
            <a:cxnSpLocks/>
            <a:stCxn id="48" idx="3"/>
            <a:endCxn id="20" idx="2"/>
          </p:cNvCxnSpPr>
          <p:nvPr/>
        </p:nvCxnSpPr>
        <p:spPr>
          <a:xfrm>
            <a:off x="1175516" y="2414309"/>
            <a:ext cx="297652" cy="0"/>
          </a:xfrm>
          <a:prstGeom prst="line">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grpSp>
        <p:nvGrpSpPr>
          <p:cNvPr id="17" name="グループ化 16">
            <a:extLst>
              <a:ext uri="{FF2B5EF4-FFF2-40B4-BE49-F238E27FC236}">
                <a16:creationId xmlns:a16="http://schemas.microsoft.com/office/drawing/2014/main" id="{39C8B1C8-3B2C-C64C-3511-3487D0EF0F1A}"/>
              </a:ext>
            </a:extLst>
          </p:cNvPr>
          <p:cNvGrpSpPr/>
          <p:nvPr/>
        </p:nvGrpSpPr>
        <p:grpSpPr>
          <a:xfrm flipH="1">
            <a:off x="2437199" y="962645"/>
            <a:ext cx="579005" cy="666654"/>
            <a:chOff x="3633715" y="4527650"/>
            <a:chExt cx="579005" cy="666654"/>
          </a:xfrm>
        </p:grpSpPr>
        <p:sp>
          <p:nvSpPr>
            <p:cNvPr id="18" name="二等辺三角形 17">
              <a:extLst>
                <a:ext uri="{FF2B5EF4-FFF2-40B4-BE49-F238E27FC236}">
                  <a16:creationId xmlns:a16="http://schemas.microsoft.com/office/drawing/2014/main" id="{34C3D961-94EA-974A-CF4B-AFA3D699D5EE}"/>
                </a:ext>
              </a:extLst>
            </p:cNvPr>
            <p:cNvSpPr/>
            <p:nvPr/>
          </p:nvSpPr>
          <p:spPr>
            <a:xfrm rot="5400000">
              <a:off x="3589891" y="4571474"/>
              <a:ext cx="666654" cy="579005"/>
            </a:xfrm>
            <a:prstGeom prst="triangle">
              <a:avLst/>
            </a:prstGeom>
            <a:noFill/>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vert="vert270" rtlCol="0" anchor="ctr"/>
            <a:lstStyle/>
            <a:p>
              <a:pPr algn="ctr"/>
              <a:endParaRPr kumimoji="1" lang="ja-JP" altLang="en-US" sz="1050" dirty="0"/>
            </a:p>
          </p:txBody>
        </p:sp>
        <p:sp>
          <p:nvSpPr>
            <p:cNvPr id="19" name="テキスト ボックス 18">
              <a:extLst>
                <a:ext uri="{FF2B5EF4-FFF2-40B4-BE49-F238E27FC236}">
                  <a16:creationId xmlns:a16="http://schemas.microsoft.com/office/drawing/2014/main" id="{2C8EA3DC-9CF3-CD76-6AED-DCA4171A6F93}"/>
                </a:ext>
              </a:extLst>
            </p:cNvPr>
            <p:cNvSpPr txBox="1"/>
            <p:nvPr/>
          </p:nvSpPr>
          <p:spPr>
            <a:xfrm>
              <a:off x="3664430" y="4722477"/>
              <a:ext cx="394339" cy="276999"/>
            </a:xfrm>
            <a:prstGeom prst="rect">
              <a:avLst/>
            </a:prstGeom>
            <a:noFill/>
          </p:spPr>
          <p:txBody>
            <a:bodyPr wrap="none" lIns="0" tIns="0" rIns="0" bIns="0" rtlCol="0">
              <a:spAutoFit/>
            </a:bodyPr>
            <a:lstStyle/>
            <a:p>
              <a:r>
                <a:rPr lang="ja-JP" altLang="en-US" dirty="0"/>
                <a:t>✕</a:t>
              </a:r>
              <a:r>
                <a:rPr lang="en-US" altLang="ja-JP" dirty="0"/>
                <a:t>-1</a:t>
              </a:r>
              <a:endParaRPr lang="ja-JP" altLang="en-US" dirty="0"/>
            </a:p>
          </p:txBody>
        </p:sp>
      </p:grpSp>
      <p:sp>
        <p:nvSpPr>
          <p:cNvPr id="20" name="楕円 19">
            <a:extLst>
              <a:ext uri="{FF2B5EF4-FFF2-40B4-BE49-F238E27FC236}">
                <a16:creationId xmlns:a16="http://schemas.microsoft.com/office/drawing/2014/main" id="{E71AE1E2-2BD1-10C3-8A20-0E7A044DB7E9}"/>
              </a:ext>
            </a:extLst>
          </p:cNvPr>
          <p:cNvSpPr/>
          <p:nvPr/>
        </p:nvSpPr>
        <p:spPr>
          <a:xfrm>
            <a:off x="1473168" y="2353984"/>
            <a:ext cx="120650" cy="120650"/>
          </a:xfrm>
          <a:prstGeom prst="ellipse">
            <a:avLst/>
          </a:prstGeom>
          <a:noFill/>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kumimoji="1" lang="ja-JP" altLang="en-US"/>
          </a:p>
        </p:txBody>
      </p:sp>
      <p:cxnSp>
        <p:nvCxnSpPr>
          <p:cNvPr id="21" name="直線コネクタ 20">
            <a:extLst>
              <a:ext uri="{FF2B5EF4-FFF2-40B4-BE49-F238E27FC236}">
                <a16:creationId xmlns:a16="http://schemas.microsoft.com/office/drawing/2014/main" id="{5BB1964A-EE68-F709-4E28-EBC72E48A52A}"/>
              </a:ext>
            </a:extLst>
          </p:cNvPr>
          <p:cNvCxnSpPr>
            <a:cxnSpLocks/>
            <a:stCxn id="20" idx="6"/>
            <a:endCxn id="8" idx="2"/>
          </p:cNvCxnSpPr>
          <p:nvPr/>
        </p:nvCxnSpPr>
        <p:spPr>
          <a:xfrm>
            <a:off x="1593818" y="2414309"/>
            <a:ext cx="397843" cy="0"/>
          </a:xfrm>
          <a:prstGeom prst="line">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2" name="コネクタ: カギ線 21">
            <a:extLst>
              <a:ext uri="{FF2B5EF4-FFF2-40B4-BE49-F238E27FC236}">
                <a16:creationId xmlns:a16="http://schemas.microsoft.com/office/drawing/2014/main" id="{FCBDA658-B67E-CE82-7863-497579140562}"/>
              </a:ext>
            </a:extLst>
          </p:cNvPr>
          <p:cNvCxnSpPr>
            <a:cxnSpLocks/>
            <a:stCxn id="34" idx="3"/>
            <a:endCxn id="18" idx="3"/>
          </p:cNvCxnSpPr>
          <p:nvPr/>
        </p:nvCxnSpPr>
        <p:spPr>
          <a:xfrm flipH="1" flipV="1">
            <a:off x="3016204" y="1295972"/>
            <a:ext cx="1680576" cy="1118337"/>
          </a:xfrm>
          <a:prstGeom prst="bentConnector3">
            <a:avLst>
              <a:gd name="adj1" fmla="val -13602"/>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3" name="コネクタ: カギ線 22">
            <a:extLst>
              <a:ext uri="{FF2B5EF4-FFF2-40B4-BE49-F238E27FC236}">
                <a16:creationId xmlns:a16="http://schemas.microsoft.com/office/drawing/2014/main" id="{13FAD5B1-4B7B-FCA3-D7DA-A417AF6E1F52}"/>
              </a:ext>
            </a:extLst>
          </p:cNvPr>
          <p:cNvCxnSpPr>
            <a:cxnSpLocks/>
            <a:stCxn id="18" idx="0"/>
            <a:endCxn id="20" idx="0"/>
          </p:cNvCxnSpPr>
          <p:nvPr/>
        </p:nvCxnSpPr>
        <p:spPr>
          <a:xfrm rot="10800000" flipV="1">
            <a:off x="1533493" y="1295972"/>
            <a:ext cx="903706" cy="1058012"/>
          </a:xfrm>
          <a:prstGeom prst="bentConnector2">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4" name="テキスト ボックス 23">
            <a:extLst>
              <a:ext uri="{FF2B5EF4-FFF2-40B4-BE49-F238E27FC236}">
                <a16:creationId xmlns:a16="http://schemas.microsoft.com/office/drawing/2014/main" id="{C8240D88-1471-3524-7337-C4CE1006D0B4}"/>
              </a:ext>
            </a:extLst>
          </p:cNvPr>
          <p:cNvSpPr txBox="1"/>
          <p:nvPr/>
        </p:nvSpPr>
        <p:spPr>
          <a:xfrm>
            <a:off x="1325007" y="2455979"/>
            <a:ext cx="153888" cy="184666"/>
          </a:xfrm>
          <a:prstGeom prst="rect">
            <a:avLst/>
          </a:prstGeom>
          <a:noFill/>
        </p:spPr>
        <p:txBody>
          <a:bodyPr wrap="square" lIns="0" tIns="0" rIns="0" bIns="0" rtlCol="0">
            <a:spAutoFit/>
          </a:bodyPr>
          <a:lstStyle/>
          <a:p>
            <a:pPr algn="l"/>
            <a:r>
              <a:rPr kumimoji="1" lang="ja-JP" altLang="en-US" sz="1200" dirty="0">
                <a:solidFill>
                  <a:schemeClr val="tx1">
                    <a:lumMod val="90000"/>
                    <a:lumOff val="10000"/>
                  </a:schemeClr>
                </a:solidFill>
              </a:rPr>
              <a:t>＋</a:t>
            </a:r>
          </a:p>
        </p:txBody>
      </p:sp>
      <p:sp>
        <p:nvSpPr>
          <p:cNvPr id="25" name="テキスト ボックス 24">
            <a:extLst>
              <a:ext uri="{FF2B5EF4-FFF2-40B4-BE49-F238E27FC236}">
                <a16:creationId xmlns:a16="http://schemas.microsoft.com/office/drawing/2014/main" id="{6AC069D9-2255-CB42-A73C-58C2D0BBDF07}"/>
              </a:ext>
            </a:extLst>
          </p:cNvPr>
          <p:cNvSpPr txBox="1"/>
          <p:nvPr/>
        </p:nvSpPr>
        <p:spPr>
          <a:xfrm>
            <a:off x="1604908" y="2199480"/>
            <a:ext cx="153888" cy="184666"/>
          </a:xfrm>
          <a:prstGeom prst="rect">
            <a:avLst/>
          </a:prstGeom>
          <a:noFill/>
        </p:spPr>
        <p:txBody>
          <a:bodyPr wrap="square" lIns="0" tIns="0" rIns="0" bIns="0" rtlCol="0">
            <a:spAutoFit/>
          </a:bodyPr>
          <a:lstStyle/>
          <a:p>
            <a:pPr algn="l"/>
            <a:r>
              <a:rPr kumimoji="1" lang="ja-JP" altLang="en-US" sz="1200" dirty="0">
                <a:solidFill>
                  <a:schemeClr val="tx1">
                    <a:lumMod val="90000"/>
                    <a:lumOff val="10000"/>
                  </a:schemeClr>
                </a:solidFill>
              </a:rPr>
              <a:t>＋</a:t>
            </a:r>
          </a:p>
        </p:txBody>
      </p:sp>
      <p:grpSp>
        <p:nvGrpSpPr>
          <p:cNvPr id="39" name="グループ化 38">
            <a:extLst>
              <a:ext uri="{FF2B5EF4-FFF2-40B4-BE49-F238E27FC236}">
                <a16:creationId xmlns:a16="http://schemas.microsoft.com/office/drawing/2014/main" id="{B47C3DA4-E1A9-C4D7-B92F-68D3F9267089}"/>
              </a:ext>
            </a:extLst>
          </p:cNvPr>
          <p:cNvGrpSpPr/>
          <p:nvPr/>
        </p:nvGrpSpPr>
        <p:grpSpPr>
          <a:xfrm>
            <a:off x="4036380" y="1957109"/>
            <a:ext cx="660400" cy="914400"/>
            <a:chOff x="4234047" y="3896378"/>
            <a:chExt cx="660400" cy="914400"/>
          </a:xfrm>
        </p:grpSpPr>
        <p:sp>
          <p:nvSpPr>
            <p:cNvPr id="34" name="正方形/長方形 33">
              <a:extLst>
                <a:ext uri="{FF2B5EF4-FFF2-40B4-BE49-F238E27FC236}">
                  <a16:creationId xmlns:a16="http://schemas.microsoft.com/office/drawing/2014/main" id="{FBF2946F-6BF4-28C4-E604-E0E773E7E3EB}"/>
                </a:ext>
              </a:extLst>
            </p:cNvPr>
            <p:cNvSpPr/>
            <p:nvPr/>
          </p:nvSpPr>
          <p:spPr>
            <a:xfrm>
              <a:off x="4234047" y="3896378"/>
              <a:ext cx="660400" cy="914400"/>
            </a:xfrm>
            <a:prstGeom prst="rect">
              <a:avLst/>
            </a:prstGeom>
            <a:noFill/>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kumimoji="1" lang="ja-JP" altLang="en-US"/>
            </a:p>
          </p:txBody>
        </p:sp>
        <p:cxnSp>
          <p:nvCxnSpPr>
            <p:cNvPr id="35" name="直線コネクタ 34">
              <a:extLst>
                <a:ext uri="{FF2B5EF4-FFF2-40B4-BE49-F238E27FC236}">
                  <a16:creationId xmlns:a16="http://schemas.microsoft.com/office/drawing/2014/main" id="{B05B0DDB-6CBB-4121-937E-6998D265F895}"/>
                </a:ext>
              </a:extLst>
            </p:cNvPr>
            <p:cNvCxnSpPr/>
            <p:nvPr/>
          </p:nvCxnSpPr>
          <p:spPr>
            <a:xfrm>
              <a:off x="4564247" y="3988772"/>
              <a:ext cx="203994" cy="0"/>
            </a:xfrm>
            <a:prstGeom prst="line">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36" name="直線コネクタ 35">
              <a:extLst>
                <a:ext uri="{FF2B5EF4-FFF2-40B4-BE49-F238E27FC236}">
                  <a16:creationId xmlns:a16="http://schemas.microsoft.com/office/drawing/2014/main" id="{73FDCABA-F9D5-6FD5-615C-138060E88E6D}"/>
                </a:ext>
              </a:extLst>
            </p:cNvPr>
            <p:cNvCxnSpPr>
              <a:cxnSpLocks/>
            </p:cNvCxnSpPr>
            <p:nvPr/>
          </p:nvCxnSpPr>
          <p:spPr>
            <a:xfrm flipV="1">
              <a:off x="4564248" y="3983371"/>
              <a:ext cx="0" cy="740414"/>
            </a:xfrm>
            <a:prstGeom prst="line">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37" name="直線コネクタ 36">
              <a:extLst>
                <a:ext uri="{FF2B5EF4-FFF2-40B4-BE49-F238E27FC236}">
                  <a16:creationId xmlns:a16="http://schemas.microsoft.com/office/drawing/2014/main" id="{6D00B595-8B20-6DDC-9E17-6E6247AB849D}"/>
                </a:ext>
              </a:extLst>
            </p:cNvPr>
            <p:cNvCxnSpPr/>
            <p:nvPr/>
          </p:nvCxnSpPr>
          <p:spPr>
            <a:xfrm>
              <a:off x="4360253" y="4723785"/>
              <a:ext cx="203994" cy="0"/>
            </a:xfrm>
            <a:prstGeom prst="line">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38" name="直線コネクタ 37">
              <a:extLst>
                <a:ext uri="{FF2B5EF4-FFF2-40B4-BE49-F238E27FC236}">
                  <a16:creationId xmlns:a16="http://schemas.microsoft.com/office/drawing/2014/main" id="{D5979C34-B4AF-E0C5-28E4-A319890DD096}"/>
                </a:ext>
              </a:extLst>
            </p:cNvPr>
            <p:cNvCxnSpPr/>
            <p:nvPr/>
          </p:nvCxnSpPr>
          <p:spPr>
            <a:xfrm>
              <a:off x="4462250" y="4361412"/>
              <a:ext cx="203994" cy="0"/>
            </a:xfrm>
            <a:prstGeom prst="line">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grpSp>
      <p:cxnSp>
        <p:nvCxnSpPr>
          <p:cNvPr id="43" name="直線コネクタ 42">
            <a:extLst>
              <a:ext uri="{FF2B5EF4-FFF2-40B4-BE49-F238E27FC236}">
                <a16:creationId xmlns:a16="http://schemas.microsoft.com/office/drawing/2014/main" id="{EF128C81-0FD5-6CEB-FE88-EE759318D352}"/>
              </a:ext>
            </a:extLst>
          </p:cNvPr>
          <p:cNvCxnSpPr>
            <a:cxnSpLocks/>
            <a:stCxn id="34" idx="3"/>
            <a:endCxn id="4" idx="1"/>
          </p:cNvCxnSpPr>
          <p:nvPr/>
        </p:nvCxnSpPr>
        <p:spPr>
          <a:xfrm>
            <a:off x="4696780" y="2414309"/>
            <a:ext cx="452893" cy="0"/>
          </a:xfrm>
          <a:prstGeom prst="line">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mc:AlternateContent xmlns:mc="http://schemas.openxmlformats.org/markup-compatibility/2006" xmlns:a14="http://schemas.microsoft.com/office/drawing/2010/main">
        <mc:Choice Requires="a14">
          <p:sp>
            <p:nvSpPr>
              <p:cNvPr id="48" name="テキスト ボックス 47">
                <a:extLst>
                  <a:ext uri="{FF2B5EF4-FFF2-40B4-BE49-F238E27FC236}">
                    <a16:creationId xmlns:a16="http://schemas.microsoft.com/office/drawing/2014/main" id="{AC63B6E8-F243-FAE5-44DB-E8FF426A5801}"/>
                  </a:ext>
                </a:extLst>
              </p:cNvPr>
              <p:cNvSpPr txBox="1"/>
              <p:nvPr/>
            </p:nvSpPr>
            <p:spPr>
              <a:xfrm>
                <a:off x="613113" y="2214254"/>
                <a:ext cx="562403" cy="400110"/>
              </a:xfrm>
              <a:prstGeom prst="rect">
                <a:avLst/>
              </a:prstGeom>
              <a:noFill/>
            </p:spPr>
            <p:txBody>
              <a:bodyPr wrap="square">
                <a:spAutoFit/>
              </a:bodyPr>
              <a:lstStyle/>
              <a:p>
                <a:pPr/>
                <a14:m>
                  <m:oMathPara xmlns:m="http://schemas.openxmlformats.org/officeDocument/2006/math">
                    <m:oMath>
                      <m:sSub>
                        <m:sSubPr>
                          <m:ctrlPr>
                            <a:rPr lang="en-US" altLang="ja-JP" sz="2000" b="0" i="1" smtClean="0">
                              <a:solidFill>
                                <a:schemeClr val="tx1">
                                  <a:lumMod val="90000"/>
                                  <a:lumOff val="10000"/>
                                </a:schemeClr>
                              </a:solidFill>
                              <a:latin typeface="Cambria Math" panose="02040503050406030204" pitchFamily="18" charset="0"/>
                            </a:rPr>
                          </m:ctrlPr>
                        </m:sSubPr>
                        <m:e>
                          <m:r>
                            <a:rPr lang="en-US" altLang="ja-JP" sz="2000" b="0" i="1" smtClean="0">
                              <a:solidFill>
                                <a:schemeClr val="tx1">
                                  <a:lumMod val="90000"/>
                                  <a:lumOff val="10000"/>
                                </a:schemeClr>
                              </a:solidFill>
                              <a:latin typeface="Cambria Math" panose="02040503050406030204" pitchFamily="18" charset="0"/>
                            </a:rPr>
                            <m:t>𝑥</m:t>
                          </m:r>
                        </m:e>
                        <m:sub>
                          <m:r>
                            <a:rPr lang="en-US" altLang="ja-JP" sz="2000" i="1">
                              <a:solidFill>
                                <a:schemeClr val="tx1">
                                  <a:lumMod val="90000"/>
                                  <a:lumOff val="10000"/>
                                </a:schemeClr>
                              </a:solidFill>
                              <a:latin typeface="Cambria Math" panose="02040503050406030204" pitchFamily="18" charset="0"/>
                            </a:rPr>
                            <m:t>𝑛</m:t>
                          </m:r>
                        </m:sub>
                      </m:sSub>
                    </m:oMath>
                  </m:oMathPara>
                </a14:m>
                <a:endParaRPr lang="ja-JP" altLang="en-US" sz="2000" dirty="0"/>
              </a:p>
            </p:txBody>
          </p:sp>
        </mc:Choice>
        <mc:Fallback xmlns="">
          <p:sp>
            <p:nvSpPr>
              <p:cNvPr id="48" name="テキスト ボックス 47">
                <a:extLst>
                  <a:ext uri="{FF2B5EF4-FFF2-40B4-BE49-F238E27FC236}">
                    <a16:creationId xmlns:a16="http://schemas.microsoft.com/office/drawing/2014/main" id="{AC63B6E8-F243-FAE5-44DB-E8FF426A5801}"/>
                  </a:ext>
                </a:extLst>
              </p:cNvPr>
              <p:cNvSpPr txBox="1">
                <a:spLocks noRot="1" noChangeAspect="1" noMove="1" noResize="1" noEditPoints="1" noAdjustHandles="1" noChangeArrowheads="1" noChangeShapeType="1" noTextEdit="1"/>
              </p:cNvSpPr>
              <p:nvPr/>
            </p:nvSpPr>
            <p:spPr>
              <a:xfrm>
                <a:off x="613113" y="2214254"/>
                <a:ext cx="562403" cy="400110"/>
              </a:xfrm>
              <a:prstGeom prst="rect">
                <a:avLst/>
              </a:prstGeom>
              <a:blipFill>
                <a:blip r:embed="rId4"/>
                <a:stretch>
                  <a:fillRect/>
                </a:stretch>
              </a:blipFill>
            </p:spPr>
            <p:txBody>
              <a:bodyPr/>
              <a:lstStyle/>
              <a:p>
                <a:r>
                  <a:rPr lang="ja-JP" altLang="en-US">
                    <a:noFill/>
                  </a:rPr>
                  <a:t> </a:t>
                </a:r>
              </a:p>
            </p:txBody>
          </p:sp>
        </mc:Fallback>
      </mc:AlternateContent>
      <p:sp>
        <p:nvSpPr>
          <p:cNvPr id="59" name="テキスト ボックス 58">
            <a:extLst>
              <a:ext uri="{FF2B5EF4-FFF2-40B4-BE49-F238E27FC236}">
                <a16:creationId xmlns:a16="http://schemas.microsoft.com/office/drawing/2014/main" id="{B830FC68-C893-A279-0D36-CC16EA039BAE}"/>
              </a:ext>
            </a:extLst>
          </p:cNvPr>
          <p:cNvSpPr txBox="1"/>
          <p:nvPr/>
        </p:nvSpPr>
        <p:spPr>
          <a:xfrm>
            <a:off x="5684929" y="1324676"/>
            <a:ext cx="6172109" cy="830997"/>
          </a:xfrm>
          <a:prstGeom prst="rect">
            <a:avLst/>
          </a:prstGeom>
          <a:noFill/>
        </p:spPr>
        <p:txBody>
          <a:bodyPr wrap="square" rtlCol="0">
            <a:spAutoFit/>
          </a:bodyPr>
          <a:lstStyle/>
          <a:p>
            <a:r>
              <a:rPr lang="en-US" altLang="ja-JP" sz="2400" dirty="0">
                <a:solidFill>
                  <a:schemeClr val="tx1">
                    <a:lumMod val="90000"/>
                    <a:lumOff val="10000"/>
                  </a:schemeClr>
                </a:solidFill>
              </a:rPr>
              <a:t>Δ</a:t>
            </a:r>
            <a:r>
              <a:rPr lang="ja-JP" altLang="en-US" sz="2400" dirty="0">
                <a:solidFill>
                  <a:schemeClr val="tx1">
                    <a:lumMod val="90000"/>
                    <a:lumOff val="10000"/>
                  </a:schemeClr>
                </a:solidFill>
              </a:rPr>
              <a:t>変調器と同様に</a:t>
            </a:r>
            <a:r>
              <a:rPr lang="en-US" altLang="ja-JP" sz="2400" dirty="0">
                <a:solidFill>
                  <a:schemeClr val="tx1">
                    <a:lumMod val="90000"/>
                    <a:lumOff val="10000"/>
                  </a:schemeClr>
                </a:solidFill>
              </a:rPr>
              <a:t>2</a:t>
            </a:r>
            <a:r>
              <a:rPr lang="ja-JP" altLang="en-US" sz="2400" dirty="0">
                <a:solidFill>
                  <a:schemeClr val="tx1">
                    <a:lumMod val="90000"/>
                    <a:lumOff val="10000"/>
                  </a:schemeClr>
                </a:solidFill>
              </a:rPr>
              <a:t>値化した結果の差分を取る構成に変更する。</a:t>
            </a:r>
            <a:endParaRPr lang="en-US" altLang="ja-JP" sz="2400" dirty="0">
              <a:solidFill>
                <a:schemeClr val="tx1">
                  <a:lumMod val="90000"/>
                  <a:lumOff val="10000"/>
                </a:schemeClr>
              </a:solidFill>
            </a:endParaRPr>
          </a:p>
        </p:txBody>
      </p:sp>
      <p:sp>
        <p:nvSpPr>
          <p:cNvPr id="60" name="矢印: 下 59">
            <a:extLst>
              <a:ext uri="{FF2B5EF4-FFF2-40B4-BE49-F238E27FC236}">
                <a16:creationId xmlns:a16="http://schemas.microsoft.com/office/drawing/2014/main" id="{D692D02C-19C4-5C5D-4EF6-02D4675AA4FF}"/>
              </a:ext>
            </a:extLst>
          </p:cNvPr>
          <p:cNvSpPr/>
          <p:nvPr/>
        </p:nvSpPr>
        <p:spPr>
          <a:xfrm>
            <a:off x="2420670" y="3306594"/>
            <a:ext cx="1004833" cy="650739"/>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mc:AlternateContent xmlns:mc="http://schemas.openxmlformats.org/markup-compatibility/2006" xmlns:a14="http://schemas.microsoft.com/office/drawing/2010/main">
        <mc:Choice Requires="a14">
          <p:sp>
            <p:nvSpPr>
              <p:cNvPr id="61" name="テキスト ボックス 60">
                <a:extLst>
                  <a:ext uri="{FF2B5EF4-FFF2-40B4-BE49-F238E27FC236}">
                    <a16:creationId xmlns:a16="http://schemas.microsoft.com/office/drawing/2014/main" id="{155F8EF0-D25E-457C-A7DE-9CE38EAF9D7A}"/>
                  </a:ext>
                </a:extLst>
              </p:cNvPr>
              <p:cNvSpPr txBox="1"/>
              <p:nvPr/>
            </p:nvSpPr>
            <p:spPr>
              <a:xfrm>
                <a:off x="4489961" y="5273619"/>
                <a:ext cx="534288" cy="551090"/>
              </a:xfrm>
              <a:prstGeom prst="rect">
                <a:avLst/>
              </a:prstGeom>
              <a:noFill/>
            </p:spPr>
            <p:txBody>
              <a:bodyPr wrap="square" lIns="90000" tIns="90000" rIns="90000" bIns="90000" rtlCol="0">
                <a:spAutoFit/>
              </a:bodyPr>
              <a:lstStyle/>
              <a:p>
                <a:pPr algn="l"/>
                <a14:m>
                  <m:oMathPara xmlns:m="http://schemas.openxmlformats.org/officeDocument/2006/math">
                    <m:oMath>
                      <m:sSub>
                        <m:sSubPr>
                          <m:ctrlPr>
                            <a:rPr kumimoji="1" lang="en-US" altLang="ja-JP" sz="2400" b="0" i="1" smtClean="0">
                              <a:solidFill>
                                <a:schemeClr val="tx1">
                                  <a:lumMod val="90000"/>
                                  <a:lumOff val="10000"/>
                                </a:schemeClr>
                              </a:solidFill>
                              <a:latin typeface="Cambria Math" panose="02040503050406030204" pitchFamily="18" charset="0"/>
                            </a:rPr>
                          </m:ctrlPr>
                        </m:sSubPr>
                        <m:e>
                          <m:r>
                            <a:rPr kumimoji="1" lang="en-US" altLang="ja-JP" sz="2400" b="0" i="1" smtClean="0">
                              <a:solidFill>
                                <a:schemeClr val="tx1">
                                  <a:lumMod val="90000"/>
                                  <a:lumOff val="10000"/>
                                </a:schemeClr>
                              </a:solidFill>
                              <a:latin typeface="Cambria Math" panose="02040503050406030204" pitchFamily="18" charset="0"/>
                            </a:rPr>
                            <m:t>𝑦</m:t>
                          </m:r>
                        </m:e>
                        <m:sub>
                          <m:r>
                            <a:rPr kumimoji="1" lang="en-US" altLang="ja-JP" sz="2400" b="0" i="1" smtClean="0">
                              <a:solidFill>
                                <a:schemeClr val="tx1">
                                  <a:lumMod val="90000"/>
                                  <a:lumOff val="10000"/>
                                </a:schemeClr>
                              </a:solidFill>
                              <a:latin typeface="Cambria Math" panose="02040503050406030204" pitchFamily="18" charset="0"/>
                            </a:rPr>
                            <m:t>𝑛</m:t>
                          </m:r>
                        </m:sub>
                      </m:sSub>
                    </m:oMath>
                  </m:oMathPara>
                </a14:m>
                <a:endParaRPr kumimoji="1" lang="ja-JP" altLang="en-US" sz="2400" dirty="0">
                  <a:solidFill>
                    <a:schemeClr val="tx1">
                      <a:lumMod val="90000"/>
                      <a:lumOff val="10000"/>
                    </a:schemeClr>
                  </a:solidFill>
                </a:endParaRPr>
              </a:p>
            </p:txBody>
          </p:sp>
        </mc:Choice>
        <mc:Fallback xmlns="">
          <p:sp>
            <p:nvSpPr>
              <p:cNvPr id="61" name="テキスト ボックス 60">
                <a:extLst>
                  <a:ext uri="{FF2B5EF4-FFF2-40B4-BE49-F238E27FC236}">
                    <a16:creationId xmlns:a16="http://schemas.microsoft.com/office/drawing/2014/main" id="{155F8EF0-D25E-457C-A7DE-9CE38EAF9D7A}"/>
                  </a:ext>
                </a:extLst>
              </p:cNvPr>
              <p:cNvSpPr txBox="1">
                <a:spLocks noRot="1" noChangeAspect="1" noMove="1" noResize="1" noEditPoints="1" noAdjustHandles="1" noChangeArrowheads="1" noChangeShapeType="1" noTextEdit="1"/>
              </p:cNvSpPr>
              <p:nvPr/>
            </p:nvSpPr>
            <p:spPr>
              <a:xfrm>
                <a:off x="4489961" y="5273619"/>
                <a:ext cx="534288" cy="551090"/>
              </a:xfrm>
              <a:prstGeom prst="rect">
                <a:avLst/>
              </a:prstGeom>
              <a:blipFill>
                <a:blip r:embed="rId5"/>
                <a:stretch>
                  <a:fillRect b="-3333"/>
                </a:stretch>
              </a:blipFill>
            </p:spPr>
            <p:txBody>
              <a:bodyPr/>
              <a:lstStyle/>
              <a:p>
                <a:r>
                  <a:rPr lang="ja-JP" altLang="en-US">
                    <a:noFill/>
                  </a:rPr>
                  <a:t> </a:t>
                </a:r>
              </a:p>
            </p:txBody>
          </p:sp>
        </mc:Fallback>
      </mc:AlternateContent>
      <p:grpSp>
        <p:nvGrpSpPr>
          <p:cNvPr id="62" name="グループ化 61">
            <a:extLst>
              <a:ext uri="{FF2B5EF4-FFF2-40B4-BE49-F238E27FC236}">
                <a16:creationId xmlns:a16="http://schemas.microsoft.com/office/drawing/2014/main" id="{F2A563ED-2B63-ED8D-7071-382FD7B332D9}"/>
              </a:ext>
            </a:extLst>
          </p:cNvPr>
          <p:cNvGrpSpPr/>
          <p:nvPr/>
        </p:nvGrpSpPr>
        <p:grpSpPr>
          <a:xfrm flipV="1">
            <a:off x="2591618" y="5140859"/>
            <a:ext cx="662940" cy="816610"/>
            <a:chOff x="9274810" y="4104640"/>
            <a:chExt cx="662940" cy="816610"/>
          </a:xfrm>
        </p:grpSpPr>
        <p:sp>
          <p:nvSpPr>
            <p:cNvPr id="63" name="正方形/長方形 62">
              <a:extLst>
                <a:ext uri="{FF2B5EF4-FFF2-40B4-BE49-F238E27FC236}">
                  <a16:creationId xmlns:a16="http://schemas.microsoft.com/office/drawing/2014/main" id="{969D1983-8991-FD4B-24CF-C20594C15ADC}"/>
                </a:ext>
              </a:extLst>
            </p:cNvPr>
            <p:cNvSpPr/>
            <p:nvPr/>
          </p:nvSpPr>
          <p:spPr>
            <a:xfrm>
              <a:off x="9274810" y="4104640"/>
              <a:ext cx="662940" cy="816610"/>
            </a:xfrm>
            <a:prstGeom prst="rect">
              <a:avLst/>
            </a:prstGeom>
            <a:noFill/>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kumimoji="1" lang="ja-JP" altLang="en-US"/>
            </a:p>
          </p:txBody>
        </p:sp>
        <p:sp>
          <p:nvSpPr>
            <p:cNvPr id="64" name="二等辺三角形 63">
              <a:extLst>
                <a:ext uri="{FF2B5EF4-FFF2-40B4-BE49-F238E27FC236}">
                  <a16:creationId xmlns:a16="http://schemas.microsoft.com/office/drawing/2014/main" id="{4996B1F4-ED3F-B08D-DF12-B86ABD36D009}"/>
                </a:ext>
              </a:extLst>
            </p:cNvPr>
            <p:cNvSpPr/>
            <p:nvPr/>
          </p:nvSpPr>
          <p:spPr>
            <a:xfrm rot="10800000">
              <a:off x="9439592" y="4104640"/>
              <a:ext cx="333375" cy="161925"/>
            </a:xfrm>
            <a:prstGeom prst="triangle">
              <a:avLst/>
            </a:prstGeom>
            <a:noFill/>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kumimoji="1" lang="ja-JP" altLang="en-US"/>
            </a:p>
          </p:txBody>
        </p:sp>
      </p:grpSp>
      <p:sp>
        <p:nvSpPr>
          <p:cNvPr id="65" name="楕円 64">
            <a:extLst>
              <a:ext uri="{FF2B5EF4-FFF2-40B4-BE49-F238E27FC236}">
                <a16:creationId xmlns:a16="http://schemas.microsoft.com/office/drawing/2014/main" id="{9EBAAD92-CF71-93FC-E3AB-C2BBB9154765}"/>
              </a:ext>
            </a:extLst>
          </p:cNvPr>
          <p:cNvSpPr/>
          <p:nvPr/>
        </p:nvSpPr>
        <p:spPr>
          <a:xfrm>
            <a:off x="1991661" y="5488839"/>
            <a:ext cx="120650" cy="120650"/>
          </a:xfrm>
          <a:prstGeom prst="ellipse">
            <a:avLst/>
          </a:prstGeom>
          <a:noFill/>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kumimoji="1" lang="ja-JP" altLang="en-US"/>
          </a:p>
        </p:txBody>
      </p:sp>
      <p:sp>
        <p:nvSpPr>
          <p:cNvPr id="66" name="テキスト ボックス 65">
            <a:extLst>
              <a:ext uri="{FF2B5EF4-FFF2-40B4-BE49-F238E27FC236}">
                <a16:creationId xmlns:a16="http://schemas.microsoft.com/office/drawing/2014/main" id="{A5A905BA-3BD9-859A-6EC2-E1E218F1EE4C}"/>
              </a:ext>
            </a:extLst>
          </p:cNvPr>
          <p:cNvSpPr txBox="1"/>
          <p:nvPr/>
        </p:nvSpPr>
        <p:spPr>
          <a:xfrm>
            <a:off x="1825565" y="5590834"/>
            <a:ext cx="153888" cy="184666"/>
          </a:xfrm>
          <a:prstGeom prst="rect">
            <a:avLst/>
          </a:prstGeom>
          <a:noFill/>
        </p:spPr>
        <p:txBody>
          <a:bodyPr wrap="square" lIns="0" tIns="0" rIns="0" bIns="0" rtlCol="0">
            <a:spAutoFit/>
          </a:bodyPr>
          <a:lstStyle/>
          <a:p>
            <a:pPr algn="l"/>
            <a:r>
              <a:rPr kumimoji="1" lang="ja-JP" altLang="en-US" sz="1200" dirty="0">
                <a:solidFill>
                  <a:schemeClr val="tx1">
                    <a:lumMod val="90000"/>
                    <a:lumOff val="10000"/>
                  </a:schemeClr>
                </a:solidFill>
              </a:rPr>
              <a:t>＋</a:t>
            </a:r>
          </a:p>
        </p:txBody>
      </p:sp>
      <p:sp>
        <p:nvSpPr>
          <p:cNvPr id="67" name="テキスト ボックス 66">
            <a:extLst>
              <a:ext uri="{FF2B5EF4-FFF2-40B4-BE49-F238E27FC236}">
                <a16:creationId xmlns:a16="http://schemas.microsoft.com/office/drawing/2014/main" id="{480B7E3D-CF7C-658E-5474-FF82D9CA53E7}"/>
              </a:ext>
            </a:extLst>
          </p:cNvPr>
          <p:cNvSpPr txBox="1"/>
          <p:nvPr/>
        </p:nvSpPr>
        <p:spPr>
          <a:xfrm>
            <a:off x="2105466" y="5334335"/>
            <a:ext cx="153888" cy="184666"/>
          </a:xfrm>
          <a:prstGeom prst="rect">
            <a:avLst/>
          </a:prstGeom>
          <a:noFill/>
        </p:spPr>
        <p:txBody>
          <a:bodyPr wrap="square" lIns="0" tIns="0" rIns="0" bIns="0" rtlCol="0">
            <a:spAutoFit/>
          </a:bodyPr>
          <a:lstStyle/>
          <a:p>
            <a:pPr algn="l"/>
            <a:r>
              <a:rPr kumimoji="1" lang="ja-JP" altLang="en-US" sz="1200" dirty="0">
                <a:solidFill>
                  <a:schemeClr val="tx1">
                    <a:lumMod val="90000"/>
                    <a:lumOff val="10000"/>
                  </a:schemeClr>
                </a:solidFill>
              </a:rPr>
              <a:t>＋</a:t>
            </a:r>
          </a:p>
        </p:txBody>
      </p:sp>
      <p:cxnSp>
        <p:nvCxnSpPr>
          <p:cNvPr id="68" name="直線コネクタ 67">
            <a:extLst>
              <a:ext uri="{FF2B5EF4-FFF2-40B4-BE49-F238E27FC236}">
                <a16:creationId xmlns:a16="http://schemas.microsoft.com/office/drawing/2014/main" id="{C34D940C-0C0E-5818-1D8B-535AD700AA0B}"/>
              </a:ext>
            </a:extLst>
          </p:cNvPr>
          <p:cNvCxnSpPr>
            <a:cxnSpLocks/>
            <a:stCxn id="65" idx="6"/>
            <a:endCxn id="63" idx="1"/>
          </p:cNvCxnSpPr>
          <p:nvPr/>
        </p:nvCxnSpPr>
        <p:spPr>
          <a:xfrm>
            <a:off x="2112311" y="5549164"/>
            <a:ext cx="479307" cy="0"/>
          </a:xfrm>
          <a:prstGeom prst="line">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69" name="コネクタ: カギ線 68">
            <a:extLst>
              <a:ext uri="{FF2B5EF4-FFF2-40B4-BE49-F238E27FC236}">
                <a16:creationId xmlns:a16="http://schemas.microsoft.com/office/drawing/2014/main" id="{39A92F41-9CC9-F93C-3AC1-200A39EBC53F}"/>
              </a:ext>
            </a:extLst>
          </p:cNvPr>
          <p:cNvCxnSpPr>
            <a:cxnSpLocks/>
            <a:stCxn id="63" idx="3"/>
            <a:endCxn id="65" idx="0"/>
          </p:cNvCxnSpPr>
          <p:nvPr/>
        </p:nvCxnSpPr>
        <p:spPr>
          <a:xfrm flipH="1" flipV="1">
            <a:off x="2051986" y="5488839"/>
            <a:ext cx="1202572" cy="60325"/>
          </a:xfrm>
          <a:prstGeom prst="bentConnector4">
            <a:avLst>
              <a:gd name="adj1" fmla="val -19828"/>
              <a:gd name="adj2" fmla="val 1055789"/>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70" name="直線コネクタ 69">
            <a:extLst>
              <a:ext uri="{FF2B5EF4-FFF2-40B4-BE49-F238E27FC236}">
                <a16:creationId xmlns:a16="http://schemas.microsoft.com/office/drawing/2014/main" id="{2AA1305D-6B05-4EEC-E3BD-93E8FE3B25BF}"/>
              </a:ext>
            </a:extLst>
          </p:cNvPr>
          <p:cNvCxnSpPr>
            <a:cxnSpLocks/>
            <a:stCxn id="63" idx="3"/>
            <a:endCxn id="114" idx="2"/>
          </p:cNvCxnSpPr>
          <p:nvPr/>
        </p:nvCxnSpPr>
        <p:spPr>
          <a:xfrm>
            <a:off x="3254558" y="5549164"/>
            <a:ext cx="549238" cy="0"/>
          </a:xfrm>
          <a:prstGeom prst="line">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mc:AlternateContent xmlns:mc="http://schemas.openxmlformats.org/markup-compatibility/2006" xmlns:a14="http://schemas.microsoft.com/office/drawing/2010/main">
        <mc:Choice Requires="a14">
          <p:sp>
            <p:nvSpPr>
              <p:cNvPr id="71" name="テキスト ボックス 70">
                <a:extLst>
                  <a:ext uri="{FF2B5EF4-FFF2-40B4-BE49-F238E27FC236}">
                    <a16:creationId xmlns:a16="http://schemas.microsoft.com/office/drawing/2014/main" id="{58B69904-96A2-13C3-A84B-A3CBACF25D24}"/>
                  </a:ext>
                </a:extLst>
              </p:cNvPr>
              <p:cNvSpPr txBox="1"/>
              <p:nvPr/>
            </p:nvSpPr>
            <p:spPr>
              <a:xfrm>
                <a:off x="2197335" y="6187025"/>
                <a:ext cx="502766" cy="369332"/>
              </a:xfrm>
              <a:prstGeom prst="rect">
                <a:avLst/>
              </a:prstGeom>
              <a:noFill/>
            </p:spPr>
            <p:txBody>
              <a:bodyPr wrap="square" lIns="0" tIns="0" rIns="0" bIns="0" rtlCol="0">
                <a:spAutoFit/>
              </a:bodyPr>
              <a:lstStyle/>
              <a:p>
                <a:pPr algn="l"/>
                <a14:m>
                  <m:oMathPara xmlns:m="http://schemas.openxmlformats.org/officeDocument/2006/math">
                    <m:oMath>
                      <m:r>
                        <a:rPr kumimoji="1" lang="en-US" altLang="ja-JP" sz="2400" b="0" i="1" smtClean="0">
                          <a:solidFill>
                            <a:schemeClr val="tx1">
                              <a:lumMod val="90000"/>
                              <a:lumOff val="10000"/>
                            </a:schemeClr>
                          </a:solidFill>
                          <a:latin typeface="Cambria Math" panose="02040503050406030204" pitchFamily="18" charset="0"/>
                        </a:rPr>
                        <m:t>𝑐𝑙𝑘</m:t>
                      </m:r>
                    </m:oMath>
                  </m:oMathPara>
                </a14:m>
                <a:endParaRPr kumimoji="1" lang="ja-JP" altLang="en-US" sz="2400" dirty="0">
                  <a:solidFill>
                    <a:schemeClr val="tx1">
                      <a:lumMod val="90000"/>
                      <a:lumOff val="10000"/>
                    </a:schemeClr>
                  </a:solidFill>
                </a:endParaRPr>
              </a:p>
            </p:txBody>
          </p:sp>
        </mc:Choice>
        <mc:Fallback xmlns="">
          <p:sp>
            <p:nvSpPr>
              <p:cNvPr id="71" name="テキスト ボックス 70">
                <a:extLst>
                  <a:ext uri="{FF2B5EF4-FFF2-40B4-BE49-F238E27FC236}">
                    <a16:creationId xmlns:a16="http://schemas.microsoft.com/office/drawing/2014/main" id="{58B69904-96A2-13C3-A84B-A3CBACF25D24}"/>
                  </a:ext>
                </a:extLst>
              </p:cNvPr>
              <p:cNvSpPr txBox="1">
                <a:spLocks noRot="1" noChangeAspect="1" noMove="1" noResize="1" noEditPoints="1" noAdjustHandles="1" noChangeArrowheads="1" noChangeShapeType="1" noTextEdit="1"/>
              </p:cNvSpPr>
              <p:nvPr/>
            </p:nvSpPr>
            <p:spPr>
              <a:xfrm>
                <a:off x="2197335" y="6187025"/>
                <a:ext cx="502766" cy="369332"/>
              </a:xfrm>
              <a:prstGeom prst="rect">
                <a:avLst/>
              </a:prstGeom>
              <a:blipFill>
                <a:blip r:embed="rId6"/>
                <a:stretch>
                  <a:fillRect l="-13253" r="-10843" b="-9836"/>
                </a:stretch>
              </a:blipFill>
            </p:spPr>
            <p:txBody>
              <a:bodyPr/>
              <a:lstStyle/>
              <a:p>
                <a:r>
                  <a:rPr lang="ja-JP" altLang="en-US">
                    <a:noFill/>
                  </a:rPr>
                  <a:t> </a:t>
                </a:r>
              </a:p>
            </p:txBody>
          </p:sp>
        </mc:Fallback>
      </mc:AlternateContent>
      <p:cxnSp>
        <p:nvCxnSpPr>
          <p:cNvPr id="72" name="コネクタ: カギ線 71">
            <a:extLst>
              <a:ext uri="{FF2B5EF4-FFF2-40B4-BE49-F238E27FC236}">
                <a16:creationId xmlns:a16="http://schemas.microsoft.com/office/drawing/2014/main" id="{B7943AA8-9765-E601-A2B3-2950722E82EB}"/>
              </a:ext>
            </a:extLst>
          </p:cNvPr>
          <p:cNvCxnSpPr>
            <a:cxnSpLocks/>
            <a:stCxn id="71" idx="3"/>
            <a:endCxn id="64" idx="3"/>
          </p:cNvCxnSpPr>
          <p:nvPr/>
        </p:nvCxnSpPr>
        <p:spPr>
          <a:xfrm flipV="1">
            <a:off x="2700101" y="5957469"/>
            <a:ext cx="222986" cy="414222"/>
          </a:xfrm>
          <a:prstGeom prst="bentConnector2">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73" name="直線コネクタ 72">
            <a:extLst>
              <a:ext uri="{FF2B5EF4-FFF2-40B4-BE49-F238E27FC236}">
                <a16:creationId xmlns:a16="http://schemas.microsoft.com/office/drawing/2014/main" id="{DAC9E864-02CE-3FE4-50C4-F1EA9E4BDC2B}"/>
              </a:ext>
            </a:extLst>
          </p:cNvPr>
          <p:cNvCxnSpPr>
            <a:cxnSpLocks/>
            <a:stCxn id="94" idx="3"/>
            <a:endCxn id="77" idx="2"/>
          </p:cNvCxnSpPr>
          <p:nvPr/>
        </p:nvCxnSpPr>
        <p:spPr>
          <a:xfrm>
            <a:off x="1175516" y="5549164"/>
            <a:ext cx="297652" cy="0"/>
          </a:xfrm>
          <a:prstGeom prst="line">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grpSp>
        <p:nvGrpSpPr>
          <p:cNvPr id="74" name="グループ化 73">
            <a:extLst>
              <a:ext uri="{FF2B5EF4-FFF2-40B4-BE49-F238E27FC236}">
                <a16:creationId xmlns:a16="http://schemas.microsoft.com/office/drawing/2014/main" id="{67D44AC1-6D63-87C5-DD39-3E5033770AF1}"/>
              </a:ext>
            </a:extLst>
          </p:cNvPr>
          <p:cNvGrpSpPr/>
          <p:nvPr/>
        </p:nvGrpSpPr>
        <p:grpSpPr>
          <a:xfrm flipH="1">
            <a:off x="2437199" y="4097500"/>
            <a:ext cx="579005" cy="666654"/>
            <a:chOff x="3633715" y="4527650"/>
            <a:chExt cx="579005" cy="666654"/>
          </a:xfrm>
        </p:grpSpPr>
        <p:sp>
          <p:nvSpPr>
            <p:cNvPr id="75" name="二等辺三角形 74">
              <a:extLst>
                <a:ext uri="{FF2B5EF4-FFF2-40B4-BE49-F238E27FC236}">
                  <a16:creationId xmlns:a16="http://schemas.microsoft.com/office/drawing/2014/main" id="{9D324424-626E-2E5D-F271-DC81C1AC653B}"/>
                </a:ext>
              </a:extLst>
            </p:cNvPr>
            <p:cNvSpPr/>
            <p:nvPr/>
          </p:nvSpPr>
          <p:spPr>
            <a:xfrm rot="5400000">
              <a:off x="3589891" y="4571474"/>
              <a:ext cx="666654" cy="579005"/>
            </a:xfrm>
            <a:prstGeom prst="triangle">
              <a:avLst/>
            </a:prstGeom>
            <a:noFill/>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vert="vert270" rtlCol="0" anchor="ctr"/>
            <a:lstStyle/>
            <a:p>
              <a:pPr algn="ctr"/>
              <a:endParaRPr kumimoji="1" lang="ja-JP" altLang="en-US" sz="1050" dirty="0"/>
            </a:p>
          </p:txBody>
        </p:sp>
        <p:sp>
          <p:nvSpPr>
            <p:cNvPr id="76" name="テキスト ボックス 75">
              <a:extLst>
                <a:ext uri="{FF2B5EF4-FFF2-40B4-BE49-F238E27FC236}">
                  <a16:creationId xmlns:a16="http://schemas.microsoft.com/office/drawing/2014/main" id="{B588771C-6ACE-D586-7B67-75C01AB2292D}"/>
                </a:ext>
              </a:extLst>
            </p:cNvPr>
            <p:cNvSpPr txBox="1"/>
            <p:nvPr/>
          </p:nvSpPr>
          <p:spPr>
            <a:xfrm>
              <a:off x="3664430" y="4722477"/>
              <a:ext cx="394339" cy="276999"/>
            </a:xfrm>
            <a:prstGeom prst="rect">
              <a:avLst/>
            </a:prstGeom>
            <a:noFill/>
          </p:spPr>
          <p:txBody>
            <a:bodyPr wrap="none" lIns="0" tIns="0" rIns="0" bIns="0" rtlCol="0">
              <a:spAutoFit/>
            </a:bodyPr>
            <a:lstStyle/>
            <a:p>
              <a:r>
                <a:rPr lang="ja-JP" altLang="en-US" dirty="0"/>
                <a:t>✕</a:t>
              </a:r>
              <a:r>
                <a:rPr lang="en-US" altLang="ja-JP" dirty="0"/>
                <a:t>-1</a:t>
              </a:r>
              <a:endParaRPr lang="ja-JP" altLang="en-US" dirty="0"/>
            </a:p>
          </p:txBody>
        </p:sp>
      </p:grpSp>
      <p:sp>
        <p:nvSpPr>
          <p:cNvPr id="77" name="楕円 76">
            <a:extLst>
              <a:ext uri="{FF2B5EF4-FFF2-40B4-BE49-F238E27FC236}">
                <a16:creationId xmlns:a16="http://schemas.microsoft.com/office/drawing/2014/main" id="{1E14030A-6866-F686-449D-92086715227F}"/>
              </a:ext>
            </a:extLst>
          </p:cNvPr>
          <p:cNvSpPr/>
          <p:nvPr/>
        </p:nvSpPr>
        <p:spPr>
          <a:xfrm>
            <a:off x="1473168" y="5488839"/>
            <a:ext cx="120650" cy="120650"/>
          </a:xfrm>
          <a:prstGeom prst="ellipse">
            <a:avLst/>
          </a:prstGeom>
          <a:noFill/>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kumimoji="1" lang="ja-JP" altLang="en-US"/>
          </a:p>
        </p:txBody>
      </p:sp>
      <p:cxnSp>
        <p:nvCxnSpPr>
          <p:cNvPr id="78" name="直線コネクタ 77">
            <a:extLst>
              <a:ext uri="{FF2B5EF4-FFF2-40B4-BE49-F238E27FC236}">
                <a16:creationId xmlns:a16="http://schemas.microsoft.com/office/drawing/2014/main" id="{7691F66F-FD7E-CBD3-2407-2ECB22858FE8}"/>
              </a:ext>
            </a:extLst>
          </p:cNvPr>
          <p:cNvCxnSpPr>
            <a:cxnSpLocks/>
            <a:stCxn id="77" idx="6"/>
            <a:endCxn id="65" idx="2"/>
          </p:cNvCxnSpPr>
          <p:nvPr/>
        </p:nvCxnSpPr>
        <p:spPr>
          <a:xfrm>
            <a:off x="1593818" y="5549164"/>
            <a:ext cx="397843" cy="0"/>
          </a:xfrm>
          <a:prstGeom prst="line">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79" name="コネクタ: カギ線 78">
            <a:extLst>
              <a:ext uri="{FF2B5EF4-FFF2-40B4-BE49-F238E27FC236}">
                <a16:creationId xmlns:a16="http://schemas.microsoft.com/office/drawing/2014/main" id="{27A74E07-D079-DD55-7CD6-280C77CE8A5F}"/>
              </a:ext>
            </a:extLst>
          </p:cNvPr>
          <p:cNvCxnSpPr>
            <a:cxnSpLocks/>
            <a:stCxn id="114" idx="6"/>
            <a:endCxn id="75" idx="3"/>
          </p:cNvCxnSpPr>
          <p:nvPr/>
        </p:nvCxnSpPr>
        <p:spPr>
          <a:xfrm flipH="1" flipV="1">
            <a:off x="3016204" y="4430827"/>
            <a:ext cx="908242" cy="1118337"/>
          </a:xfrm>
          <a:prstGeom prst="bentConnector3">
            <a:avLst>
              <a:gd name="adj1" fmla="val -25170"/>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80" name="コネクタ: カギ線 79">
            <a:extLst>
              <a:ext uri="{FF2B5EF4-FFF2-40B4-BE49-F238E27FC236}">
                <a16:creationId xmlns:a16="http://schemas.microsoft.com/office/drawing/2014/main" id="{25D1CB7D-F520-45FC-8D3A-13F6FBD6D274}"/>
              </a:ext>
            </a:extLst>
          </p:cNvPr>
          <p:cNvCxnSpPr>
            <a:cxnSpLocks/>
            <a:stCxn id="75" idx="0"/>
            <a:endCxn id="77" idx="0"/>
          </p:cNvCxnSpPr>
          <p:nvPr/>
        </p:nvCxnSpPr>
        <p:spPr>
          <a:xfrm rot="10800000" flipV="1">
            <a:off x="1533493" y="4430827"/>
            <a:ext cx="903706" cy="1058012"/>
          </a:xfrm>
          <a:prstGeom prst="bentConnector2">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81" name="テキスト ボックス 80">
            <a:extLst>
              <a:ext uri="{FF2B5EF4-FFF2-40B4-BE49-F238E27FC236}">
                <a16:creationId xmlns:a16="http://schemas.microsoft.com/office/drawing/2014/main" id="{E91084BF-6A55-5DA0-4B6A-AF91F0995EA5}"/>
              </a:ext>
            </a:extLst>
          </p:cNvPr>
          <p:cNvSpPr txBox="1"/>
          <p:nvPr/>
        </p:nvSpPr>
        <p:spPr>
          <a:xfrm>
            <a:off x="1325007" y="5590834"/>
            <a:ext cx="153888" cy="184666"/>
          </a:xfrm>
          <a:prstGeom prst="rect">
            <a:avLst/>
          </a:prstGeom>
          <a:noFill/>
        </p:spPr>
        <p:txBody>
          <a:bodyPr wrap="square" lIns="0" tIns="0" rIns="0" bIns="0" rtlCol="0">
            <a:spAutoFit/>
          </a:bodyPr>
          <a:lstStyle/>
          <a:p>
            <a:pPr algn="l"/>
            <a:r>
              <a:rPr kumimoji="1" lang="ja-JP" altLang="en-US" sz="1200" dirty="0">
                <a:solidFill>
                  <a:schemeClr val="tx1">
                    <a:lumMod val="90000"/>
                    <a:lumOff val="10000"/>
                  </a:schemeClr>
                </a:solidFill>
              </a:rPr>
              <a:t>＋</a:t>
            </a:r>
          </a:p>
        </p:txBody>
      </p:sp>
      <p:sp>
        <p:nvSpPr>
          <p:cNvPr id="82" name="テキスト ボックス 81">
            <a:extLst>
              <a:ext uri="{FF2B5EF4-FFF2-40B4-BE49-F238E27FC236}">
                <a16:creationId xmlns:a16="http://schemas.microsoft.com/office/drawing/2014/main" id="{5DF30418-D79A-0993-CAD3-8BB5C48EF56A}"/>
              </a:ext>
            </a:extLst>
          </p:cNvPr>
          <p:cNvSpPr txBox="1"/>
          <p:nvPr/>
        </p:nvSpPr>
        <p:spPr>
          <a:xfrm>
            <a:off x="1604908" y="5334335"/>
            <a:ext cx="153888" cy="184666"/>
          </a:xfrm>
          <a:prstGeom prst="rect">
            <a:avLst/>
          </a:prstGeom>
          <a:noFill/>
        </p:spPr>
        <p:txBody>
          <a:bodyPr wrap="square" lIns="0" tIns="0" rIns="0" bIns="0" rtlCol="0">
            <a:spAutoFit/>
          </a:bodyPr>
          <a:lstStyle/>
          <a:p>
            <a:pPr algn="l"/>
            <a:r>
              <a:rPr kumimoji="1" lang="ja-JP" altLang="en-US" sz="1200" dirty="0">
                <a:solidFill>
                  <a:schemeClr val="tx1">
                    <a:lumMod val="90000"/>
                    <a:lumOff val="10000"/>
                  </a:schemeClr>
                </a:solidFill>
              </a:rPr>
              <a:t>＋</a:t>
            </a:r>
          </a:p>
        </p:txBody>
      </p:sp>
      <p:sp>
        <p:nvSpPr>
          <p:cNvPr id="83" name="フリーフォーム: 図形 82">
            <a:extLst>
              <a:ext uri="{FF2B5EF4-FFF2-40B4-BE49-F238E27FC236}">
                <a16:creationId xmlns:a16="http://schemas.microsoft.com/office/drawing/2014/main" id="{7845ABB3-0EAC-4EB2-7C17-1A7E0B390FD6}"/>
              </a:ext>
            </a:extLst>
          </p:cNvPr>
          <p:cNvSpPr/>
          <p:nvPr/>
        </p:nvSpPr>
        <p:spPr>
          <a:xfrm rot="2097267">
            <a:off x="1363850" y="5567532"/>
            <a:ext cx="155969" cy="753688"/>
          </a:xfrm>
          <a:custGeom>
            <a:avLst/>
            <a:gdLst>
              <a:gd name="csX0" fmla="*/ 71566 w 135746"/>
              <a:gd name="csY0" fmla="*/ 510117 h 510117"/>
              <a:gd name="csX1" fmla="*/ 1716 w 135746"/>
              <a:gd name="csY1" fmla="*/ 294217 h 510117"/>
              <a:gd name="csX2" fmla="*/ 135066 w 135746"/>
              <a:gd name="csY2" fmla="*/ 243417 h 510117"/>
              <a:gd name="csX3" fmla="*/ 44049 w 135746"/>
              <a:gd name="csY3" fmla="*/ 0 h 510117"/>
            </a:gdLst>
            <a:ahLst/>
            <a:cxnLst>
              <a:cxn ang="0">
                <a:pos x="csX0" y="csY0"/>
              </a:cxn>
              <a:cxn ang="0">
                <a:pos x="csX1" y="csY1"/>
              </a:cxn>
              <a:cxn ang="0">
                <a:pos x="csX2" y="csY2"/>
              </a:cxn>
              <a:cxn ang="0">
                <a:pos x="csX3" y="csY3"/>
              </a:cxn>
            </a:cxnLst>
            <a:rect l="l" t="t" r="r" b="b"/>
            <a:pathLst>
              <a:path w="135746" h="510117">
                <a:moveTo>
                  <a:pt x="71566" y="510117"/>
                </a:moveTo>
                <a:cubicBezTo>
                  <a:pt x="31349" y="424392"/>
                  <a:pt x="-8867" y="338667"/>
                  <a:pt x="1716" y="294217"/>
                </a:cubicBezTo>
                <a:cubicBezTo>
                  <a:pt x="12299" y="249767"/>
                  <a:pt x="128011" y="292453"/>
                  <a:pt x="135066" y="243417"/>
                </a:cubicBezTo>
                <a:cubicBezTo>
                  <a:pt x="142122" y="194381"/>
                  <a:pt x="93085" y="97190"/>
                  <a:pt x="44049" y="0"/>
                </a:cubicBezTo>
              </a:path>
            </a:pathLst>
          </a:cu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kumimoji="1" lang="ja-JP" altLang="en-US"/>
          </a:p>
        </p:txBody>
      </p:sp>
      <p:sp>
        <p:nvSpPr>
          <p:cNvPr id="84" name="フリーフォーム: 図形 83">
            <a:extLst>
              <a:ext uri="{FF2B5EF4-FFF2-40B4-BE49-F238E27FC236}">
                <a16:creationId xmlns:a16="http://schemas.microsoft.com/office/drawing/2014/main" id="{4709D8F0-A70B-EBF5-7080-A32D9A939BA1}"/>
              </a:ext>
            </a:extLst>
          </p:cNvPr>
          <p:cNvSpPr/>
          <p:nvPr/>
        </p:nvSpPr>
        <p:spPr>
          <a:xfrm rot="2097267">
            <a:off x="1959592" y="5593064"/>
            <a:ext cx="155969" cy="753688"/>
          </a:xfrm>
          <a:custGeom>
            <a:avLst/>
            <a:gdLst>
              <a:gd name="csX0" fmla="*/ 71566 w 135746"/>
              <a:gd name="csY0" fmla="*/ 510117 h 510117"/>
              <a:gd name="csX1" fmla="*/ 1716 w 135746"/>
              <a:gd name="csY1" fmla="*/ 294217 h 510117"/>
              <a:gd name="csX2" fmla="*/ 135066 w 135746"/>
              <a:gd name="csY2" fmla="*/ 243417 h 510117"/>
              <a:gd name="csX3" fmla="*/ 44049 w 135746"/>
              <a:gd name="csY3" fmla="*/ 0 h 510117"/>
            </a:gdLst>
            <a:ahLst/>
            <a:cxnLst>
              <a:cxn ang="0">
                <a:pos x="csX0" y="csY0"/>
              </a:cxn>
              <a:cxn ang="0">
                <a:pos x="csX1" y="csY1"/>
              </a:cxn>
              <a:cxn ang="0">
                <a:pos x="csX2" y="csY2"/>
              </a:cxn>
              <a:cxn ang="0">
                <a:pos x="csX3" y="csY3"/>
              </a:cxn>
            </a:cxnLst>
            <a:rect l="l" t="t" r="r" b="b"/>
            <a:pathLst>
              <a:path w="135746" h="510117">
                <a:moveTo>
                  <a:pt x="71566" y="510117"/>
                </a:moveTo>
                <a:cubicBezTo>
                  <a:pt x="31349" y="424392"/>
                  <a:pt x="-8867" y="338667"/>
                  <a:pt x="1716" y="294217"/>
                </a:cubicBezTo>
                <a:cubicBezTo>
                  <a:pt x="12299" y="249767"/>
                  <a:pt x="128011" y="292453"/>
                  <a:pt x="135066" y="243417"/>
                </a:cubicBezTo>
                <a:cubicBezTo>
                  <a:pt x="142122" y="194381"/>
                  <a:pt x="93085" y="97190"/>
                  <a:pt x="44049" y="0"/>
                </a:cubicBezTo>
              </a:path>
            </a:pathLst>
          </a:cu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kumimoji="1" lang="ja-JP" altLang="en-US"/>
          </a:p>
        </p:txBody>
      </p:sp>
      <mc:AlternateContent xmlns:mc="http://schemas.openxmlformats.org/markup-compatibility/2006" xmlns:a14="http://schemas.microsoft.com/office/drawing/2010/main">
        <mc:Choice Requires="a14">
          <p:sp>
            <p:nvSpPr>
              <p:cNvPr id="85" name="テキスト ボックス 84">
                <a:extLst>
                  <a:ext uri="{FF2B5EF4-FFF2-40B4-BE49-F238E27FC236}">
                    <a16:creationId xmlns:a16="http://schemas.microsoft.com/office/drawing/2014/main" id="{C5CB1118-ED94-799D-FCC2-5EECC59EDBF1}"/>
                  </a:ext>
                </a:extLst>
              </p:cNvPr>
              <p:cNvSpPr txBox="1"/>
              <p:nvPr/>
            </p:nvSpPr>
            <p:spPr>
              <a:xfrm>
                <a:off x="971088" y="6255239"/>
                <a:ext cx="562404" cy="369332"/>
              </a:xfrm>
              <a:prstGeom prst="rect">
                <a:avLst/>
              </a:prstGeom>
              <a:noFill/>
            </p:spPr>
            <p:txBody>
              <a:bodyPr wrap="square">
                <a:spAutoFit/>
              </a:bodyPr>
              <a:lstStyle/>
              <a:p>
                <a:pPr/>
                <a14:m>
                  <m:oMathPara xmlns:m="http://schemas.openxmlformats.org/officeDocument/2006/math">
                    <m:oMath>
                      <m:sSub>
                        <m:sSubPr>
                          <m:ctrlPr>
                            <a:rPr lang="en-US" altLang="ja-JP" sz="1800" b="0" i="1" smtClean="0">
                              <a:solidFill>
                                <a:schemeClr val="tx1">
                                  <a:lumMod val="90000"/>
                                  <a:lumOff val="10000"/>
                                </a:schemeClr>
                              </a:solidFill>
                              <a:latin typeface="Cambria Math" panose="02040503050406030204" pitchFamily="18" charset="0"/>
                            </a:rPr>
                          </m:ctrlPr>
                        </m:sSubPr>
                        <m:e>
                          <m:r>
                            <a:rPr lang="en-US" altLang="ja-JP" sz="1800" b="0" i="1" smtClean="0">
                              <a:solidFill>
                                <a:schemeClr val="tx1">
                                  <a:lumMod val="90000"/>
                                  <a:lumOff val="10000"/>
                                </a:schemeClr>
                              </a:solidFill>
                              <a:latin typeface="Cambria Math" panose="02040503050406030204" pitchFamily="18" charset="0"/>
                            </a:rPr>
                            <m:t>𝐷</m:t>
                          </m:r>
                        </m:e>
                        <m:sub>
                          <m:r>
                            <a:rPr lang="en-US" altLang="ja-JP" sz="1800" b="0" i="1" smtClean="0">
                              <a:solidFill>
                                <a:schemeClr val="tx1">
                                  <a:lumMod val="90000"/>
                                  <a:lumOff val="10000"/>
                                </a:schemeClr>
                              </a:solidFill>
                              <a:latin typeface="Cambria Math" panose="02040503050406030204" pitchFamily="18" charset="0"/>
                            </a:rPr>
                            <m:t>𝑛</m:t>
                          </m:r>
                        </m:sub>
                      </m:sSub>
                    </m:oMath>
                  </m:oMathPara>
                </a14:m>
                <a:endParaRPr lang="ja-JP" altLang="en-US" dirty="0"/>
              </a:p>
            </p:txBody>
          </p:sp>
        </mc:Choice>
        <mc:Fallback xmlns="">
          <p:sp>
            <p:nvSpPr>
              <p:cNvPr id="85" name="テキスト ボックス 84">
                <a:extLst>
                  <a:ext uri="{FF2B5EF4-FFF2-40B4-BE49-F238E27FC236}">
                    <a16:creationId xmlns:a16="http://schemas.microsoft.com/office/drawing/2014/main" id="{C5CB1118-ED94-799D-FCC2-5EECC59EDBF1}"/>
                  </a:ext>
                </a:extLst>
              </p:cNvPr>
              <p:cNvSpPr txBox="1">
                <a:spLocks noRot="1" noChangeAspect="1" noMove="1" noResize="1" noEditPoints="1" noAdjustHandles="1" noChangeArrowheads="1" noChangeShapeType="1" noTextEdit="1"/>
              </p:cNvSpPr>
              <p:nvPr/>
            </p:nvSpPr>
            <p:spPr>
              <a:xfrm>
                <a:off x="971088" y="6255239"/>
                <a:ext cx="562404" cy="369332"/>
              </a:xfrm>
              <a:prstGeom prst="rect">
                <a:avLst/>
              </a:prstGeom>
              <a:blipFill>
                <a:blip r:embed="rId7"/>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86" name="テキスト ボックス 85">
                <a:extLst>
                  <a:ext uri="{FF2B5EF4-FFF2-40B4-BE49-F238E27FC236}">
                    <a16:creationId xmlns:a16="http://schemas.microsoft.com/office/drawing/2014/main" id="{D2A930D1-0B3B-CA63-2FDC-60E5AEC4A2C7}"/>
                  </a:ext>
                </a:extLst>
              </p:cNvPr>
              <p:cNvSpPr txBox="1"/>
              <p:nvPr/>
            </p:nvSpPr>
            <p:spPr>
              <a:xfrm>
                <a:off x="1571690" y="6255239"/>
                <a:ext cx="562404" cy="369332"/>
              </a:xfrm>
              <a:prstGeom prst="rect">
                <a:avLst/>
              </a:prstGeom>
              <a:noFill/>
            </p:spPr>
            <p:txBody>
              <a:bodyPr wrap="square">
                <a:spAutoFit/>
              </a:bodyPr>
              <a:lstStyle/>
              <a:p>
                <a:pPr/>
                <a14:m>
                  <m:oMathPara xmlns:m="http://schemas.openxmlformats.org/officeDocument/2006/math">
                    <m:oMath>
                      <m:sSub>
                        <m:sSubPr>
                          <m:ctrlPr>
                            <a:rPr lang="en-US" altLang="ja-JP" sz="1800" b="0" i="1" smtClean="0">
                              <a:solidFill>
                                <a:schemeClr val="tx1">
                                  <a:lumMod val="90000"/>
                                  <a:lumOff val="10000"/>
                                </a:schemeClr>
                              </a:solidFill>
                              <a:latin typeface="Cambria Math" panose="02040503050406030204" pitchFamily="18" charset="0"/>
                            </a:rPr>
                          </m:ctrlPr>
                        </m:sSubPr>
                        <m:e>
                          <m:r>
                            <a:rPr lang="en-US" altLang="ja-JP" sz="1800" b="0" i="1" smtClean="0">
                              <a:solidFill>
                                <a:schemeClr val="tx1">
                                  <a:lumMod val="90000"/>
                                  <a:lumOff val="10000"/>
                                </a:schemeClr>
                              </a:solidFill>
                              <a:latin typeface="Cambria Math" panose="02040503050406030204" pitchFamily="18" charset="0"/>
                            </a:rPr>
                            <m:t>𝑆</m:t>
                          </m:r>
                        </m:e>
                        <m:sub>
                          <m:r>
                            <a:rPr lang="en-US" altLang="ja-JP" sz="1800" b="0" i="1" smtClean="0">
                              <a:solidFill>
                                <a:schemeClr val="tx1">
                                  <a:lumMod val="90000"/>
                                  <a:lumOff val="10000"/>
                                </a:schemeClr>
                              </a:solidFill>
                              <a:latin typeface="Cambria Math" panose="02040503050406030204" pitchFamily="18" charset="0"/>
                            </a:rPr>
                            <m:t>𝑛</m:t>
                          </m:r>
                        </m:sub>
                      </m:sSub>
                    </m:oMath>
                  </m:oMathPara>
                </a14:m>
                <a:endParaRPr lang="ja-JP" altLang="en-US" dirty="0"/>
              </a:p>
            </p:txBody>
          </p:sp>
        </mc:Choice>
        <mc:Fallback xmlns="">
          <p:sp>
            <p:nvSpPr>
              <p:cNvPr id="86" name="テキスト ボックス 85">
                <a:extLst>
                  <a:ext uri="{FF2B5EF4-FFF2-40B4-BE49-F238E27FC236}">
                    <a16:creationId xmlns:a16="http://schemas.microsoft.com/office/drawing/2014/main" id="{D2A930D1-0B3B-CA63-2FDC-60E5AEC4A2C7}"/>
                  </a:ext>
                </a:extLst>
              </p:cNvPr>
              <p:cNvSpPr txBox="1">
                <a:spLocks noRot="1" noChangeAspect="1" noMove="1" noResize="1" noEditPoints="1" noAdjustHandles="1" noChangeArrowheads="1" noChangeShapeType="1" noTextEdit="1"/>
              </p:cNvSpPr>
              <p:nvPr/>
            </p:nvSpPr>
            <p:spPr>
              <a:xfrm>
                <a:off x="1571690" y="6255239"/>
                <a:ext cx="562404" cy="369332"/>
              </a:xfrm>
              <a:prstGeom prst="rect">
                <a:avLst/>
              </a:prstGeom>
              <a:blipFill>
                <a:blip r:embed="rId8"/>
                <a:stretch>
                  <a:fillRect/>
                </a:stretch>
              </a:blipFill>
            </p:spPr>
            <p:txBody>
              <a:bodyPr/>
              <a:lstStyle/>
              <a:p>
                <a:r>
                  <a:rPr lang="ja-JP" altLang="en-US">
                    <a:noFill/>
                  </a:rPr>
                  <a:t> </a:t>
                </a:r>
              </a:p>
            </p:txBody>
          </p:sp>
        </mc:Fallback>
      </mc:AlternateContent>
      <p:cxnSp>
        <p:nvCxnSpPr>
          <p:cNvPr id="93" name="直線コネクタ 92">
            <a:extLst>
              <a:ext uri="{FF2B5EF4-FFF2-40B4-BE49-F238E27FC236}">
                <a16:creationId xmlns:a16="http://schemas.microsoft.com/office/drawing/2014/main" id="{9A4C11DA-D80A-684E-9CE9-14146575B4A8}"/>
              </a:ext>
            </a:extLst>
          </p:cNvPr>
          <p:cNvCxnSpPr>
            <a:cxnSpLocks/>
            <a:stCxn id="114" idx="6"/>
            <a:endCxn id="61" idx="1"/>
          </p:cNvCxnSpPr>
          <p:nvPr/>
        </p:nvCxnSpPr>
        <p:spPr>
          <a:xfrm>
            <a:off x="3924446" y="5549164"/>
            <a:ext cx="565515" cy="0"/>
          </a:xfrm>
          <a:prstGeom prst="line">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mc:AlternateContent xmlns:mc="http://schemas.openxmlformats.org/markup-compatibility/2006" xmlns:a14="http://schemas.microsoft.com/office/drawing/2010/main">
        <mc:Choice Requires="a14">
          <p:sp>
            <p:nvSpPr>
              <p:cNvPr id="94" name="テキスト ボックス 93">
                <a:extLst>
                  <a:ext uri="{FF2B5EF4-FFF2-40B4-BE49-F238E27FC236}">
                    <a16:creationId xmlns:a16="http://schemas.microsoft.com/office/drawing/2014/main" id="{B1DA2C96-6D38-3E29-0743-24A0D2773437}"/>
                  </a:ext>
                </a:extLst>
              </p:cNvPr>
              <p:cNvSpPr txBox="1"/>
              <p:nvPr/>
            </p:nvSpPr>
            <p:spPr>
              <a:xfrm>
                <a:off x="613113" y="5349109"/>
                <a:ext cx="562403" cy="400110"/>
              </a:xfrm>
              <a:prstGeom prst="rect">
                <a:avLst/>
              </a:prstGeom>
              <a:noFill/>
            </p:spPr>
            <p:txBody>
              <a:bodyPr wrap="square">
                <a:spAutoFit/>
              </a:bodyPr>
              <a:lstStyle/>
              <a:p>
                <a:pPr/>
                <a14:m>
                  <m:oMathPara xmlns:m="http://schemas.openxmlformats.org/officeDocument/2006/math">
                    <m:oMath>
                      <m:sSub>
                        <m:sSubPr>
                          <m:ctrlPr>
                            <a:rPr lang="en-US" altLang="ja-JP" sz="2000" b="0" i="1" smtClean="0">
                              <a:solidFill>
                                <a:schemeClr val="tx1">
                                  <a:lumMod val="90000"/>
                                  <a:lumOff val="10000"/>
                                </a:schemeClr>
                              </a:solidFill>
                              <a:latin typeface="Cambria Math" panose="02040503050406030204" pitchFamily="18" charset="0"/>
                            </a:rPr>
                          </m:ctrlPr>
                        </m:sSubPr>
                        <m:e>
                          <m:r>
                            <a:rPr lang="en-US" altLang="ja-JP" sz="2000" b="0" i="1" smtClean="0">
                              <a:solidFill>
                                <a:schemeClr val="tx1">
                                  <a:lumMod val="90000"/>
                                  <a:lumOff val="10000"/>
                                </a:schemeClr>
                              </a:solidFill>
                              <a:latin typeface="Cambria Math" panose="02040503050406030204" pitchFamily="18" charset="0"/>
                            </a:rPr>
                            <m:t>𝑥</m:t>
                          </m:r>
                        </m:e>
                        <m:sub>
                          <m:r>
                            <a:rPr lang="en-US" altLang="ja-JP" sz="2000" i="1">
                              <a:solidFill>
                                <a:schemeClr val="tx1">
                                  <a:lumMod val="90000"/>
                                  <a:lumOff val="10000"/>
                                </a:schemeClr>
                              </a:solidFill>
                              <a:latin typeface="Cambria Math" panose="02040503050406030204" pitchFamily="18" charset="0"/>
                            </a:rPr>
                            <m:t>𝑛</m:t>
                          </m:r>
                        </m:sub>
                      </m:sSub>
                    </m:oMath>
                  </m:oMathPara>
                </a14:m>
                <a:endParaRPr lang="ja-JP" altLang="en-US" sz="2000" dirty="0"/>
              </a:p>
            </p:txBody>
          </p:sp>
        </mc:Choice>
        <mc:Fallback xmlns="">
          <p:sp>
            <p:nvSpPr>
              <p:cNvPr id="94" name="テキスト ボックス 93">
                <a:extLst>
                  <a:ext uri="{FF2B5EF4-FFF2-40B4-BE49-F238E27FC236}">
                    <a16:creationId xmlns:a16="http://schemas.microsoft.com/office/drawing/2014/main" id="{B1DA2C96-6D38-3E29-0743-24A0D2773437}"/>
                  </a:ext>
                </a:extLst>
              </p:cNvPr>
              <p:cNvSpPr txBox="1">
                <a:spLocks noRot="1" noChangeAspect="1" noMove="1" noResize="1" noEditPoints="1" noAdjustHandles="1" noChangeArrowheads="1" noChangeShapeType="1" noTextEdit="1"/>
              </p:cNvSpPr>
              <p:nvPr/>
            </p:nvSpPr>
            <p:spPr>
              <a:xfrm>
                <a:off x="613113" y="5349109"/>
                <a:ext cx="562403" cy="400110"/>
              </a:xfrm>
              <a:prstGeom prst="rect">
                <a:avLst/>
              </a:prstGeom>
              <a:blipFill>
                <a:blip r:embed="rId9"/>
                <a:stretch>
                  <a:fillRect/>
                </a:stretch>
              </a:blipFill>
            </p:spPr>
            <p:txBody>
              <a:bodyPr/>
              <a:lstStyle/>
              <a:p>
                <a:r>
                  <a:rPr lang="ja-JP" altLang="en-US">
                    <a:noFill/>
                  </a:rPr>
                  <a:t> </a:t>
                </a:r>
              </a:p>
            </p:txBody>
          </p:sp>
        </mc:Fallback>
      </mc:AlternateContent>
      <p:sp>
        <p:nvSpPr>
          <p:cNvPr id="114" name="楕円 113">
            <a:extLst>
              <a:ext uri="{FF2B5EF4-FFF2-40B4-BE49-F238E27FC236}">
                <a16:creationId xmlns:a16="http://schemas.microsoft.com/office/drawing/2014/main" id="{6CAE521F-417A-DBFC-A746-794927E1E599}"/>
              </a:ext>
            </a:extLst>
          </p:cNvPr>
          <p:cNvSpPr/>
          <p:nvPr/>
        </p:nvSpPr>
        <p:spPr>
          <a:xfrm>
            <a:off x="3803796" y="5488839"/>
            <a:ext cx="120650" cy="120650"/>
          </a:xfrm>
          <a:prstGeom prst="ellipse">
            <a:avLst/>
          </a:prstGeom>
          <a:noFill/>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kumimoji="1" lang="ja-JP" altLang="en-US"/>
          </a:p>
        </p:txBody>
      </p:sp>
      <mc:AlternateContent xmlns:mc="http://schemas.openxmlformats.org/markup-compatibility/2006" xmlns:a14="http://schemas.microsoft.com/office/drawing/2010/main">
        <mc:Choice Requires="a14">
          <p:sp>
            <p:nvSpPr>
              <p:cNvPr id="115" name="テキスト ボックス 114">
                <a:extLst>
                  <a:ext uri="{FF2B5EF4-FFF2-40B4-BE49-F238E27FC236}">
                    <a16:creationId xmlns:a16="http://schemas.microsoft.com/office/drawing/2014/main" id="{22B5A633-0480-6356-9C8C-628B4B8D5303}"/>
                  </a:ext>
                </a:extLst>
              </p:cNvPr>
              <p:cNvSpPr txBox="1"/>
              <p:nvPr/>
            </p:nvSpPr>
            <p:spPr>
              <a:xfrm>
                <a:off x="3668779" y="6017794"/>
                <a:ext cx="390683" cy="369332"/>
              </a:xfrm>
              <a:prstGeom prst="rect">
                <a:avLst/>
              </a:prstGeom>
              <a:noFill/>
            </p:spPr>
            <p:txBody>
              <a:bodyPr wrap="none" lIns="0" tIns="0" rIns="0" bIns="0" rtlCol="0">
                <a:spAutoFit/>
              </a:bodyPr>
              <a:lstStyle/>
              <a:p>
                <a:pPr algn="l"/>
                <a14:m>
                  <m:oMathPara xmlns:m="http://schemas.openxmlformats.org/officeDocument/2006/math">
                    <m:oMath>
                      <m:sSub>
                        <m:sSubPr>
                          <m:ctrlPr>
                            <a:rPr kumimoji="1" lang="en-US" altLang="ja-JP" sz="2400" b="0" i="1" smtClean="0">
                              <a:solidFill>
                                <a:schemeClr val="tx1">
                                  <a:lumMod val="90000"/>
                                  <a:lumOff val="10000"/>
                                </a:schemeClr>
                              </a:solidFill>
                              <a:latin typeface="Cambria Math" panose="02040503050406030204" pitchFamily="18" charset="0"/>
                            </a:rPr>
                          </m:ctrlPr>
                        </m:sSubPr>
                        <m:e>
                          <m:r>
                            <a:rPr kumimoji="1" lang="en-US" altLang="ja-JP" sz="2400" b="0" i="1" smtClean="0">
                              <a:solidFill>
                                <a:schemeClr val="tx1">
                                  <a:lumMod val="90000"/>
                                  <a:lumOff val="10000"/>
                                </a:schemeClr>
                              </a:solidFill>
                              <a:latin typeface="Cambria Math" panose="02040503050406030204" pitchFamily="18" charset="0"/>
                            </a:rPr>
                            <m:t>𝑒</m:t>
                          </m:r>
                        </m:e>
                        <m:sub>
                          <m:r>
                            <a:rPr kumimoji="1" lang="en-US" altLang="ja-JP" sz="2400" b="0" i="1" smtClean="0">
                              <a:solidFill>
                                <a:schemeClr val="tx1">
                                  <a:lumMod val="90000"/>
                                  <a:lumOff val="10000"/>
                                </a:schemeClr>
                              </a:solidFill>
                              <a:latin typeface="Cambria Math" panose="02040503050406030204" pitchFamily="18" charset="0"/>
                            </a:rPr>
                            <m:t>𝑛</m:t>
                          </m:r>
                        </m:sub>
                      </m:sSub>
                    </m:oMath>
                  </m:oMathPara>
                </a14:m>
                <a:endParaRPr kumimoji="1" lang="ja-JP" altLang="en-US" sz="2400" dirty="0">
                  <a:solidFill>
                    <a:schemeClr val="tx1">
                      <a:lumMod val="90000"/>
                      <a:lumOff val="10000"/>
                    </a:schemeClr>
                  </a:solidFill>
                </a:endParaRPr>
              </a:p>
            </p:txBody>
          </p:sp>
        </mc:Choice>
        <mc:Fallback xmlns="">
          <p:sp>
            <p:nvSpPr>
              <p:cNvPr id="115" name="テキスト ボックス 114">
                <a:extLst>
                  <a:ext uri="{FF2B5EF4-FFF2-40B4-BE49-F238E27FC236}">
                    <a16:creationId xmlns:a16="http://schemas.microsoft.com/office/drawing/2014/main" id="{22B5A633-0480-6356-9C8C-628B4B8D5303}"/>
                  </a:ext>
                </a:extLst>
              </p:cNvPr>
              <p:cNvSpPr txBox="1">
                <a:spLocks noRot="1" noChangeAspect="1" noMove="1" noResize="1" noEditPoints="1" noAdjustHandles="1" noChangeArrowheads="1" noChangeShapeType="1" noTextEdit="1"/>
              </p:cNvSpPr>
              <p:nvPr/>
            </p:nvSpPr>
            <p:spPr>
              <a:xfrm>
                <a:off x="3668779" y="6017794"/>
                <a:ext cx="390683" cy="369332"/>
              </a:xfrm>
              <a:prstGeom prst="rect">
                <a:avLst/>
              </a:prstGeom>
              <a:blipFill>
                <a:blip r:embed="rId10"/>
                <a:stretch>
                  <a:fillRect l="-9375" b="-13115"/>
                </a:stretch>
              </a:blipFill>
            </p:spPr>
            <p:txBody>
              <a:bodyPr/>
              <a:lstStyle/>
              <a:p>
                <a:r>
                  <a:rPr lang="ja-JP" altLang="en-US">
                    <a:noFill/>
                  </a:rPr>
                  <a:t> </a:t>
                </a:r>
              </a:p>
            </p:txBody>
          </p:sp>
        </mc:Fallback>
      </mc:AlternateContent>
      <p:cxnSp>
        <p:nvCxnSpPr>
          <p:cNvPr id="116" name="直線コネクタ 115">
            <a:extLst>
              <a:ext uri="{FF2B5EF4-FFF2-40B4-BE49-F238E27FC236}">
                <a16:creationId xmlns:a16="http://schemas.microsoft.com/office/drawing/2014/main" id="{38D65E25-1ED1-AE36-0C73-ED8E9C68D8C9}"/>
              </a:ext>
            </a:extLst>
          </p:cNvPr>
          <p:cNvCxnSpPr>
            <a:cxnSpLocks/>
            <a:stCxn id="115" idx="0"/>
            <a:endCxn id="114" idx="4"/>
          </p:cNvCxnSpPr>
          <p:nvPr/>
        </p:nvCxnSpPr>
        <p:spPr>
          <a:xfrm flipV="1">
            <a:off x="3864121" y="5609489"/>
            <a:ext cx="0" cy="408305"/>
          </a:xfrm>
          <a:prstGeom prst="line">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17" name="テキスト ボックス 116">
            <a:extLst>
              <a:ext uri="{FF2B5EF4-FFF2-40B4-BE49-F238E27FC236}">
                <a16:creationId xmlns:a16="http://schemas.microsoft.com/office/drawing/2014/main" id="{988F4A48-2E88-4A2E-0DEC-9C5343D04B8B}"/>
              </a:ext>
            </a:extLst>
          </p:cNvPr>
          <p:cNvSpPr txBox="1"/>
          <p:nvPr/>
        </p:nvSpPr>
        <p:spPr>
          <a:xfrm>
            <a:off x="3543652" y="5339124"/>
            <a:ext cx="153888" cy="184666"/>
          </a:xfrm>
          <a:prstGeom prst="rect">
            <a:avLst/>
          </a:prstGeom>
          <a:noFill/>
        </p:spPr>
        <p:txBody>
          <a:bodyPr wrap="none" lIns="0" tIns="0" rIns="0" bIns="0" rtlCol="0">
            <a:spAutoFit/>
          </a:bodyPr>
          <a:lstStyle/>
          <a:p>
            <a:pPr algn="l"/>
            <a:r>
              <a:rPr kumimoji="1" lang="ja-JP" altLang="en-US" sz="1200" dirty="0">
                <a:solidFill>
                  <a:schemeClr val="tx1">
                    <a:lumMod val="90000"/>
                    <a:lumOff val="10000"/>
                  </a:schemeClr>
                </a:solidFill>
              </a:rPr>
              <a:t>＋</a:t>
            </a:r>
          </a:p>
        </p:txBody>
      </p:sp>
      <p:sp>
        <p:nvSpPr>
          <p:cNvPr id="118" name="テキスト ボックス 117">
            <a:extLst>
              <a:ext uri="{FF2B5EF4-FFF2-40B4-BE49-F238E27FC236}">
                <a16:creationId xmlns:a16="http://schemas.microsoft.com/office/drawing/2014/main" id="{105A2AB0-7F51-59F1-72BF-0C4470FB7311}"/>
              </a:ext>
            </a:extLst>
          </p:cNvPr>
          <p:cNvSpPr txBox="1"/>
          <p:nvPr/>
        </p:nvSpPr>
        <p:spPr>
          <a:xfrm>
            <a:off x="3905574" y="5703211"/>
            <a:ext cx="153888" cy="184666"/>
          </a:xfrm>
          <a:prstGeom prst="rect">
            <a:avLst/>
          </a:prstGeom>
          <a:noFill/>
        </p:spPr>
        <p:txBody>
          <a:bodyPr wrap="none" lIns="0" tIns="0" rIns="0" bIns="0" rtlCol="0">
            <a:spAutoFit/>
          </a:bodyPr>
          <a:lstStyle/>
          <a:p>
            <a:pPr algn="l"/>
            <a:r>
              <a:rPr kumimoji="1" lang="ja-JP" altLang="en-US" sz="1200" dirty="0">
                <a:solidFill>
                  <a:schemeClr val="tx1">
                    <a:lumMod val="90000"/>
                    <a:lumOff val="10000"/>
                  </a:schemeClr>
                </a:solidFill>
              </a:rPr>
              <a:t>＋</a:t>
            </a:r>
          </a:p>
        </p:txBody>
      </p:sp>
      <p:sp>
        <p:nvSpPr>
          <p:cNvPr id="132" name="テキスト ボックス 131">
            <a:extLst>
              <a:ext uri="{FF2B5EF4-FFF2-40B4-BE49-F238E27FC236}">
                <a16:creationId xmlns:a16="http://schemas.microsoft.com/office/drawing/2014/main" id="{FA444C8E-57C2-0CB8-7989-138BD922C89F}"/>
              </a:ext>
            </a:extLst>
          </p:cNvPr>
          <p:cNvSpPr txBox="1"/>
          <p:nvPr/>
        </p:nvSpPr>
        <p:spPr>
          <a:xfrm>
            <a:off x="5683961" y="4569326"/>
            <a:ext cx="6097136" cy="1200329"/>
          </a:xfrm>
          <a:prstGeom prst="rect">
            <a:avLst/>
          </a:prstGeom>
          <a:noFill/>
        </p:spPr>
        <p:txBody>
          <a:bodyPr wrap="square">
            <a:spAutoFit/>
          </a:bodyPr>
          <a:lstStyle/>
          <a:p>
            <a:pPr algn="just"/>
            <a:r>
              <a:rPr kumimoji="1" lang="ja-JP" altLang="en-US" sz="2400" dirty="0">
                <a:solidFill>
                  <a:schemeClr val="tx1">
                    <a:lumMod val="90000"/>
                    <a:lumOff val="10000"/>
                  </a:schemeClr>
                </a:solidFill>
              </a:rPr>
              <a:t>解析のために２値化器は量子化誤差をエラーとして加算するブロックとして置き換えてその動作を確認する。</a:t>
            </a:r>
            <a:endParaRPr kumimoji="1" lang="en-US" altLang="ja-JP" sz="2400" dirty="0">
              <a:solidFill>
                <a:schemeClr val="tx1">
                  <a:lumMod val="90000"/>
                  <a:lumOff val="10000"/>
                </a:schemeClr>
              </a:solidFill>
            </a:endParaRPr>
          </a:p>
        </p:txBody>
      </p:sp>
    </p:spTree>
    <p:extLst>
      <p:ext uri="{BB962C8B-B14F-4D97-AF65-F5344CB8AC3E}">
        <p14:creationId xmlns:p14="http://schemas.microsoft.com/office/powerpoint/2010/main" val="74038027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8549BCB-89DE-D0F3-2DAF-2333E31542EF}"/>
              </a:ext>
            </a:extLst>
          </p:cNvPr>
          <p:cNvSpPr>
            <a:spLocks noGrp="1"/>
          </p:cNvSpPr>
          <p:nvPr>
            <p:ph type="title"/>
          </p:nvPr>
        </p:nvSpPr>
        <p:spPr/>
        <p:txBody>
          <a:bodyPr/>
          <a:lstStyle/>
          <a:p>
            <a:r>
              <a:rPr kumimoji="1" lang="en-US" altLang="ja-JP" dirty="0"/>
              <a:t>ΔΣ</a:t>
            </a:r>
            <a:r>
              <a:rPr kumimoji="1" lang="ja-JP" altLang="en-US" dirty="0"/>
              <a:t>変調器の解析</a:t>
            </a:r>
          </a:p>
        </p:txBody>
      </p:sp>
      <p:sp>
        <p:nvSpPr>
          <p:cNvPr id="3" name="スライド番号プレースホルダー 2">
            <a:extLst>
              <a:ext uri="{FF2B5EF4-FFF2-40B4-BE49-F238E27FC236}">
                <a16:creationId xmlns:a16="http://schemas.microsoft.com/office/drawing/2014/main" id="{0251796D-1A27-9FE1-AFE5-222274F08CFA}"/>
              </a:ext>
            </a:extLst>
          </p:cNvPr>
          <p:cNvSpPr>
            <a:spLocks noGrp="1"/>
          </p:cNvSpPr>
          <p:nvPr>
            <p:ph type="sldNum" sz="quarter" idx="12"/>
          </p:nvPr>
        </p:nvSpPr>
        <p:spPr/>
        <p:txBody>
          <a:bodyPr/>
          <a:lstStyle/>
          <a:p>
            <a:fld id="{336D103E-743F-4B05-B1B2-74D6FB9408BE}" type="slidenum">
              <a:rPr kumimoji="1" lang="ja-JP" altLang="en-US" smtClean="0"/>
              <a:t>27</a:t>
            </a:fld>
            <a:endParaRPr kumimoji="1" lang="ja-JP" altLang="en-US"/>
          </a:p>
        </p:txBody>
      </p:sp>
      <mc:AlternateContent xmlns:mc="http://schemas.openxmlformats.org/markup-compatibility/2006" xmlns:a14="http://schemas.microsoft.com/office/drawing/2010/main">
        <mc:Choice Requires="a14">
          <p:sp>
            <p:nvSpPr>
              <p:cNvPr id="4" name="テキスト ボックス 3">
                <a:extLst>
                  <a:ext uri="{FF2B5EF4-FFF2-40B4-BE49-F238E27FC236}">
                    <a16:creationId xmlns:a16="http://schemas.microsoft.com/office/drawing/2014/main" id="{58EC5248-A438-81A3-0086-31C7DEA297FB}"/>
                  </a:ext>
                </a:extLst>
              </p:cNvPr>
              <p:cNvSpPr txBox="1"/>
              <p:nvPr/>
            </p:nvSpPr>
            <p:spPr>
              <a:xfrm>
                <a:off x="4211811" y="2196049"/>
                <a:ext cx="534288" cy="551090"/>
              </a:xfrm>
              <a:prstGeom prst="rect">
                <a:avLst/>
              </a:prstGeom>
              <a:noFill/>
            </p:spPr>
            <p:txBody>
              <a:bodyPr wrap="square" lIns="90000" tIns="90000" rIns="90000" bIns="90000" rtlCol="0">
                <a:spAutoFit/>
              </a:bodyPr>
              <a:lstStyle/>
              <a:p>
                <a:pPr algn="l"/>
                <a14:m>
                  <m:oMathPara xmlns:m="http://schemas.openxmlformats.org/officeDocument/2006/math">
                    <m:oMath>
                      <m:sSub>
                        <m:sSubPr>
                          <m:ctrlPr>
                            <a:rPr kumimoji="1" lang="en-US" altLang="ja-JP" sz="2400" b="0" i="1" smtClean="0">
                              <a:solidFill>
                                <a:schemeClr val="tx1">
                                  <a:lumMod val="90000"/>
                                  <a:lumOff val="10000"/>
                                </a:schemeClr>
                              </a:solidFill>
                              <a:latin typeface="Cambria Math" panose="02040503050406030204" pitchFamily="18" charset="0"/>
                            </a:rPr>
                          </m:ctrlPr>
                        </m:sSubPr>
                        <m:e>
                          <m:r>
                            <a:rPr kumimoji="1" lang="en-US" altLang="ja-JP" sz="2400" b="0" i="1" smtClean="0">
                              <a:solidFill>
                                <a:schemeClr val="tx1">
                                  <a:lumMod val="90000"/>
                                  <a:lumOff val="10000"/>
                                </a:schemeClr>
                              </a:solidFill>
                              <a:latin typeface="Cambria Math" panose="02040503050406030204" pitchFamily="18" charset="0"/>
                            </a:rPr>
                            <m:t>𝑦</m:t>
                          </m:r>
                        </m:e>
                        <m:sub>
                          <m:r>
                            <a:rPr kumimoji="1" lang="en-US" altLang="ja-JP" sz="2400" b="0" i="1" smtClean="0">
                              <a:solidFill>
                                <a:schemeClr val="tx1">
                                  <a:lumMod val="90000"/>
                                  <a:lumOff val="10000"/>
                                </a:schemeClr>
                              </a:solidFill>
                              <a:latin typeface="Cambria Math" panose="02040503050406030204" pitchFamily="18" charset="0"/>
                            </a:rPr>
                            <m:t>𝑛</m:t>
                          </m:r>
                        </m:sub>
                      </m:sSub>
                    </m:oMath>
                  </m:oMathPara>
                </a14:m>
                <a:endParaRPr kumimoji="1" lang="ja-JP" altLang="en-US" sz="2400" dirty="0">
                  <a:solidFill>
                    <a:schemeClr val="tx1">
                      <a:lumMod val="90000"/>
                      <a:lumOff val="10000"/>
                    </a:schemeClr>
                  </a:solidFill>
                </a:endParaRPr>
              </a:p>
            </p:txBody>
          </p:sp>
        </mc:Choice>
        <mc:Fallback xmlns="">
          <p:sp>
            <p:nvSpPr>
              <p:cNvPr id="4" name="テキスト ボックス 3">
                <a:extLst>
                  <a:ext uri="{FF2B5EF4-FFF2-40B4-BE49-F238E27FC236}">
                    <a16:creationId xmlns:a16="http://schemas.microsoft.com/office/drawing/2014/main" id="{58EC5248-A438-81A3-0086-31C7DEA297FB}"/>
                  </a:ext>
                </a:extLst>
              </p:cNvPr>
              <p:cNvSpPr txBox="1">
                <a:spLocks noRot="1" noChangeAspect="1" noMove="1" noResize="1" noEditPoints="1" noAdjustHandles="1" noChangeArrowheads="1" noChangeShapeType="1" noTextEdit="1"/>
              </p:cNvSpPr>
              <p:nvPr/>
            </p:nvSpPr>
            <p:spPr>
              <a:xfrm>
                <a:off x="4211811" y="2196049"/>
                <a:ext cx="534288" cy="551090"/>
              </a:xfrm>
              <a:prstGeom prst="rect">
                <a:avLst/>
              </a:prstGeom>
              <a:blipFill>
                <a:blip r:embed="rId2"/>
                <a:stretch>
                  <a:fillRect b="-2198"/>
                </a:stretch>
              </a:blipFill>
            </p:spPr>
            <p:txBody>
              <a:bodyPr/>
              <a:lstStyle/>
              <a:p>
                <a:r>
                  <a:rPr lang="ja-JP" altLang="en-US">
                    <a:noFill/>
                  </a:rPr>
                  <a:t> </a:t>
                </a:r>
              </a:p>
            </p:txBody>
          </p:sp>
        </mc:Fallback>
      </mc:AlternateContent>
      <p:grpSp>
        <p:nvGrpSpPr>
          <p:cNvPr id="5" name="グループ化 4">
            <a:extLst>
              <a:ext uri="{FF2B5EF4-FFF2-40B4-BE49-F238E27FC236}">
                <a16:creationId xmlns:a16="http://schemas.microsoft.com/office/drawing/2014/main" id="{B0CA8C80-E2DC-1A36-C317-0E1D52405EC3}"/>
              </a:ext>
            </a:extLst>
          </p:cNvPr>
          <p:cNvGrpSpPr/>
          <p:nvPr/>
        </p:nvGrpSpPr>
        <p:grpSpPr>
          <a:xfrm flipV="1">
            <a:off x="2313468" y="2063289"/>
            <a:ext cx="662940" cy="816610"/>
            <a:chOff x="9274810" y="4104640"/>
            <a:chExt cx="662940" cy="816610"/>
          </a:xfrm>
        </p:grpSpPr>
        <p:sp>
          <p:nvSpPr>
            <p:cNvPr id="6" name="正方形/長方形 5">
              <a:extLst>
                <a:ext uri="{FF2B5EF4-FFF2-40B4-BE49-F238E27FC236}">
                  <a16:creationId xmlns:a16="http://schemas.microsoft.com/office/drawing/2014/main" id="{DA1BE154-72BE-E54E-88AA-531A18415E97}"/>
                </a:ext>
              </a:extLst>
            </p:cNvPr>
            <p:cNvSpPr/>
            <p:nvPr/>
          </p:nvSpPr>
          <p:spPr>
            <a:xfrm>
              <a:off x="9274810" y="4104640"/>
              <a:ext cx="662940" cy="816610"/>
            </a:xfrm>
            <a:prstGeom prst="rect">
              <a:avLst/>
            </a:prstGeom>
            <a:noFill/>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kumimoji="1" lang="ja-JP" altLang="en-US"/>
            </a:p>
          </p:txBody>
        </p:sp>
        <p:sp>
          <p:nvSpPr>
            <p:cNvPr id="7" name="二等辺三角形 6">
              <a:extLst>
                <a:ext uri="{FF2B5EF4-FFF2-40B4-BE49-F238E27FC236}">
                  <a16:creationId xmlns:a16="http://schemas.microsoft.com/office/drawing/2014/main" id="{BBADECF8-CB82-CDA7-8728-C341BBCB20CB}"/>
                </a:ext>
              </a:extLst>
            </p:cNvPr>
            <p:cNvSpPr/>
            <p:nvPr/>
          </p:nvSpPr>
          <p:spPr>
            <a:xfrm rot="10800000">
              <a:off x="9439592" y="4104640"/>
              <a:ext cx="333375" cy="161925"/>
            </a:xfrm>
            <a:prstGeom prst="triangle">
              <a:avLst/>
            </a:prstGeom>
            <a:noFill/>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kumimoji="1" lang="ja-JP" altLang="en-US"/>
            </a:p>
          </p:txBody>
        </p:sp>
      </p:grpSp>
      <p:sp>
        <p:nvSpPr>
          <p:cNvPr id="8" name="楕円 7">
            <a:extLst>
              <a:ext uri="{FF2B5EF4-FFF2-40B4-BE49-F238E27FC236}">
                <a16:creationId xmlns:a16="http://schemas.microsoft.com/office/drawing/2014/main" id="{C7CE29D6-6844-A229-90DF-22D34352FF9B}"/>
              </a:ext>
            </a:extLst>
          </p:cNvPr>
          <p:cNvSpPr/>
          <p:nvPr/>
        </p:nvSpPr>
        <p:spPr>
          <a:xfrm>
            <a:off x="1713511" y="2411269"/>
            <a:ext cx="120650" cy="120650"/>
          </a:xfrm>
          <a:prstGeom prst="ellipse">
            <a:avLst/>
          </a:prstGeom>
          <a:noFill/>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kumimoji="1" lang="ja-JP" altLang="en-US"/>
          </a:p>
        </p:txBody>
      </p:sp>
      <p:sp>
        <p:nvSpPr>
          <p:cNvPr id="9" name="テキスト ボックス 8">
            <a:extLst>
              <a:ext uri="{FF2B5EF4-FFF2-40B4-BE49-F238E27FC236}">
                <a16:creationId xmlns:a16="http://schemas.microsoft.com/office/drawing/2014/main" id="{1ED00302-86F4-4AC3-8BC9-E5BB4816D239}"/>
              </a:ext>
            </a:extLst>
          </p:cNvPr>
          <p:cNvSpPr txBox="1"/>
          <p:nvPr/>
        </p:nvSpPr>
        <p:spPr>
          <a:xfrm>
            <a:off x="1547415" y="2513264"/>
            <a:ext cx="153888" cy="184666"/>
          </a:xfrm>
          <a:prstGeom prst="rect">
            <a:avLst/>
          </a:prstGeom>
          <a:noFill/>
        </p:spPr>
        <p:txBody>
          <a:bodyPr wrap="square" lIns="0" tIns="0" rIns="0" bIns="0" rtlCol="0">
            <a:spAutoFit/>
          </a:bodyPr>
          <a:lstStyle/>
          <a:p>
            <a:pPr algn="l"/>
            <a:r>
              <a:rPr kumimoji="1" lang="ja-JP" altLang="en-US" sz="1200" dirty="0">
                <a:solidFill>
                  <a:schemeClr val="tx1">
                    <a:lumMod val="90000"/>
                    <a:lumOff val="10000"/>
                  </a:schemeClr>
                </a:solidFill>
              </a:rPr>
              <a:t>＋</a:t>
            </a:r>
          </a:p>
        </p:txBody>
      </p:sp>
      <p:sp>
        <p:nvSpPr>
          <p:cNvPr id="10" name="テキスト ボックス 9">
            <a:extLst>
              <a:ext uri="{FF2B5EF4-FFF2-40B4-BE49-F238E27FC236}">
                <a16:creationId xmlns:a16="http://schemas.microsoft.com/office/drawing/2014/main" id="{252A7E90-CFC6-E2DF-0EDE-3B71294BBDC3}"/>
              </a:ext>
            </a:extLst>
          </p:cNvPr>
          <p:cNvSpPr txBox="1"/>
          <p:nvPr/>
        </p:nvSpPr>
        <p:spPr>
          <a:xfrm>
            <a:off x="1827316" y="2256765"/>
            <a:ext cx="153888" cy="184666"/>
          </a:xfrm>
          <a:prstGeom prst="rect">
            <a:avLst/>
          </a:prstGeom>
          <a:noFill/>
        </p:spPr>
        <p:txBody>
          <a:bodyPr wrap="square" lIns="0" tIns="0" rIns="0" bIns="0" rtlCol="0">
            <a:spAutoFit/>
          </a:bodyPr>
          <a:lstStyle/>
          <a:p>
            <a:pPr algn="l"/>
            <a:r>
              <a:rPr kumimoji="1" lang="ja-JP" altLang="en-US" sz="1200" dirty="0">
                <a:solidFill>
                  <a:schemeClr val="tx1">
                    <a:lumMod val="90000"/>
                    <a:lumOff val="10000"/>
                  </a:schemeClr>
                </a:solidFill>
              </a:rPr>
              <a:t>＋</a:t>
            </a:r>
          </a:p>
        </p:txBody>
      </p:sp>
      <p:cxnSp>
        <p:nvCxnSpPr>
          <p:cNvPr id="11" name="直線コネクタ 10">
            <a:extLst>
              <a:ext uri="{FF2B5EF4-FFF2-40B4-BE49-F238E27FC236}">
                <a16:creationId xmlns:a16="http://schemas.microsoft.com/office/drawing/2014/main" id="{3FE17F82-09CA-ACF0-38BE-4ACE302D284F}"/>
              </a:ext>
            </a:extLst>
          </p:cNvPr>
          <p:cNvCxnSpPr>
            <a:cxnSpLocks/>
            <a:stCxn id="8" idx="6"/>
            <a:endCxn id="6" idx="1"/>
          </p:cNvCxnSpPr>
          <p:nvPr/>
        </p:nvCxnSpPr>
        <p:spPr>
          <a:xfrm>
            <a:off x="1834161" y="2471594"/>
            <a:ext cx="479307" cy="0"/>
          </a:xfrm>
          <a:prstGeom prst="line">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2" name="コネクタ: カギ線 11">
            <a:extLst>
              <a:ext uri="{FF2B5EF4-FFF2-40B4-BE49-F238E27FC236}">
                <a16:creationId xmlns:a16="http://schemas.microsoft.com/office/drawing/2014/main" id="{28C00007-AAD6-F6AD-5CA1-26C254EFAC71}"/>
              </a:ext>
            </a:extLst>
          </p:cNvPr>
          <p:cNvCxnSpPr>
            <a:cxnSpLocks/>
            <a:stCxn id="6" idx="3"/>
            <a:endCxn id="8" idx="0"/>
          </p:cNvCxnSpPr>
          <p:nvPr/>
        </p:nvCxnSpPr>
        <p:spPr>
          <a:xfrm flipH="1" flipV="1">
            <a:off x="1773836" y="2411269"/>
            <a:ext cx="1202572" cy="60325"/>
          </a:xfrm>
          <a:prstGeom prst="bentConnector4">
            <a:avLst>
              <a:gd name="adj1" fmla="val -19828"/>
              <a:gd name="adj2" fmla="val 1055789"/>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3" name="直線コネクタ 12">
            <a:extLst>
              <a:ext uri="{FF2B5EF4-FFF2-40B4-BE49-F238E27FC236}">
                <a16:creationId xmlns:a16="http://schemas.microsoft.com/office/drawing/2014/main" id="{5390EA25-08DB-BDBA-BA5A-4361144911E7}"/>
              </a:ext>
            </a:extLst>
          </p:cNvPr>
          <p:cNvCxnSpPr>
            <a:cxnSpLocks/>
            <a:stCxn id="6" idx="3"/>
            <a:endCxn id="32" idx="2"/>
          </p:cNvCxnSpPr>
          <p:nvPr/>
        </p:nvCxnSpPr>
        <p:spPr>
          <a:xfrm>
            <a:off x="2976408" y="2471594"/>
            <a:ext cx="549238" cy="0"/>
          </a:xfrm>
          <a:prstGeom prst="line">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mc:AlternateContent xmlns:mc="http://schemas.openxmlformats.org/markup-compatibility/2006" xmlns:a14="http://schemas.microsoft.com/office/drawing/2010/main">
        <mc:Choice Requires="a14">
          <p:sp>
            <p:nvSpPr>
              <p:cNvPr id="14" name="テキスト ボックス 13">
                <a:extLst>
                  <a:ext uri="{FF2B5EF4-FFF2-40B4-BE49-F238E27FC236}">
                    <a16:creationId xmlns:a16="http://schemas.microsoft.com/office/drawing/2014/main" id="{165AB23A-5141-9A6D-287D-32DE74D186EF}"/>
                  </a:ext>
                </a:extLst>
              </p:cNvPr>
              <p:cNvSpPr txBox="1"/>
              <p:nvPr/>
            </p:nvSpPr>
            <p:spPr>
              <a:xfrm>
                <a:off x="1919185" y="3109455"/>
                <a:ext cx="502766" cy="369332"/>
              </a:xfrm>
              <a:prstGeom prst="rect">
                <a:avLst/>
              </a:prstGeom>
              <a:noFill/>
            </p:spPr>
            <p:txBody>
              <a:bodyPr wrap="square" lIns="0" tIns="0" rIns="0" bIns="0" rtlCol="0">
                <a:spAutoFit/>
              </a:bodyPr>
              <a:lstStyle/>
              <a:p>
                <a:pPr algn="l"/>
                <a14:m>
                  <m:oMathPara xmlns:m="http://schemas.openxmlformats.org/officeDocument/2006/math">
                    <m:oMath>
                      <m:r>
                        <a:rPr kumimoji="1" lang="en-US" altLang="ja-JP" sz="2400" b="0" i="1" smtClean="0">
                          <a:solidFill>
                            <a:schemeClr val="tx1">
                              <a:lumMod val="90000"/>
                              <a:lumOff val="10000"/>
                            </a:schemeClr>
                          </a:solidFill>
                          <a:latin typeface="Cambria Math" panose="02040503050406030204" pitchFamily="18" charset="0"/>
                        </a:rPr>
                        <m:t>𝑐𝑙𝑘</m:t>
                      </m:r>
                    </m:oMath>
                  </m:oMathPara>
                </a14:m>
                <a:endParaRPr kumimoji="1" lang="ja-JP" altLang="en-US" sz="2400" dirty="0">
                  <a:solidFill>
                    <a:schemeClr val="tx1">
                      <a:lumMod val="90000"/>
                      <a:lumOff val="10000"/>
                    </a:schemeClr>
                  </a:solidFill>
                </a:endParaRPr>
              </a:p>
            </p:txBody>
          </p:sp>
        </mc:Choice>
        <mc:Fallback xmlns="">
          <p:sp>
            <p:nvSpPr>
              <p:cNvPr id="14" name="テキスト ボックス 13">
                <a:extLst>
                  <a:ext uri="{FF2B5EF4-FFF2-40B4-BE49-F238E27FC236}">
                    <a16:creationId xmlns:a16="http://schemas.microsoft.com/office/drawing/2014/main" id="{165AB23A-5141-9A6D-287D-32DE74D186EF}"/>
                  </a:ext>
                </a:extLst>
              </p:cNvPr>
              <p:cNvSpPr txBox="1">
                <a:spLocks noRot="1" noChangeAspect="1" noMove="1" noResize="1" noEditPoints="1" noAdjustHandles="1" noChangeArrowheads="1" noChangeShapeType="1" noTextEdit="1"/>
              </p:cNvSpPr>
              <p:nvPr/>
            </p:nvSpPr>
            <p:spPr>
              <a:xfrm>
                <a:off x="1919185" y="3109455"/>
                <a:ext cx="502766" cy="369332"/>
              </a:xfrm>
              <a:prstGeom prst="rect">
                <a:avLst/>
              </a:prstGeom>
              <a:blipFill>
                <a:blip r:embed="rId3"/>
                <a:stretch>
                  <a:fillRect l="-13415" r="-12195" b="-9836"/>
                </a:stretch>
              </a:blipFill>
            </p:spPr>
            <p:txBody>
              <a:bodyPr/>
              <a:lstStyle/>
              <a:p>
                <a:r>
                  <a:rPr lang="ja-JP" altLang="en-US">
                    <a:noFill/>
                  </a:rPr>
                  <a:t> </a:t>
                </a:r>
              </a:p>
            </p:txBody>
          </p:sp>
        </mc:Fallback>
      </mc:AlternateContent>
      <p:cxnSp>
        <p:nvCxnSpPr>
          <p:cNvPr id="15" name="コネクタ: カギ線 14">
            <a:extLst>
              <a:ext uri="{FF2B5EF4-FFF2-40B4-BE49-F238E27FC236}">
                <a16:creationId xmlns:a16="http://schemas.microsoft.com/office/drawing/2014/main" id="{40537195-FC0E-7130-CD8A-553B5F330EE3}"/>
              </a:ext>
            </a:extLst>
          </p:cNvPr>
          <p:cNvCxnSpPr>
            <a:cxnSpLocks/>
            <a:stCxn id="14" idx="3"/>
            <a:endCxn id="7" idx="3"/>
          </p:cNvCxnSpPr>
          <p:nvPr/>
        </p:nvCxnSpPr>
        <p:spPr>
          <a:xfrm flipV="1">
            <a:off x="2421951" y="2879899"/>
            <a:ext cx="222986" cy="414222"/>
          </a:xfrm>
          <a:prstGeom prst="bentConnector2">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6" name="直線コネクタ 15">
            <a:extLst>
              <a:ext uri="{FF2B5EF4-FFF2-40B4-BE49-F238E27FC236}">
                <a16:creationId xmlns:a16="http://schemas.microsoft.com/office/drawing/2014/main" id="{A6D86FFC-3144-0716-0FA5-889A206063A5}"/>
              </a:ext>
            </a:extLst>
          </p:cNvPr>
          <p:cNvCxnSpPr>
            <a:cxnSpLocks/>
            <a:stCxn id="31" idx="3"/>
            <a:endCxn id="20" idx="2"/>
          </p:cNvCxnSpPr>
          <p:nvPr/>
        </p:nvCxnSpPr>
        <p:spPr>
          <a:xfrm>
            <a:off x="897366" y="2471594"/>
            <a:ext cx="297652" cy="0"/>
          </a:xfrm>
          <a:prstGeom prst="line">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grpSp>
        <p:nvGrpSpPr>
          <p:cNvPr id="17" name="グループ化 16">
            <a:extLst>
              <a:ext uri="{FF2B5EF4-FFF2-40B4-BE49-F238E27FC236}">
                <a16:creationId xmlns:a16="http://schemas.microsoft.com/office/drawing/2014/main" id="{A68422A5-1EDF-781E-2CF7-46299042194B}"/>
              </a:ext>
            </a:extLst>
          </p:cNvPr>
          <p:cNvGrpSpPr/>
          <p:nvPr/>
        </p:nvGrpSpPr>
        <p:grpSpPr>
          <a:xfrm flipH="1">
            <a:off x="2159049" y="1019930"/>
            <a:ext cx="579005" cy="666654"/>
            <a:chOff x="3633715" y="4527650"/>
            <a:chExt cx="579005" cy="666654"/>
          </a:xfrm>
        </p:grpSpPr>
        <p:sp>
          <p:nvSpPr>
            <p:cNvPr id="18" name="二等辺三角形 17">
              <a:extLst>
                <a:ext uri="{FF2B5EF4-FFF2-40B4-BE49-F238E27FC236}">
                  <a16:creationId xmlns:a16="http://schemas.microsoft.com/office/drawing/2014/main" id="{6A2BAF4B-021B-D6FB-139B-6892C3E65D4E}"/>
                </a:ext>
              </a:extLst>
            </p:cNvPr>
            <p:cNvSpPr/>
            <p:nvPr/>
          </p:nvSpPr>
          <p:spPr>
            <a:xfrm rot="5400000">
              <a:off x="3589891" y="4571474"/>
              <a:ext cx="666654" cy="579005"/>
            </a:xfrm>
            <a:prstGeom prst="triangle">
              <a:avLst/>
            </a:prstGeom>
            <a:noFill/>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vert="vert270" rtlCol="0" anchor="ctr"/>
            <a:lstStyle/>
            <a:p>
              <a:pPr algn="ctr"/>
              <a:endParaRPr kumimoji="1" lang="ja-JP" altLang="en-US" sz="1050" dirty="0"/>
            </a:p>
          </p:txBody>
        </p:sp>
        <p:sp>
          <p:nvSpPr>
            <p:cNvPr id="19" name="テキスト ボックス 18">
              <a:extLst>
                <a:ext uri="{FF2B5EF4-FFF2-40B4-BE49-F238E27FC236}">
                  <a16:creationId xmlns:a16="http://schemas.microsoft.com/office/drawing/2014/main" id="{A580CE22-F3B1-1E0C-BEC6-C93488FDF407}"/>
                </a:ext>
              </a:extLst>
            </p:cNvPr>
            <p:cNvSpPr txBox="1"/>
            <p:nvPr/>
          </p:nvSpPr>
          <p:spPr>
            <a:xfrm>
              <a:off x="3664430" y="4722477"/>
              <a:ext cx="394339" cy="276999"/>
            </a:xfrm>
            <a:prstGeom prst="rect">
              <a:avLst/>
            </a:prstGeom>
            <a:noFill/>
          </p:spPr>
          <p:txBody>
            <a:bodyPr wrap="none" lIns="0" tIns="0" rIns="0" bIns="0" rtlCol="0">
              <a:spAutoFit/>
            </a:bodyPr>
            <a:lstStyle/>
            <a:p>
              <a:r>
                <a:rPr lang="ja-JP" altLang="en-US" dirty="0"/>
                <a:t>✕</a:t>
              </a:r>
              <a:r>
                <a:rPr lang="en-US" altLang="ja-JP" dirty="0"/>
                <a:t>-1</a:t>
              </a:r>
              <a:endParaRPr lang="ja-JP" altLang="en-US" dirty="0"/>
            </a:p>
          </p:txBody>
        </p:sp>
      </p:grpSp>
      <p:sp>
        <p:nvSpPr>
          <p:cNvPr id="20" name="楕円 19">
            <a:extLst>
              <a:ext uri="{FF2B5EF4-FFF2-40B4-BE49-F238E27FC236}">
                <a16:creationId xmlns:a16="http://schemas.microsoft.com/office/drawing/2014/main" id="{E7C4588A-48D5-637D-DF31-2DC879601839}"/>
              </a:ext>
            </a:extLst>
          </p:cNvPr>
          <p:cNvSpPr/>
          <p:nvPr/>
        </p:nvSpPr>
        <p:spPr>
          <a:xfrm>
            <a:off x="1195018" y="2411269"/>
            <a:ext cx="120650" cy="120650"/>
          </a:xfrm>
          <a:prstGeom prst="ellipse">
            <a:avLst/>
          </a:prstGeom>
          <a:noFill/>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kumimoji="1" lang="ja-JP" altLang="en-US"/>
          </a:p>
        </p:txBody>
      </p:sp>
      <p:cxnSp>
        <p:nvCxnSpPr>
          <p:cNvPr id="21" name="直線コネクタ 20">
            <a:extLst>
              <a:ext uri="{FF2B5EF4-FFF2-40B4-BE49-F238E27FC236}">
                <a16:creationId xmlns:a16="http://schemas.microsoft.com/office/drawing/2014/main" id="{DF252E7C-685F-1E08-D019-8138701317AF}"/>
              </a:ext>
            </a:extLst>
          </p:cNvPr>
          <p:cNvCxnSpPr>
            <a:cxnSpLocks/>
            <a:stCxn id="20" idx="6"/>
            <a:endCxn id="8" idx="2"/>
          </p:cNvCxnSpPr>
          <p:nvPr/>
        </p:nvCxnSpPr>
        <p:spPr>
          <a:xfrm>
            <a:off x="1315668" y="2471594"/>
            <a:ext cx="397843" cy="0"/>
          </a:xfrm>
          <a:prstGeom prst="line">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2" name="コネクタ: カギ線 21">
            <a:extLst>
              <a:ext uri="{FF2B5EF4-FFF2-40B4-BE49-F238E27FC236}">
                <a16:creationId xmlns:a16="http://schemas.microsoft.com/office/drawing/2014/main" id="{547A0A14-597F-2AC5-E65C-C73F0B3542AC}"/>
              </a:ext>
            </a:extLst>
          </p:cNvPr>
          <p:cNvCxnSpPr>
            <a:cxnSpLocks/>
            <a:stCxn id="32" idx="6"/>
            <a:endCxn id="18" idx="3"/>
          </p:cNvCxnSpPr>
          <p:nvPr/>
        </p:nvCxnSpPr>
        <p:spPr>
          <a:xfrm flipH="1" flipV="1">
            <a:off x="2738054" y="1353257"/>
            <a:ext cx="908242" cy="1118337"/>
          </a:xfrm>
          <a:prstGeom prst="bentConnector3">
            <a:avLst>
              <a:gd name="adj1" fmla="val -25170"/>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3" name="コネクタ: カギ線 22">
            <a:extLst>
              <a:ext uri="{FF2B5EF4-FFF2-40B4-BE49-F238E27FC236}">
                <a16:creationId xmlns:a16="http://schemas.microsoft.com/office/drawing/2014/main" id="{C35554DC-01A5-5898-4994-6E8343979998}"/>
              </a:ext>
            </a:extLst>
          </p:cNvPr>
          <p:cNvCxnSpPr>
            <a:cxnSpLocks/>
            <a:stCxn id="18" idx="0"/>
            <a:endCxn id="20" idx="0"/>
          </p:cNvCxnSpPr>
          <p:nvPr/>
        </p:nvCxnSpPr>
        <p:spPr>
          <a:xfrm rot="10800000" flipV="1">
            <a:off x="1255343" y="1353257"/>
            <a:ext cx="903706" cy="1058012"/>
          </a:xfrm>
          <a:prstGeom prst="bentConnector2">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4" name="テキスト ボックス 23">
            <a:extLst>
              <a:ext uri="{FF2B5EF4-FFF2-40B4-BE49-F238E27FC236}">
                <a16:creationId xmlns:a16="http://schemas.microsoft.com/office/drawing/2014/main" id="{0B28236B-E070-4FC8-F07B-0D8859C56429}"/>
              </a:ext>
            </a:extLst>
          </p:cNvPr>
          <p:cNvSpPr txBox="1"/>
          <p:nvPr/>
        </p:nvSpPr>
        <p:spPr>
          <a:xfrm>
            <a:off x="1046857" y="2513264"/>
            <a:ext cx="153888" cy="184666"/>
          </a:xfrm>
          <a:prstGeom prst="rect">
            <a:avLst/>
          </a:prstGeom>
          <a:noFill/>
        </p:spPr>
        <p:txBody>
          <a:bodyPr wrap="square" lIns="0" tIns="0" rIns="0" bIns="0" rtlCol="0">
            <a:spAutoFit/>
          </a:bodyPr>
          <a:lstStyle/>
          <a:p>
            <a:pPr algn="l"/>
            <a:r>
              <a:rPr kumimoji="1" lang="ja-JP" altLang="en-US" sz="1200" dirty="0">
                <a:solidFill>
                  <a:schemeClr val="tx1">
                    <a:lumMod val="90000"/>
                    <a:lumOff val="10000"/>
                  </a:schemeClr>
                </a:solidFill>
              </a:rPr>
              <a:t>＋</a:t>
            </a:r>
          </a:p>
        </p:txBody>
      </p:sp>
      <p:sp>
        <p:nvSpPr>
          <p:cNvPr id="25" name="テキスト ボックス 24">
            <a:extLst>
              <a:ext uri="{FF2B5EF4-FFF2-40B4-BE49-F238E27FC236}">
                <a16:creationId xmlns:a16="http://schemas.microsoft.com/office/drawing/2014/main" id="{383CC182-F140-DF7C-2F52-13C5694F7F64}"/>
              </a:ext>
            </a:extLst>
          </p:cNvPr>
          <p:cNvSpPr txBox="1"/>
          <p:nvPr/>
        </p:nvSpPr>
        <p:spPr>
          <a:xfrm>
            <a:off x="1326758" y="2256765"/>
            <a:ext cx="153888" cy="184666"/>
          </a:xfrm>
          <a:prstGeom prst="rect">
            <a:avLst/>
          </a:prstGeom>
          <a:noFill/>
        </p:spPr>
        <p:txBody>
          <a:bodyPr wrap="square" lIns="0" tIns="0" rIns="0" bIns="0" rtlCol="0">
            <a:spAutoFit/>
          </a:bodyPr>
          <a:lstStyle/>
          <a:p>
            <a:pPr algn="l"/>
            <a:r>
              <a:rPr kumimoji="1" lang="ja-JP" altLang="en-US" sz="1200" dirty="0">
                <a:solidFill>
                  <a:schemeClr val="tx1">
                    <a:lumMod val="90000"/>
                    <a:lumOff val="10000"/>
                  </a:schemeClr>
                </a:solidFill>
              </a:rPr>
              <a:t>＋</a:t>
            </a:r>
          </a:p>
        </p:txBody>
      </p:sp>
      <p:sp>
        <p:nvSpPr>
          <p:cNvPr id="26" name="フリーフォーム: 図形 25">
            <a:extLst>
              <a:ext uri="{FF2B5EF4-FFF2-40B4-BE49-F238E27FC236}">
                <a16:creationId xmlns:a16="http://schemas.microsoft.com/office/drawing/2014/main" id="{60C9D81D-AF57-BEBC-8BA0-55FCC59ECAB9}"/>
              </a:ext>
            </a:extLst>
          </p:cNvPr>
          <p:cNvSpPr/>
          <p:nvPr/>
        </p:nvSpPr>
        <p:spPr>
          <a:xfrm rot="2097267">
            <a:off x="1085700" y="2489962"/>
            <a:ext cx="155969" cy="753688"/>
          </a:xfrm>
          <a:custGeom>
            <a:avLst/>
            <a:gdLst>
              <a:gd name="csX0" fmla="*/ 71566 w 135746"/>
              <a:gd name="csY0" fmla="*/ 510117 h 510117"/>
              <a:gd name="csX1" fmla="*/ 1716 w 135746"/>
              <a:gd name="csY1" fmla="*/ 294217 h 510117"/>
              <a:gd name="csX2" fmla="*/ 135066 w 135746"/>
              <a:gd name="csY2" fmla="*/ 243417 h 510117"/>
              <a:gd name="csX3" fmla="*/ 44049 w 135746"/>
              <a:gd name="csY3" fmla="*/ 0 h 510117"/>
            </a:gdLst>
            <a:ahLst/>
            <a:cxnLst>
              <a:cxn ang="0">
                <a:pos x="csX0" y="csY0"/>
              </a:cxn>
              <a:cxn ang="0">
                <a:pos x="csX1" y="csY1"/>
              </a:cxn>
              <a:cxn ang="0">
                <a:pos x="csX2" y="csY2"/>
              </a:cxn>
              <a:cxn ang="0">
                <a:pos x="csX3" y="csY3"/>
              </a:cxn>
            </a:cxnLst>
            <a:rect l="l" t="t" r="r" b="b"/>
            <a:pathLst>
              <a:path w="135746" h="510117">
                <a:moveTo>
                  <a:pt x="71566" y="510117"/>
                </a:moveTo>
                <a:cubicBezTo>
                  <a:pt x="31349" y="424392"/>
                  <a:pt x="-8867" y="338667"/>
                  <a:pt x="1716" y="294217"/>
                </a:cubicBezTo>
                <a:cubicBezTo>
                  <a:pt x="12299" y="249767"/>
                  <a:pt x="128011" y="292453"/>
                  <a:pt x="135066" y="243417"/>
                </a:cubicBezTo>
                <a:cubicBezTo>
                  <a:pt x="142122" y="194381"/>
                  <a:pt x="93085" y="97190"/>
                  <a:pt x="44049" y="0"/>
                </a:cubicBezTo>
              </a:path>
            </a:pathLst>
          </a:cu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kumimoji="1" lang="ja-JP" altLang="en-US"/>
          </a:p>
        </p:txBody>
      </p:sp>
      <p:sp>
        <p:nvSpPr>
          <p:cNvPr id="27" name="フリーフォーム: 図形 26">
            <a:extLst>
              <a:ext uri="{FF2B5EF4-FFF2-40B4-BE49-F238E27FC236}">
                <a16:creationId xmlns:a16="http://schemas.microsoft.com/office/drawing/2014/main" id="{75870B2B-BEE3-3C58-0088-207F36D8063F}"/>
              </a:ext>
            </a:extLst>
          </p:cNvPr>
          <p:cNvSpPr/>
          <p:nvPr/>
        </p:nvSpPr>
        <p:spPr>
          <a:xfrm rot="2097267">
            <a:off x="1681442" y="2515494"/>
            <a:ext cx="155969" cy="753688"/>
          </a:xfrm>
          <a:custGeom>
            <a:avLst/>
            <a:gdLst>
              <a:gd name="csX0" fmla="*/ 71566 w 135746"/>
              <a:gd name="csY0" fmla="*/ 510117 h 510117"/>
              <a:gd name="csX1" fmla="*/ 1716 w 135746"/>
              <a:gd name="csY1" fmla="*/ 294217 h 510117"/>
              <a:gd name="csX2" fmla="*/ 135066 w 135746"/>
              <a:gd name="csY2" fmla="*/ 243417 h 510117"/>
              <a:gd name="csX3" fmla="*/ 44049 w 135746"/>
              <a:gd name="csY3" fmla="*/ 0 h 510117"/>
            </a:gdLst>
            <a:ahLst/>
            <a:cxnLst>
              <a:cxn ang="0">
                <a:pos x="csX0" y="csY0"/>
              </a:cxn>
              <a:cxn ang="0">
                <a:pos x="csX1" y="csY1"/>
              </a:cxn>
              <a:cxn ang="0">
                <a:pos x="csX2" y="csY2"/>
              </a:cxn>
              <a:cxn ang="0">
                <a:pos x="csX3" y="csY3"/>
              </a:cxn>
            </a:cxnLst>
            <a:rect l="l" t="t" r="r" b="b"/>
            <a:pathLst>
              <a:path w="135746" h="510117">
                <a:moveTo>
                  <a:pt x="71566" y="510117"/>
                </a:moveTo>
                <a:cubicBezTo>
                  <a:pt x="31349" y="424392"/>
                  <a:pt x="-8867" y="338667"/>
                  <a:pt x="1716" y="294217"/>
                </a:cubicBezTo>
                <a:cubicBezTo>
                  <a:pt x="12299" y="249767"/>
                  <a:pt x="128011" y="292453"/>
                  <a:pt x="135066" y="243417"/>
                </a:cubicBezTo>
                <a:cubicBezTo>
                  <a:pt x="142122" y="194381"/>
                  <a:pt x="93085" y="97190"/>
                  <a:pt x="44049" y="0"/>
                </a:cubicBezTo>
              </a:path>
            </a:pathLst>
          </a:cu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kumimoji="1" lang="ja-JP" altLang="en-US"/>
          </a:p>
        </p:txBody>
      </p:sp>
      <mc:AlternateContent xmlns:mc="http://schemas.openxmlformats.org/markup-compatibility/2006" xmlns:a14="http://schemas.microsoft.com/office/drawing/2010/main">
        <mc:Choice Requires="a14">
          <p:sp>
            <p:nvSpPr>
              <p:cNvPr id="28" name="テキスト ボックス 27">
                <a:extLst>
                  <a:ext uri="{FF2B5EF4-FFF2-40B4-BE49-F238E27FC236}">
                    <a16:creationId xmlns:a16="http://schemas.microsoft.com/office/drawing/2014/main" id="{B0B39C6A-076B-73AD-DB5E-EC3939660A6C}"/>
                  </a:ext>
                </a:extLst>
              </p:cNvPr>
              <p:cNvSpPr txBox="1"/>
              <p:nvPr/>
            </p:nvSpPr>
            <p:spPr>
              <a:xfrm>
                <a:off x="692938" y="3177669"/>
                <a:ext cx="562404" cy="369332"/>
              </a:xfrm>
              <a:prstGeom prst="rect">
                <a:avLst/>
              </a:prstGeom>
              <a:noFill/>
            </p:spPr>
            <p:txBody>
              <a:bodyPr wrap="square">
                <a:spAutoFit/>
              </a:bodyPr>
              <a:lstStyle/>
              <a:p>
                <a:pPr/>
                <a14:m>
                  <m:oMathPara xmlns:m="http://schemas.openxmlformats.org/officeDocument/2006/math">
                    <m:oMath>
                      <m:sSub>
                        <m:sSubPr>
                          <m:ctrlPr>
                            <a:rPr lang="en-US" altLang="ja-JP" sz="1800" b="0" i="1" smtClean="0">
                              <a:solidFill>
                                <a:schemeClr val="tx1">
                                  <a:lumMod val="90000"/>
                                  <a:lumOff val="10000"/>
                                </a:schemeClr>
                              </a:solidFill>
                              <a:latin typeface="Cambria Math" panose="02040503050406030204" pitchFamily="18" charset="0"/>
                            </a:rPr>
                          </m:ctrlPr>
                        </m:sSubPr>
                        <m:e>
                          <m:r>
                            <a:rPr lang="en-US" altLang="ja-JP" sz="1800" b="0" i="1" smtClean="0">
                              <a:solidFill>
                                <a:schemeClr val="tx1">
                                  <a:lumMod val="90000"/>
                                  <a:lumOff val="10000"/>
                                </a:schemeClr>
                              </a:solidFill>
                              <a:latin typeface="Cambria Math" panose="02040503050406030204" pitchFamily="18" charset="0"/>
                            </a:rPr>
                            <m:t>𝐷</m:t>
                          </m:r>
                        </m:e>
                        <m:sub>
                          <m:r>
                            <a:rPr lang="en-US" altLang="ja-JP" sz="1800" b="0" i="1" smtClean="0">
                              <a:solidFill>
                                <a:schemeClr val="tx1">
                                  <a:lumMod val="90000"/>
                                  <a:lumOff val="10000"/>
                                </a:schemeClr>
                              </a:solidFill>
                              <a:latin typeface="Cambria Math" panose="02040503050406030204" pitchFamily="18" charset="0"/>
                            </a:rPr>
                            <m:t>𝑛</m:t>
                          </m:r>
                        </m:sub>
                      </m:sSub>
                    </m:oMath>
                  </m:oMathPara>
                </a14:m>
                <a:endParaRPr lang="ja-JP" altLang="en-US" dirty="0"/>
              </a:p>
            </p:txBody>
          </p:sp>
        </mc:Choice>
        <mc:Fallback xmlns="">
          <p:sp>
            <p:nvSpPr>
              <p:cNvPr id="28" name="テキスト ボックス 27">
                <a:extLst>
                  <a:ext uri="{FF2B5EF4-FFF2-40B4-BE49-F238E27FC236}">
                    <a16:creationId xmlns:a16="http://schemas.microsoft.com/office/drawing/2014/main" id="{B0B39C6A-076B-73AD-DB5E-EC3939660A6C}"/>
                  </a:ext>
                </a:extLst>
              </p:cNvPr>
              <p:cNvSpPr txBox="1">
                <a:spLocks noRot="1" noChangeAspect="1" noMove="1" noResize="1" noEditPoints="1" noAdjustHandles="1" noChangeArrowheads="1" noChangeShapeType="1" noTextEdit="1"/>
              </p:cNvSpPr>
              <p:nvPr/>
            </p:nvSpPr>
            <p:spPr>
              <a:xfrm>
                <a:off x="692938" y="3177669"/>
                <a:ext cx="562404" cy="369332"/>
              </a:xfrm>
              <a:prstGeom prst="rect">
                <a:avLst/>
              </a:prstGeom>
              <a:blipFill>
                <a:blip r:embed="rId4"/>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29" name="テキスト ボックス 28">
                <a:extLst>
                  <a:ext uri="{FF2B5EF4-FFF2-40B4-BE49-F238E27FC236}">
                    <a16:creationId xmlns:a16="http://schemas.microsoft.com/office/drawing/2014/main" id="{E64D8319-DB4D-B1A3-0ED0-594683A034A6}"/>
                  </a:ext>
                </a:extLst>
              </p:cNvPr>
              <p:cNvSpPr txBox="1"/>
              <p:nvPr/>
            </p:nvSpPr>
            <p:spPr>
              <a:xfrm>
                <a:off x="1293540" y="3177669"/>
                <a:ext cx="562404" cy="369332"/>
              </a:xfrm>
              <a:prstGeom prst="rect">
                <a:avLst/>
              </a:prstGeom>
              <a:noFill/>
            </p:spPr>
            <p:txBody>
              <a:bodyPr wrap="square">
                <a:spAutoFit/>
              </a:bodyPr>
              <a:lstStyle/>
              <a:p>
                <a:pPr/>
                <a14:m>
                  <m:oMathPara xmlns:m="http://schemas.openxmlformats.org/officeDocument/2006/math">
                    <m:oMath>
                      <m:sSub>
                        <m:sSubPr>
                          <m:ctrlPr>
                            <a:rPr lang="en-US" altLang="ja-JP" sz="1800" b="0" i="1" smtClean="0">
                              <a:solidFill>
                                <a:schemeClr val="tx1">
                                  <a:lumMod val="90000"/>
                                  <a:lumOff val="10000"/>
                                </a:schemeClr>
                              </a:solidFill>
                              <a:latin typeface="Cambria Math" panose="02040503050406030204" pitchFamily="18" charset="0"/>
                            </a:rPr>
                          </m:ctrlPr>
                        </m:sSubPr>
                        <m:e>
                          <m:r>
                            <a:rPr lang="en-US" altLang="ja-JP" sz="1800" b="0" i="1" smtClean="0">
                              <a:solidFill>
                                <a:schemeClr val="tx1">
                                  <a:lumMod val="90000"/>
                                  <a:lumOff val="10000"/>
                                </a:schemeClr>
                              </a:solidFill>
                              <a:latin typeface="Cambria Math" panose="02040503050406030204" pitchFamily="18" charset="0"/>
                            </a:rPr>
                            <m:t>𝑆</m:t>
                          </m:r>
                        </m:e>
                        <m:sub>
                          <m:r>
                            <a:rPr lang="en-US" altLang="ja-JP" sz="1800" b="0" i="1" smtClean="0">
                              <a:solidFill>
                                <a:schemeClr val="tx1">
                                  <a:lumMod val="90000"/>
                                  <a:lumOff val="10000"/>
                                </a:schemeClr>
                              </a:solidFill>
                              <a:latin typeface="Cambria Math" panose="02040503050406030204" pitchFamily="18" charset="0"/>
                            </a:rPr>
                            <m:t>𝑛</m:t>
                          </m:r>
                        </m:sub>
                      </m:sSub>
                    </m:oMath>
                  </m:oMathPara>
                </a14:m>
                <a:endParaRPr lang="ja-JP" altLang="en-US" dirty="0"/>
              </a:p>
            </p:txBody>
          </p:sp>
        </mc:Choice>
        <mc:Fallback xmlns="">
          <p:sp>
            <p:nvSpPr>
              <p:cNvPr id="29" name="テキスト ボックス 28">
                <a:extLst>
                  <a:ext uri="{FF2B5EF4-FFF2-40B4-BE49-F238E27FC236}">
                    <a16:creationId xmlns:a16="http://schemas.microsoft.com/office/drawing/2014/main" id="{E64D8319-DB4D-B1A3-0ED0-594683A034A6}"/>
                  </a:ext>
                </a:extLst>
              </p:cNvPr>
              <p:cNvSpPr txBox="1">
                <a:spLocks noRot="1" noChangeAspect="1" noMove="1" noResize="1" noEditPoints="1" noAdjustHandles="1" noChangeArrowheads="1" noChangeShapeType="1" noTextEdit="1"/>
              </p:cNvSpPr>
              <p:nvPr/>
            </p:nvSpPr>
            <p:spPr>
              <a:xfrm>
                <a:off x="1293540" y="3177669"/>
                <a:ext cx="562404" cy="369332"/>
              </a:xfrm>
              <a:prstGeom prst="rect">
                <a:avLst/>
              </a:prstGeom>
              <a:blipFill>
                <a:blip r:embed="rId5"/>
                <a:stretch>
                  <a:fillRect/>
                </a:stretch>
              </a:blipFill>
            </p:spPr>
            <p:txBody>
              <a:bodyPr/>
              <a:lstStyle/>
              <a:p>
                <a:r>
                  <a:rPr lang="ja-JP" altLang="en-US">
                    <a:noFill/>
                  </a:rPr>
                  <a:t> </a:t>
                </a:r>
              </a:p>
            </p:txBody>
          </p:sp>
        </mc:Fallback>
      </mc:AlternateContent>
      <p:cxnSp>
        <p:nvCxnSpPr>
          <p:cNvPr id="30" name="直線コネクタ 29">
            <a:extLst>
              <a:ext uri="{FF2B5EF4-FFF2-40B4-BE49-F238E27FC236}">
                <a16:creationId xmlns:a16="http://schemas.microsoft.com/office/drawing/2014/main" id="{8D5070E5-522F-03F1-A564-79D7E78D77FE}"/>
              </a:ext>
            </a:extLst>
          </p:cNvPr>
          <p:cNvCxnSpPr>
            <a:cxnSpLocks/>
            <a:stCxn id="32" idx="6"/>
            <a:endCxn id="4" idx="1"/>
          </p:cNvCxnSpPr>
          <p:nvPr/>
        </p:nvCxnSpPr>
        <p:spPr>
          <a:xfrm>
            <a:off x="3646296" y="2471594"/>
            <a:ext cx="565515" cy="0"/>
          </a:xfrm>
          <a:prstGeom prst="line">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mc:AlternateContent xmlns:mc="http://schemas.openxmlformats.org/markup-compatibility/2006" xmlns:a14="http://schemas.microsoft.com/office/drawing/2010/main">
        <mc:Choice Requires="a14">
          <p:sp>
            <p:nvSpPr>
              <p:cNvPr id="31" name="テキスト ボックス 30">
                <a:extLst>
                  <a:ext uri="{FF2B5EF4-FFF2-40B4-BE49-F238E27FC236}">
                    <a16:creationId xmlns:a16="http://schemas.microsoft.com/office/drawing/2014/main" id="{B0AE4D44-3BD0-467C-6999-54C0B3F28B0E}"/>
                  </a:ext>
                </a:extLst>
              </p:cNvPr>
              <p:cNvSpPr txBox="1"/>
              <p:nvPr/>
            </p:nvSpPr>
            <p:spPr>
              <a:xfrm>
                <a:off x="334963" y="2271539"/>
                <a:ext cx="562403" cy="400110"/>
              </a:xfrm>
              <a:prstGeom prst="rect">
                <a:avLst/>
              </a:prstGeom>
              <a:noFill/>
            </p:spPr>
            <p:txBody>
              <a:bodyPr wrap="square">
                <a:spAutoFit/>
              </a:bodyPr>
              <a:lstStyle/>
              <a:p>
                <a:pPr/>
                <a14:m>
                  <m:oMathPara xmlns:m="http://schemas.openxmlformats.org/officeDocument/2006/math">
                    <m:oMath>
                      <m:sSub>
                        <m:sSubPr>
                          <m:ctrlPr>
                            <a:rPr lang="en-US" altLang="ja-JP" sz="2000" b="0" i="1" smtClean="0">
                              <a:solidFill>
                                <a:schemeClr val="tx1">
                                  <a:lumMod val="90000"/>
                                  <a:lumOff val="10000"/>
                                </a:schemeClr>
                              </a:solidFill>
                              <a:latin typeface="Cambria Math" panose="02040503050406030204" pitchFamily="18" charset="0"/>
                            </a:rPr>
                          </m:ctrlPr>
                        </m:sSubPr>
                        <m:e>
                          <m:r>
                            <a:rPr lang="en-US" altLang="ja-JP" sz="2000" b="0" i="1" smtClean="0">
                              <a:solidFill>
                                <a:schemeClr val="tx1">
                                  <a:lumMod val="90000"/>
                                  <a:lumOff val="10000"/>
                                </a:schemeClr>
                              </a:solidFill>
                              <a:latin typeface="Cambria Math" panose="02040503050406030204" pitchFamily="18" charset="0"/>
                            </a:rPr>
                            <m:t>𝑥</m:t>
                          </m:r>
                        </m:e>
                        <m:sub>
                          <m:r>
                            <a:rPr lang="en-US" altLang="ja-JP" sz="2000" i="1">
                              <a:solidFill>
                                <a:schemeClr val="tx1">
                                  <a:lumMod val="90000"/>
                                  <a:lumOff val="10000"/>
                                </a:schemeClr>
                              </a:solidFill>
                              <a:latin typeface="Cambria Math" panose="02040503050406030204" pitchFamily="18" charset="0"/>
                            </a:rPr>
                            <m:t>𝑛</m:t>
                          </m:r>
                        </m:sub>
                      </m:sSub>
                    </m:oMath>
                  </m:oMathPara>
                </a14:m>
                <a:endParaRPr lang="ja-JP" altLang="en-US" sz="2000" dirty="0"/>
              </a:p>
            </p:txBody>
          </p:sp>
        </mc:Choice>
        <mc:Fallback xmlns="">
          <p:sp>
            <p:nvSpPr>
              <p:cNvPr id="31" name="テキスト ボックス 30">
                <a:extLst>
                  <a:ext uri="{FF2B5EF4-FFF2-40B4-BE49-F238E27FC236}">
                    <a16:creationId xmlns:a16="http://schemas.microsoft.com/office/drawing/2014/main" id="{B0AE4D44-3BD0-467C-6999-54C0B3F28B0E}"/>
                  </a:ext>
                </a:extLst>
              </p:cNvPr>
              <p:cNvSpPr txBox="1">
                <a:spLocks noRot="1" noChangeAspect="1" noMove="1" noResize="1" noEditPoints="1" noAdjustHandles="1" noChangeArrowheads="1" noChangeShapeType="1" noTextEdit="1"/>
              </p:cNvSpPr>
              <p:nvPr/>
            </p:nvSpPr>
            <p:spPr>
              <a:xfrm>
                <a:off x="334963" y="2271539"/>
                <a:ext cx="562403" cy="400110"/>
              </a:xfrm>
              <a:prstGeom prst="rect">
                <a:avLst/>
              </a:prstGeom>
              <a:blipFill>
                <a:blip r:embed="rId6"/>
                <a:stretch>
                  <a:fillRect/>
                </a:stretch>
              </a:blipFill>
            </p:spPr>
            <p:txBody>
              <a:bodyPr/>
              <a:lstStyle/>
              <a:p>
                <a:r>
                  <a:rPr lang="ja-JP" altLang="en-US">
                    <a:noFill/>
                  </a:rPr>
                  <a:t> </a:t>
                </a:r>
              </a:p>
            </p:txBody>
          </p:sp>
        </mc:Fallback>
      </mc:AlternateContent>
      <p:sp>
        <p:nvSpPr>
          <p:cNvPr id="32" name="楕円 31">
            <a:extLst>
              <a:ext uri="{FF2B5EF4-FFF2-40B4-BE49-F238E27FC236}">
                <a16:creationId xmlns:a16="http://schemas.microsoft.com/office/drawing/2014/main" id="{DC87A29C-461F-21C1-F4F9-CAFD4FFB63BD}"/>
              </a:ext>
            </a:extLst>
          </p:cNvPr>
          <p:cNvSpPr/>
          <p:nvPr/>
        </p:nvSpPr>
        <p:spPr>
          <a:xfrm>
            <a:off x="3525646" y="2411269"/>
            <a:ext cx="120650" cy="120650"/>
          </a:xfrm>
          <a:prstGeom prst="ellipse">
            <a:avLst/>
          </a:prstGeom>
          <a:noFill/>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kumimoji="1" lang="ja-JP" altLang="en-US"/>
          </a:p>
        </p:txBody>
      </p:sp>
      <mc:AlternateContent xmlns:mc="http://schemas.openxmlformats.org/markup-compatibility/2006" xmlns:a14="http://schemas.microsoft.com/office/drawing/2010/main">
        <mc:Choice Requires="a14">
          <p:sp>
            <p:nvSpPr>
              <p:cNvPr id="33" name="テキスト ボックス 32">
                <a:extLst>
                  <a:ext uri="{FF2B5EF4-FFF2-40B4-BE49-F238E27FC236}">
                    <a16:creationId xmlns:a16="http://schemas.microsoft.com/office/drawing/2014/main" id="{5165DEF6-4746-1A74-4469-3B47D65FDD3C}"/>
                  </a:ext>
                </a:extLst>
              </p:cNvPr>
              <p:cNvSpPr txBox="1"/>
              <p:nvPr/>
            </p:nvSpPr>
            <p:spPr>
              <a:xfrm>
                <a:off x="3390629" y="2940224"/>
                <a:ext cx="390683" cy="369332"/>
              </a:xfrm>
              <a:prstGeom prst="rect">
                <a:avLst/>
              </a:prstGeom>
              <a:noFill/>
            </p:spPr>
            <p:txBody>
              <a:bodyPr wrap="none" lIns="0" tIns="0" rIns="0" bIns="0" rtlCol="0">
                <a:spAutoFit/>
              </a:bodyPr>
              <a:lstStyle/>
              <a:p>
                <a:pPr algn="l"/>
                <a14:m>
                  <m:oMathPara xmlns:m="http://schemas.openxmlformats.org/officeDocument/2006/math">
                    <m:oMath>
                      <m:sSub>
                        <m:sSubPr>
                          <m:ctrlPr>
                            <a:rPr kumimoji="1" lang="en-US" altLang="ja-JP" sz="2400" b="0" i="1" smtClean="0">
                              <a:solidFill>
                                <a:schemeClr val="tx1">
                                  <a:lumMod val="90000"/>
                                  <a:lumOff val="10000"/>
                                </a:schemeClr>
                              </a:solidFill>
                              <a:latin typeface="Cambria Math" panose="02040503050406030204" pitchFamily="18" charset="0"/>
                            </a:rPr>
                          </m:ctrlPr>
                        </m:sSubPr>
                        <m:e>
                          <m:r>
                            <a:rPr kumimoji="1" lang="en-US" altLang="ja-JP" sz="2400" b="0" i="1" smtClean="0">
                              <a:solidFill>
                                <a:schemeClr val="tx1">
                                  <a:lumMod val="90000"/>
                                  <a:lumOff val="10000"/>
                                </a:schemeClr>
                              </a:solidFill>
                              <a:latin typeface="Cambria Math" panose="02040503050406030204" pitchFamily="18" charset="0"/>
                            </a:rPr>
                            <m:t>𝑒</m:t>
                          </m:r>
                        </m:e>
                        <m:sub>
                          <m:r>
                            <a:rPr kumimoji="1" lang="en-US" altLang="ja-JP" sz="2400" b="0" i="1" smtClean="0">
                              <a:solidFill>
                                <a:schemeClr val="tx1">
                                  <a:lumMod val="90000"/>
                                  <a:lumOff val="10000"/>
                                </a:schemeClr>
                              </a:solidFill>
                              <a:latin typeface="Cambria Math" panose="02040503050406030204" pitchFamily="18" charset="0"/>
                            </a:rPr>
                            <m:t>𝑛</m:t>
                          </m:r>
                        </m:sub>
                      </m:sSub>
                    </m:oMath>
                  </m:oMathPara>
                </a14:m>
                <a:endParaRPr kumimoji="1" lang="ja-JP" altLang="en-US" sz="2400" dirty="0">
                  <a:solidFill>
                    <a:schemeClr val="tx1">
                      <a:lumMod val="90000"/>
                      <a:lumOff val="10000"/>
                    </a:schemeClr>
                  </a:solidFill>
                </a:endParaRPr>
              </a:p>
            </p:txBody>
          </p:sp>
        </mc:Choice>
        <mc:Fallback xmlns="">
          <p:sp>
            <p:nvSpPr>
              <p:cNvPr id="33" name="テキスト ボックス 32">
                <a:extLst>
                  <a:ext uri="{FF2B5EF4-FFF2-40B4-BE49-F238E27FC236}">
                    <a16:creationId xmlns:a16="http://schemas.microsoft.com/office/drawing/2014/main" id="{5165DEF6-4746-1A74-4469-3B47D65FDD3C}"/>
                  </a:ext>
                </a:extLst>
              </p:cNvPr>
              <p:cNvSpPr txBox="1">
                <a:spLocks noRot="1" noChangeAspect="1" noMove="1" noResize="1" noEditPoints="1" noAdjustHandles="1" noChangeArrowheads="1" noChangeShapeType="1" noTextEdit="1"/>
              </p:cNvSpPr>
              <p:nvPr/>
            </p:nvSpPr>
            <p:spPr>
              <a:xfrm>
                <a:off x="3390629" y="2940224"/>
                <a:ext cx="390683" cy="369332"/>
              </a:xfrm>
              <a:prstGeom prst="rect">
                <a:avLst/>
              </a:prstGeom>
              <a:blipFill>
                <a:blip r:embed="rId7"/>
                <a:stretch>
                  <a:fillRect l="-7813" r="-1563" b="-13115"/>
                </a:stretch>
              </a:blipFill>
            </p:spPr>
            <p:txBody>
              <a:bodyPr/>
              <a:lstStyle/>
              <a:p>
                <a:r>
                  <a:rPr lang="ja-JP" altLang="en-US">
                    <a:noFill/>
                  </a:rPr>
                  <a:t> </a:t>
                </a:r>
              </a:p>
            </p:txBody>
          </p:sp>
        </mc:Fallback>
      </mc:AlternateContent>
      <p:cxnSp>
        <p:nvCxnSpPr>
          <p:cNvPr id="34" name="直線コネクタ 33">
            <a:extLst>
              <a:ext uri="{FF2B5EF4-FFF2-40B4-BE49-F238E27FC236}">
                <a16:creationId xmlns:a16="http://schemas.microsoft.com/office/drawing/2014/main" id="{E7B6133C-C7CA-4541-2BF2-6070A0D8FEA1}"/>
              </a:ext>
            </a:extLst>
          </p:cNvPr>
          <p:cNvCxnSpPr>
            <a:cxnSpLocks/>
            <a:stCxn id="33" idx="0"/>
            <a:endCxn id="32" idx="4"/>
          </p:cNvCxnSpPr>
          <p:nvPr/>
        </p:nvCxnSpPr>
        <p:spPr>
          <a:xfrm flipV="1">
            <a:off x="3585971" y="2531919"/>
            <a:ext cx="0" cy="408305"/>
          </a:xfrm>
          <a:prstGeom prst="line">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35" name="テキスト ボックス 34">
            <a:extLst>
              <a:ext uri="{FF2B5EF4-FFF2-40B4-BE49-F238E27FC236}">
                <a16:creationId xmlns:a16="http://schemas.microsoft.com/office/drawing/2014/main" id="{C48C88C5-9D66-FCBD-FD8E-0B55A8FD631F}"/>
              </a:ext>
            </a:extLst>
          </p:cNvPr>
          <p:cNvSpPr txBox="1"/>
          <p:nvPr/>
        </p:nvSpPr>
        <p:spPr>
          <a:xfrm>
            <a:off x="3265502" y="2261554"/>
            <a:ext cx="153888" cy="184666"/>
          </a:xfrm>
          <a:prstGeom prst="rect">
            <a:avLst/>
          </a:prstGeom>
          <a:noFill/>
        </p:spPr>
        <p:txBody>
          <a:bodyPr wrap="none" lIns="0" tIns="0" rIns="0" bIns="0" rtlCol="0">
            <a:spAutoFit/>
          </a:bodyPr>
          <a:lstStyle/>
          <a:p>
            <a:pPr algn="l"/>
            <a:r>
              <a:rPr kumimoji="1" lang="ja-JP" altLang="en-US" sz="1200" dirty="0">
                <a:solidFill>
                  <a:schemeClr val="tx1">
                    <a:lumMod val="90000"/>
                    <a:lumOff val="10000"/>
                  </a:schemeClr>
                </a:solidFill>
              </a:rPr>
              <a:t>＋</a:t>
            </a:r>
          </a:p>
        </p:txBody>
      </p:sp>
      <p:sp>
        <p:nvSpPr>
          <p:cNvPr id="36" name="テキスト ボックス 35">
            <a:extLst>
              <a:ext uri="{FF2B5EF4-FFF2-40B4-BE49-F238E27FC236}">
                <a16:creationId xmlns:a16="http://schemas.microsoft.com/office/drawing/2014/main" id="{D678603B-ADED-E9EC-38F3-58A31B9E0CDD}"/>
              </a:ext>
            </a:extLst>
          </p:cNvPr>
          <p:cNvSpPr txBox="1"/>
          <p:nvPr/>
        </p:nvSpPr>
        <p:spPr>
          <a:xfrm>
            <a:off x="3627424" y="2625641"/>
            <a:ext cx="153888" cy="184666"/>
          </a:xfrm>
          <a:prstGeom prst="rect">
            <a:avLst/>
          </a:prstGeom>
          <a:noFill/>
        </p:spPr>
        <p:txBody>
          <a:bodyPr wrap="none" lIns="0" tIns="0" rIns="0" bIns="0" rtlCol="0">
            <a:spAutoFit/>
          </a:bodyPr>
          <a:lstStyle/>
          <a:p>
            <a:pPr algn="l"/>
            <a:r>
              <a:rPr kumimoji="1" lang="ja-JP" altLang="en-US" sz="1200" dirty="0">
                <a:solidFill>
                  <a:schemeClr val="tx1">
                    <a:lumMod val="90000"/>
                    <a:lumOff val="10000"/>
                  </a:schemeClr>
                </a:solidFill>
              </a:rPr>
              <a:t>＋</a:t>
            </a:r>
          </a:p>
        </p:txBody>
      </p:sp>
      <mc:AlternateContent xmlns:mc="http://schemas.openxmlformats.org/markup-compatibility/2006" xmlns:a14="http://schemas.microsoft.com/office/drawing/2010/main">
        <mc:Choice Requires="a14">
          <p:sp>
            <p:nvSpPr>
              <p:cNvPr id="37" name="テキスト ボックス 36">
                <a:extLst>
                  <a:ext uri="{FF2B5EF4-FFF2-40B4-BE49-F238E27FC236}">
                    <a16:creationId xmlns:a16="http://schemas.microsoft.com/office/drawing/2014/main" id="{E459B18F-9CF0-F1FF-C310-E6376F870C8F}"/>
                  </a:ext>
                </a:extLst>
              </p:cNvPr>
              <p:cNvSpPr txBox="1"/>
              <p:nvPr/>
            </p:nvSpPr>
            <p:spPr>
              <a:xfrm>
                <a:off x="4851996" y="518862"/>
                <a:ext cx="6647066" cy="6186309"/>
              </a:xfrm>
              <a:prstGeom prst="rect">
                <a:avLst/>
              </a:prstGeom>
              <a:noFill/>
            </p:spPr>
            <p:txBody>
              <a:bodyPr wrap="square" rtlCol="0">
                <a:spAutoFit/>
              </a:bodyPr>
              <a:lstStyle/>
              <a:p>
                <a:pPr algn="l">
                  <a:spcAft>
                    <a:spcPts val="600"/>
                  </a:spcAft>
                </a:pPr>
                <a:r>
                  <a:rPr kumimoji="1" lang="ja-JP" altLang="en-US" sz="2400" dirty="0">
                    <a:solidFill>
                      <a:schemeClr val="tx1">
                        <a:lumMod val="90000"/>
                        <a:lumOff val="10000"/>
                      </a:schemeClr>
                    </a:solidFill>
                  </a:rPr>
                  <a:t>ブロックから数式を起こす。まず、</a:t>
                </a:r>
                <a:endParaRPr kumimoji="1" lang="en-US" altLang="ja-JP" sz="2400" dirty="0">
                  <a:solidFill>
                    <a:schemeClr val="tx1">
                      <a:lumMod val="90000"/>
                      <a:lumOff val="10000"/>
                    </a:schemeClr>
                  </a:solidFill>
                </a:endParaRPr>
              </a:p>
              <a:p>
                <a:pPr>
                  <a:spcAft>
                    <a:spcPts val="600"/>
                  </a:spcAft>
                </a:pPr>
                <a14:m>
                  <m:oMathPara xmlns:m="http://schemas.openxmlformats.org/officeDocument/2006/math">
                    <m:oMath>
                      <m:sSub>
                        <m:sSubPr>
                          <m:ctrlPr>
                            <a:rPr lang="en-US" altLang="ja-JP" sz="2400" i="1">
                              <a:solidFill>
                                <a:schemeClr val="tx1">
                                  <a:lumMod val="90000"/>
                                  <a:lumOff val="10000"/>
                                </a:schemeClr>
                              </a:solidFill>
                              <a:latin typeface="Cambria Math" panose="02040503050406030204" pitchFamily="18" charset="0"/>
                            </a:rPr>
                          </m:ctrlPr>
                        </m:sSubPr>
                        <m:e>
                          <m:r>
                            <a:rPr lang="en-US" altLang="ja-JP" sz="2400" i="1">
                              <a:solidFill>
                                <a:schemeClr val="tx1">
                                  <a:lumMod val="90000"/>
                                  <a:lumOff val="10000"/>
                                </a:schemeClr>
                              </a:solidFill>
                              <a:latin typeface="Cambria Math" panose="02040503050406030204" pitchFamily="18" charset="0"/>
                            </a:rPr>
                            <m:t>𝐷</m:t>
                          </m:r>
                        </m:e>
                        <m:sub>
                          <m:r>
                            <a:rPr lang="en-US" altLang="ja-JP" sz="2400" i="1">
                              <a:solidFill>
                                <a:schemeClr val="tx1">
                                  <a:lumMod val="90000"/>
                                  <a:lumOff val="10000"/>
                                </a:schemeClr>
                              </a:solidFill>
                              <a:latin typeface="Cambria Math" panose="02040503050406030204" pitchFamily="18" charset="0"/>
                            </a:rPr>
                            <m:t>𝑛</m:t>
                          </m:r>
                        </m:sub>
                      </m:sSub>
                      <m:r>
                        <a:rPr lang="en-US" altLang="ja-JP" sz="2400" b="0" i="1" smtClean="0">
                          <a:solidFill>
                            <a:schemeClr val="tx1">
                              <a:lumMod val="90000"/>
                              <a:lumOff val="10000"/>
                            </a:schemeClr>
                          </a:solidFill>
                          <a:latin typeface="Cambria Math" panose="02040503050406030204" pitchFamily="18" charset="0"/>
                        </a:rPr>
                        <m:t>=</m:t>
                      </m:r>
                      <m:sSub>
                        <m:sSubPr>
                          <m:ctrlPr>
                            <a:rPr lang="en-US" altLang="ja-JP" sz="2400" b="0" i="1" smtClean="0">
                              <a:solidFill>
                                <a:schemeClr val="tx1">
                                  <a:lumMod val="90000"/>
                                  <a:lumOff val="10000"/>
                                </a:schemeClr>
                              </a:solidFill>
                              <a:latin typeface="Cambria Math" panose="02040503050406030204" pitchFamily="18" charset="0"/>
                            </a:rPr>
                          </m:ctrlPr>
                        </m:sSubPr>
                        <m:e>
                          <m:r>
                            <a:rPr lang="en-US" altLang="ja-JP" sz="2400" b="0" i="1" smtClean="0">
                              <a:solidFill>
                                <a:schemeClr val="tx1">
                                  <a:lumMod val="90000"/>
                                  <a:lumOff val="10000"/>
                                </a:schemeClr>
                              </a:solidFill>
                              <a:latin typeface="Cambria Math" panose="02040503050406030204" pitchFamily="18" charset="0"/>
                            </a:rPr>
                            <m:t>𝑥</m:t>
                          </m:r>
                        </m:e>
                        <m:sub>
                          <m:r>
                            <a:rPr lang="en-US" altLang="ja-JP" sz="2400" b="0" i="1" smtClean="0">
                              <a:solidFill>
                                <a:schemeClr val="tx1">
                                  <a:lumMod val="90000"/>
                                  <a:lumOff val="10000"/>
                                </a:schemeClr>
                              </a:solidFill>
                              <a:latin typeface="Cambria Math" panose="02040503050406030204" pitchFamily="18" charset="0"/>
                            </a:rPr>
                            <m:t>𝑛</m:t>
                          </m:r>
                        </m:sub>
                      </m:sSub>
                      <m:r>
                        <a:rPr lang="en-US" altLang="ja-JP" sz="2400" b="0" i="1" smtClean="0">
                          <a:solidFill>
                            <a:schemeClr val="tx1">
                              <a:lumMod val="90000"/>
                              <a:lumOff val="10000"/>
                            </a:schemeClr>
                          </a:solidFill>
                          <a:latin typeface="Cambria Math" panose="02040503050406030204" pitchFamily="18" charset="0"/>
                        </a:rPr>
                        <m:t>−</m:t>
                      </m:r>
                      <m:sSub>
                        <m:sSubPr>
                          <m:ctrlPr>
                            <a:rPr lang="en-US" altLang="ja-JP" sz="2400" b="0" i="1" smtClean="0">
                              <a:solidFill>
                                <a:schemeClr val="tx1">
                                  <a:lumMod val="90000"/>
                                  <a:lumOff val="10000"/>
                                </a:schemeClr>
                              </a:solidFill>
                              <a:latin typeface="Cambria Math" panose="02040503050406030204" pitchFamily="18" charset="0"/>
                            </a:rPr>
                          </m:ctrlPr>
                        </m:sSubPr>
                        <m:e>
                          <m:r>
                            <a:rPr lang="en-US" altLang="ja-JP" sz="2400" b="0" i="1" smtClean="0">
                              <a:solidFill>
                                <a:schemeClr val="tx1">
                                  <a:lumMod val="90000"/>
                                  <a:lumOff val="10000"/>
                                </a:schemeClr>
                              </a:solidFill>
                              <a:latin typeface="Cambria Math" panose="02040503050406030204" pitchFamily="18" charset="0"/>
                            </a:rPr>
                            <m:t>𝑦</m:t>
                          </m:r>
                        </m:e>
                        <m:sub>
                          <m:r>
                            <a:rPr lang="en-US" altLang="ja-JP" sz="2400" b="0" i="1" smtClean="0">
                              <a:solidFill>
                                <a:schemeClr val="tx1">
                                  <a:lumMod val="90000"/>
                                  <a:lumOff val="10000"/>
                                </a:schemeClr>
                              </a:solidFill>
                              <a:latin typeface="Cambria Math" panose="02040503050406030204" pitchFamily="18" charset="0"/>
                            </a:rPr>
                            <m:t>𝑛</m:t>
                          </m:r>
                        </m:sub>
                      </m:sSub>
                    </m:oMath>
                  </m:oMathPara>
                </a14:m>
                <a:endParaRPr lang="en-US" altLang="ja-JP" sz="2400" b="0" dirty="0">
                  <a:solidFill>
                    <a:schemeClr val="tx1">
                      <a:lumMod val="90000"/>
                      <a:lumOff val="10000"/>
                    </a:schemeClr>
                  </a:solidFill>
                </a:endParaRPr>
              </a:p>
              <a:p>
                <a:pPr>
                  <a:spcAft>
                    <a:spcPts val="600"/>
                  </a:spcAft>
                </a:pPr>
                <a:r>
                  <a:rPr lang="ja-JP" altLang="en-US" sz="2400" dirty="0">
                    <a:solidFill>
                      <a:schemeClr val="tx1">
                        <a:lumMod val="90000"/>
                        <a:lumOff val="10000"/>
                      </a:schemeClr>
                    </a:solidFill>
                  </a:rPr>
                  <a:t>となる。次に</a:t>
                </a:r>
                <a14:m>
                  <m:oMath xmlns:m="http://schemas.openxmlformats.org/officeDocument/2006/math">
                    <m:sSub>
                      <m:sSubPr>
                        <m:ctrlPr>
                          <a:rPr lang="en-US" altLang="ja-JP" sz="2400" b="0" i="1" smtClean="0">
                            <a:solidFill>
                              <a:schemeClr val="tx1">
                                <a:lumMod val="90000"/>
                                <a:lumOff val="10000"/>
                              </a:schemeClr>
                            </a:solidFill>
                            <a:latin typeface="Cambria Math" panose="02040503050406030204" pitchFamily="18" charset="0"/>
                          </a:rPr>
                        </m:ctrlPr>
                      </m:sSubPr>
                      <m:e>
                        <m:r>
                          <a:rPr lang="en-US" altLang="ja-JP" sz="2400" b="0" i="1" smtClean="0">
                            <a:solidFill>
                              <a:schemeClr val="tx1">
                                <a:lumMod val="90000"/>
                                <a:lumOff val="10000"/>
                              </a:schemeClr>
                            </a:solidFill>
                            <a:latin typeface="Cambria Math" panose="02040503050406030204" pitchFamily="18" charset="0"/>
                          </a:rPr>
                          <m:t>𝑆</m:t>
                        </m:r>
                      </m:e>
                      <m:sub>
                        <m:r>
                          <a:rPr lang="en-US" altLang="ja-JP" sz="2400" i="1">
                            <a:solidFill>
                              <a:schemeClr val="tx1">
                                <a:lumMod val="90000"/>
                                <a:lumOff val="10000"/>
                              </a:schemeClr>
                            </a:solidFill>
                            <a:latin typeface="Cambria Math" panose="02040503050406030204" pitchFamily="18" charset="0"/>
                          </a:rPr>
                          <m:t>𝑛</m:t>
                        </m:r>
                      </m:sub>
                    </m:sSub>
                  </m:oMath>
                </a14:m>
                <a:r>
                  <a:rPr kumimoji="1" lang="ja-JP" altLang="en-US" sz="2400" dirty="0">
                    <a:solidFill>
                      <a:schemeClr val="tx1">
                        <a:lumMod val="90000"/>
                        <a:lumOff val="10000"/>
                      </a:schemeClr>
                    </a:solidFill>
                  </a:rPr>
                  <a:t>は</a:t>
                </a:r>
                <a:r>
                  <a:rPr kumimoji="1" lang="en-US" altLang="ja-JP" sz="2400" dirty="0">
                    <a:solidFill>
                      <a:schemeClr val="tx1">
                        <a:lumMod val="90000"/>
                        <a:lumOff val="10000"/>
                      </a:schemeClr>
                    </a:solidFill>
                  </a:rPr>
                  <a:t>1</a:t>
                </a:r>
                <a:r>
                  <a:rPr kumimoji="1" lang="ja-JP" altLang="en-US" sz="2400" dirty="0">
                    <a:solidFill>
                      <a:schemeClr val="tx1">
                        <a:lumMod val="90000"/>
                        <a:lumOff val="10000"/>
                      </a:schemeClr>
                    </a:solidFill>
                  </a:rPr>
                  <a:t>つ遅延した値</a:t>
                </a:r>
                <a14:m>
                  <m:oMath xmlns:m="http://schemas.openxmlformats.org/officeDocument/2006/math">
                    <m:sSub>
                      <m:sSubPr>
                        <m:ctrlPr>
                          <a:rPr lang="en-US" altLang="ja-JP" sz="2400" b="0" i="1" smtClean="0">
                            <a:solidFill>
                              <a:schemeClr val="tx1">
                                <a:lumMod val="90000"/>
                                <a:lumOff val="10000"/>
                              </a:schemeClr>
                            </a:solidFill>
                            <a:latin typeface="Cambria Math" panose="02040503050406030204" pitchFamily="18" charset="0"/>
                          </a:rPr>
                        </m:ctrlPr>
                      </m:sSubPr>
                      <m:e>
                        <m:r>
                          <a:rPr lang="en-US" altLang="ja-JP" sz="2400" b="0" i="1" smtClean="0">
                            <a:solidFill>
                              <a:schemeClr val="tx1">
                                <a:lumMod val="90000"/>
                                <a:lumOff val="10000"/>
                              </a:schemeClr>
                            </a:solidFill>
                            <a:latin typeface="Cambria Math" panose="02040503050406030204" pitchFamily="18" charset="0"/>
                          </a:rPr>
                          <m:t>𝑆</m:t>
                        </m:r>
                      </m:e>
                      <m:sub>
                        <m:r>
                          <a:rPr lang="en-US" altLang="ja-JP" sz="2400" i="1">
                            <a:solidFill>
                              <a:schemeClr val="tx1">
                                <a:lumMod val="90000"/>
                                <a:lumOff val="10000"/>
                              </a:schemeClr>
                            </a:solidFill>
                            <a:latin typeface="Cambria Math" panose="02040503050406030204" pitchFamily="18" charset="0"/>
                          </a:rPr>
                          <m:t>𝑛</m:t>
                        </m:r>
                        <m:r>
                          <a:rPr lang="en-US" altLang="ja-JP" sz="2400" b="0" i="1" smtClean="0">
                            <a:solidFill>
                              <a:schemeClr val="tx1">
                                <a:lumMod val="90000"/>
                                <a:lumOff val="10000"/>
                              </a:schemeClr>
                            </a:solidFill>
                            <a:latin typeface="Cambria Math" panose="02040503050406030204" pitchFamily="18" charset="0"/>
                          </a:rPr>
                          <m:t>−1</m:t>
                        </m:r>
                      </m:sub>
                    </m:sSub>
                  </m:oMath>
                </a14:m>
                <a:r>
                  <a:rPr kumimoji="1" lang="ja-JP" altLang="en-US" sz="2400" dirty="0">
                    <a:solidFill>
                      <a:schemeClr val="tx1">
                        <a:lumMod val="90000"/>
                        <a:lumOff val="10000"/>
                      </a:schemeClr>
                    </a:solidFill>
                  </a:rPr>
                  <a:t>を用いて</a:t>
                </a:r>
                <a:endParaRPr kumimoji="1" lang="en-US" altLang="ja-JP" sz="2400" dirty="0">
                  <a:solidFill>
                    <a:schemeClr val="tx1">
                      <a:lumMod val="90000"/>
                      <a:lumOff val="10000"/>
                    </a:schemeClr>
                  </a:solidFill>
                </a:endParaRPr>
              </a:p>
              <a:p>
                <a:pPr>
                  <a:spcAft>
                    <a:spcPts val="600"/>
                  </a:spcAft>
                </a:pPr>
                <a14:m>
                  <m:oMathPara xmlns:m="http://schemas.openxmlformats.org/officeDocument/2006/math">
                    <m:oMath>
                      <m:sSub>
                        <m:sSubPr>
                          <m:ctrlPr>
                            <a:rPr lang="en-US" altLang="ja-JP" sz="2400" b="0" i="1" smtClean="0">
                              <a:solidFill>
                                <a:schemeClr val="tx1">
                                  <a:lumMod val="90000"/>
                                  <a:lumOff val="10000"/>
                                </a:schemeClr>
                              </a:solidFill>
                              <a:latin typeface="Cambria Math" panose="02040503050406030204" pitchFamily="18" charset="0"/>
                            </a:rPr>
                          </m:ctrlPr>
                        </m:sSubPr>
                        <m:e>
                          <m:r>
                            <a:rPr lang="en-US" altLang="ja-JP" sz="2400" b="0" i="1" smtClean="0">
                              <a:solidFill>
                                <a:schemeClr val="tx1">
                                  <a:lumMod val="90000"/>
                                  <a:lumOff val="10000"/>
                                </a:schemeClr>
                              </a:solidFill>
                              <a:latin typeface="Cambria Math" panose="02040503050406030204" pitchFamily="18" charset="0"/>
                            </a:rPr>
                            <m:t>𝑆</m:t>
                          </m:r>
                        </m:e>
                        <m:sub>
                          <m:r>
                            <a:rPr lang="en-US" altLang="ja-JP" sz="2400" i="1">
                              <a:solidFill>
                                <a:schemeClr val="tx1">
                                  <a:lumMod val="90000"/>
                                  <a:lumOff val="10000"/>
                                </a:schemeClr>
                              </a:solidFill>
                              <a:latin typeface="Cambria Math" panose="02040503050406030204" pitchFamily="18" charset="0"/>
                            </a:rPr>
                            <m:t>𝑛</m:t>
                          </m:r>
                        </m:sub>
                      </m:sSub>
                      <m:r>
                        <a:rPr lang="en-US" altLang="ja-JP" sz="2400" b="0" i="1" smtClean="0">
                          <a:solidFill>
                            <a:schemeClr val="tx1">
                              <a:lumMod val="90000"/>
                              <a:lumOff val="10000"/>
                            </a:schemeClr>
                          </a:solidFill>
                          <a:latin typeface="Cambria Math" panose="02040503050406030204" pitchFamily="18" charset="0"/>
                        </a:rPr>
                        <m:t>=</m:t>
                      </m:r>
                      <m:sSub>
                        <m:sSubPr>
                          <m:ctrlPr>
                            <a:rPr lang="en-US" altLang="ja-JP" sz="2400" b="0" i="1" smtClean="0">
                              <a:solidFill>
                                <a:schemeClr val="tx1">
                                  <a:lumMod val="90000"/>
                                  <a:lumOff val="10000"/>
                                </a:schemeClr>
                              </a:solidFill>
                              <a:latin typeface="Cambria Math" panose="02040503050406030204" pitchFamily="18" charset="0"/>
                            </a:rPr>
                          </m:ctrlPr>
                        </m:sSubPr>
                        <m:e>
                          <m:r>
                            <a:rPr lang="en-US" altLang="ja-JP" sz="2400" b="0" i="1" smtClean="0">
                              <a:solidFill>
                                <a:schemeClr val="tx1">
                                  <a:lumMod val="90000"/>
                                  <a:lumOff val="10000"/>
                                </a:schemeClr>
                              </a:solidFill>
                              <a:latin typeface="Cambria Math" panose="02040503050406030204" pitchFamily="18" charset="0"/>
                            </a:rPr>
                            <m:t>𝐷</m:t>
                          </m:r>
                        </m:e>
                        <m:sub>
                          <m:r>
                            <a:rPr lang="en-US" altLang="ja-JP" sz="2400" b="0" i="1" smtClean="0">
                              <a:solidFill>
                                <a:schemeClr val="tx1">
                                  <a:lumMod val="90000"/>
                                  <a:lumOff val="10000"/>
                                </a:schemeClr>
                              </a:solidFill>
                              <a:latin typeface="Cambria Math" panose="02040503050406030204" pitchFamily="18" charset="0"/>
                            </a:rPr>
                            <m:t>𝑛</m:t>
                          </m:r>
                        </m:sub>
                      </m:sSub>
                      <m:r>
                        <a:rPr lang="en-US" altLang="ja-JP" sz="2400" b="0" i="1" smtClean="0">
                          <a:solidFill>
                            <a:schemeClr val="tx1">
                              <a:lumMod val="90000"/>
                              <a:lumOff val="10000"/>
                            </a:schemeClr>
                          </a:solidFill>
                          <a:latin typeface="Cambria Math" panose="02040503050406030204" pitchFamily="18" charset="0"/>
                        </a:rPr>
                        <m:t>+</m:t>
                      </m:r>
                      <m:sSub>
                        <m:sSubPr>
                          <m:ctrlPr>
                            <a:rPr lang="en-US" altLang="ja-JP" sz="2400" b="0" i="1" smtClean="0">
                              <a:solidFill>
                                <a:schemeClr val="tx1">
                                  <a:lumMod val="90000"/>
                                  <a:lumOff val="10000"/>
                                </a:schemeClr>
                              </a:solidFill>
                              <a:latin typeface="Cambria Math" panose="02040503050406030204" pitchFamily="18" charset="0"/>
                            </a:rPr>
                          </m:ctrlPr>
                        </m:sSubPr>
                        <m:e>
                          <m:r>
                            <a:rPr lang="en-US" altLang="ja-JP" sz="2400" b="0" i="1" smtClean="0">
                              <a:solidFill>
                                <a:schemeClr val="tx1">
                                  <a:lumMod val="90000"/>
                                  <a:lumOff val="10000"/>
                                </a:schemeClr>
                              </a:solidFill>
                              <a:latin typeface="Cambria Math" panose="02040503050406030204" pitchFamily="18" charset="0"/>
                            </a:rPr>
                            <m:t>𝑆</m:t>
                          </m:r>
                        </m:e>
                        <m:sub>
                          <m:r>
                            <a:rPr lang="en-US" altLang="ja-JP" sz="2400" b="0" i="1" smtClean="0">
                              <a:solidFill>
                                <a:schemeClr val="tx1">
                                  <a:lumMod val="90000"/>
                                  <a:lumOff val="10000"/>
                                </a:schemeClr>
                              </a:solidFill>
                              <a:latin typeface="Cambria Math" panose="02040503050406030204" pitchFamily="18" charset="0"/>
                            </a:rPr>
                            <m:t>𝑛</m:t>
                          </m:r>
                          <m:r>
                            <a:rPr lang="en-US" altLang="ja-JP" sz="2400" b="0" i="1" smtClean="0">
                              <a:solidFill>
                                <a:schemeClr val="tx1">
                                  <a:lumMod val="90000"/>
                                  <a:lumOff val="10000"/>
                                </a:schemeClr>
                              </a:solidFill>
                              <a:latin typeface="Cambria Math" panose="02040503050406030204" pitchFamily="18" charset="0"/>
                            </a:rPr>
                            <m:t>−1</m:t>
                          </m:r>
                        </m:sub>
                      </m:sSub>
                    </m:oMath>
                  </m:oMathPara>
                </a14:m>
                <a:endParaRPr kumimoji="1" lang="en-US" altLang="ja-JP" sz="2400" dirty="0">
                  <a:solidFill>
                    <a:schemeClr val="tx1">
                      <a:lumMod val="90000"/>
                      <a:lumOff val="10000"/>
                    </a:schemeClr>
                  </a:solidFill>
                </a:endParaRPr>
              </a:p>
              <a:p>
                <a:pPr>
                  <a:spcAft>
                    <a:spcPts val="600"/>
                  </a:spcAft>
                </a:pPr>
                <a:r>
                  <a:rPr kumimoji="1" lang="ja-JP" altLang="en-US" sz="2400" dirty="0">
                    <a:solidFill>
                      <a:schemeClr val="tx1">
                        <a:lumMod val="90000"/>
                        <a:lumOff val="10000"/>
                      </a:schemeClr>
                    </a:solidFill>
                  </a:rPr>
                  <a:t>となる。</a:t>
                </a:r>
                <a:r>
                  <a:rPr lang="en-US" altLang="ja-JP" sz="2400" dirty="0">
                    <a:solidFill>
                      <a:schemeClr val="tx1">
                        <a:lumMod val="90000"/>
                        <a:lumOff val="10000"/>
                      </a:schemeClr>
                    </a:solidFill>
                  </a:rPr>
                  <a:t> </a:t>
                </a:r>
                <a14:m>
                  <m:oMath xmlns:m="http://schemas.openxmlformats.org/officeDocument/2006/math">
                    <m:sSub>
                      <m:sSubPr>
                        <m:ctrlPr>
                          <a:rPr lang="en-US" altLang="ja-JP" sz="2400" b="0" i="1" smtClean="0">
                            <a:solidFill>
                              <a:schemeClr val="tx1">
                                <a:lumMod val="90000"/>
                                <a:lumOff val="10000"/>
                              </a:schemeClr>
                            </a:solidFill>
                            <a:latin typeface="Cambria Math" panose="02040503050406030204" pitchFamily="18" charset="0"/>
                          </a:rPr>
                        </m:ctrlPr>
                      </m:sSubPr>
                      <m:e>
                        <m:r>
                          <a:rPr lang="en-US" altLang="ja-JP" sz="2400" b="0" i="1" smtClean="0">
                            <a:solidFill>
                              <a:schemeClr val="tx1">
                                <a:lumMod val="90000"/>
                                <a:lumOff val="10000"/>
                              </a:schemeClr>
                            </a:solidFill>
                            <a:latin typeface="Cambria Math" panose="02040503050406030204" pitchFamily="18" charset="0"/>
                          </a:rPr>
                          <m:t>𝑦</m:t>
                        </m:r>
                      </m:e>
                      <m:sub>
                        <m:r>
                          <a:rPr lang="en-US" altLang="ja-JP" sz="2400" i="1">
                            <a:solidFill>
                              <a:schemeClr val="tx1">
                                <a:lumMod val="90000"/>
                                <a:lumOff val="10000"/>
                              </a:schemeClr>
                            </a:solidFill>
                            <a:latin typeface="Cambria Math" panose="02040503050406030204" pitchFamily="18" charset="0"/>
                          </a:rPr>
                          <m:t>𝑛</m:t>
                        </m:r>
                      </m:sub>
                    </m:sSub>
                  </m:oMath>
                </a14:m>
                <a:r>
                  <a:rPr kumimoji="1" lang="ja-JP" altLang="en-US" sz="2400" dirty="0">
                    <a:solidFill>
                      <a:schemeClr val="tx1">
                        <a:lumMod val="90000"/>
                        <a:lumOff val="10000"/>
                      </a:schemeClr>
                    </a:solidFill>
                  </a:rPr>
                  <a:t>は、</a:t>
                </a:r>
                <a:endParaRPr kumimoji="1" lang="en-US" altLang="ja-JP" sz="2400" dirty="0">
                  <a:solidFill>
                    <a:schemeClr val="tx1">
                      <a:lumMod val="90000"/>
                      <a:lumOff val="10000"/>
                    </a:schemeClr>
                  </a:solidFill>
                </a:endParaRPr>
              </a:p>
              <a:p>
                <a:pPr>
                  <a:spcAft>
                    <a:spcPts val="600"/>
                  </a:spcAft>
                </a:pPr>
                <a14:m>
                  <m:oMathPara xmlns:m="http://schemas.openxmlformats.org/officeDocument/2006/math">
                    <m:oMath>
                      <m:sSub>
                        <m:sSubPr>
                          <m:ctrlPr>
                            <a:rPr lang="en-US" altLang="ja-JP" sz="2400" b="0" i="1" smtClean="0">
                              <a:solidFill>
                                <a:schemeClr val="tx1">
                                  <a:lumMod val="90000"/>
                                  <a:lumOff val="10000"/>
                                </a:schemeClr>
                              </a:solidFill>
                              <a:latin typeface="Cambria Math" panose="02040503050406030204" pitchFamily="18" charset="0"/>
                            </a:rPr>
                          </m:ctrlPr>
                        </m:sSubPr>
                        <m:e>
                          <m:r>
                            <a:rPr lang="en-US" altLang="ja-JP" sz="2400" b="0" i="1" smtClean="0">
                              <a:solidFill>
                                <a:schemeClr val="tx1">
                                  <a:lumMod val="90000"/>
                                  <a:lumOff val="10000"/>
                                </a:schemeClr>
                              </a:solidFill>
                              <a:latin typeface="Cambria Math" panose="02040503050406030204" pitchFamily="18" charset="0"/>
                            </a:rPr>
                            <m:t>𝑦</m:t>
                          </m:r>
                        </m:e>
                        <m:sub>
                          <m:r>
                            <a:rPr lang="en-US" altLang="ja-JP" sz="2400" i="1">
                              <a:solidFill>
                                <a:schemeClr val="tx1">
                                  <a:lumMod val="90000"/>
                                  <a:lumOff val="10000"/>
                                </a:schemeClr>
                              </a:solidFill>
                              <a:latin typeface="Cambria Math" panose="02040503050406030204" pitchFamily="18" charset="0"/>
                            </a:rPr>
                            <m:t>𝑛</m:t>
                          </m:r>
                        </m:sub>
                      </m:sSub>
                      <m:r>
                        <a:rPr lang="en-US" altLang="ja-JP" sz="2400" b="0" i="1" smtClean="0">
                          <a:solidFill>
                            <a:schemeClr val="tx1">
                              <a:lumMod val="90000"/>
                              <a:lumOff val="10000"/>
                            </a:schemeClr>
                          </a:solidFill>
                          <a:latin typeface="Cambria Math" panose="02040503050406030204" pitchFamily="18" charset="0"/>
                        </a:rPr>
                        <m:t>=</m:t>
                      </m:r>
                      <m:sSub>
                        <m:sSubPr>
                          <m:ctrlPr>
                            <a:rPr lang="en-US" altLang="ja-JP" sz="2400" b="0" i="1" smtClean="0">
                              <a:solidFill>
                                <a:schemeClr val="tx1">
                                  <a:lumMod val="90000"/>
                                  <a:lumOff val="10000"/>
                                </a:schemeClr>
                              </a:solidFill>
                              <a:latin typeface="Cambria Math" panose="02040503050406030204" pitchFamily="18" charset="0"/>
                            </a:rPr>
                          </m:ctrlPr>
                        </m:sSubPr>
                        <m:e>
                          <m:r>
                            <a:rPr lang="en-US" altLang="ja-JP" sz="2400" b="0" i="1" smtClean="0">
                              <a:solidFill>
                                <a:schemeClr val="tx1">
                                  <a:lumMod val="90000"/>
                                  <a:lumOff val="10000"/>
                                </a:schemeClr>
                              </a:solidFill>
                              <a:latin typeface="Cambria Math" panose="02040503050406030204" pitchFamily="18" charset="0"/>
                            </a:rPr>
                            <m:t>𝑆</m:t>
                          </m:r>
                        </m:e>
                        <m:sub>
                          <m:r>
                            <a:rPr lang="en-US" altLang="ja-JP" sz="2400" b="0" i="1" smtClean="0">
                              <a:solidFill>
                                <a:schemeClr val="tx1">
                                  <a:lumMod val="90000"/>
                                  <a:lumOff val="10000"/>
                                </a:schemeClr>
                              </a:solidFill>
                              <a:latin typeface="Cambria Math" panose="02040503050406030204" pitchFamily="18" charset="0"/>
                            </a:rPr>
                            <m:t>𝑛</m:t>
                          </m:r>
                          <m:r>
                            <a:rPr lang="en-US" altLang="ja-JP" sz="2400" b="0" i="1" smtClean="0">
                              <a:solidFill>
                                <a:schemeClr val="tx1">
                                  <a:lumMod val="90000"/>
                                  <a:lumOff val="10000"/>
                                </a:schemeClr>
                              </a:solidFill>
                              <a:latin typeface="Cambria Math" panose="02040503050406030204" pitchFamily="18" charset="0"/>
                            </a:rPr>
                            <m:t>−1</m:t>
                          </m:r>
                        </m:sub>
                      </m:sSub>
                      <m:r>
                        <a:rPr lang="en-US" altLang="ja-JP" sz="2400" b="0" i="1" smtClean="0">
                          <a:solidFill>
                            <a:schemeClr val="tx1">
                              <a:lumMod val="90000"/>
                              <a:lumOff val="10000"/>
                            </a:schemeClr>
                          </a:solidFill>
                          <a:latin typeface="Cambria Math" panose="02040503050406030204" pitchFamily="18" charset="0"/>
                        </a:rPr>
                        <m:t>+</m:t>
                      </m:r>
                      <m:sSub>
                        <m:sSubPr>
                          <m:ctrlPr>
                            <a:rPr lang="en-US" altLang="ja-JP" sz="2400" b="0" i="1" smtClean="0">
                              <a:solidFill>
                                <a:schemeClr val="tx1">
                                  <a:lumMod val="90000"/>
                                  <a:lumOff val="10000"/>
                                </a:schemeClr>
                              </a:solidFill>
                              <a:latin typeface="Cambria Math" panose="02040503050406030204" pitchFamily="18" charset="0"/>
                            </a:rPr>
                          </m:ctrlPr>
                        </m:sSubPr>
                        <m:e>
                          <m:r>
                            <a:rPr lang="en-US" altLang="ja-JP" sz="2400" b="0" i="1" smtClean="0">
                              <a:solidFill>
                                <a:schemeClr val="tx1">
                                  <a:lumMod val="90000"/>
                                  <a:lumOff val="10000"/>
                                </a:schemeClr>
                              </a:solidFill>
                              <a:latin typeface="Cambria Math" panose="02040503050406030204" pitchFamily="18" charset="0"/>
                            </a:rPr>
                            <m:t>𝑒</m:t>
                          </m:r>
                        </m:e>
                        <m:sub>
                          <m:r>
                            <a:rPr lang="en-US" altLang="ja-JP" sz="2400" b="0" i="1" smtClean="0">
                              <a:solidFill>
                                <a:schemeClr val="tx1">
                                  <a:lumMod val="90000"/>
                                  <a:lumOff val="10000"/>
                                </a:schemeClr>
                              </a:solidFill>
                              <a:latin typeface="Cambria Math" panose="02040503050406030204" pitchFamily="18" charset="0"/>
                            </a:rPr>
                            <m:t>𝑛</m:t>
                          </m:r>
                        </m:sub>
                      </m:sSub>
                    </m:oMath>
                  </m:oMathPara>
                </a14:m>
                <a:endParaRPr lang="en-US" altLang="ja-JP" sz="2400" b="0" dirty="0">
                  <a:solidFill>
                    <a:schemeClr val="tx1">
                      <a:lumMod val="90000"/>
                      <a:lumOff val="10000"/>
                    </a:schemeClr>
                  </a:solidFill>
                </a:endParaRPr>
              </a:p>
              <a:p>
                <a:pPr>
                  <a:spcAft>
                    <a:spcPts val="600"/>
                  </a:spcAft>
                </a:pPr>
                <a:r>
                  <a:rPr kumimoji="1" lang="ja-JP" altLang="en-US" sz="2400" dirty="0">
                    <a:solidFill>
                      <a:schemeClr val="tx1">
                        <a:lumMod val="90000"/>
                        <a:lumOff val="10000"/>
                      </a:schemeClr>
                    </a:solidFill>
                  </a:rPr>
                  <a:t>となる。</a:t>
                </a:r>
                <a:r>
                  <a:rPr lang="en-US" altLang="ja-JP" sz="2400" dirty="0">
                    <a:solidFill>
                      <a:schemeClr val="tx1">
                        <a:lumMod val="90000"/>
                        <a:lumOff val="10000"/>
                      </a:schemeClr>
                    </a:solidFill>
                  </a:rPr>
                  <a:t> </a:t>
                </a:r>
                <a14:m>
                  <m:oMath xmlns:m="http://schemas.openxmlformats.org/officeDocument/2006/math">
                    <m:sSub>
                      <m:sSubPr>
                        <m:ctrlPr>
                          <a:rPr lang="en-US" altLang="ja-JP" sz="2400" b="0" i="1" smtClean="0">
                            <a:solidFill>
                              <a:schemeClr val="tx1">
                                <a:lumMod val="90000"/>
                                <a:lumOff val="10000"/>
                              </a:schemeClr>
                            </a:solidFill>
                            <a:latin typeface="Cambria Math" panose="02040503050406030204" pitchFamily="18" charset="0"/>
                          </a:rPr>
                        </m:ctrlPr>
                      </m:sSubPr>
                      <m:e>
                        <m:r>
                          <a:rPr lang="en-US" altLang="ja-JP" sz="2400" b="0" i="1" smtClean="0">
                            <a:solidFill>
                              <a:schemeClr val="tx1">
                                <a:lumMod val="90000"/>
                                <a:lumOff val="10000"/>
                              </a:schemeClr>
                            </a:solidFill>
                            <a:latin typeface="Cambria Math" panose="02040503050406030204" pitchFamily="18" charset="0"/>
                          </a:rPr>
                          <m:t>𝑦</m:t>
                        </m:r>
                      </m:e>
                      <m:sub>
                        <m:r>
                          <a:rPr lang="en-US" altLang="ja-JP" sz="2400" i="1">
                            <a:solidFill>
                              <a:schemeClr val="tx1">
                                <a:lumMod val="90000"/>
                                <a:lumOff val="10000"/>
                              </a:schemeClr>
                            </a:solidFill>
                            <a:latin typeface="Cambria Math" panose="02040503050406030204" pitchFamily="18" charset="0"/>
                          </a:rPr>
                          <m:t>𝑛</m:t>
                        </m:r>
                      </m:sub>
                    </m:sSub>
                    <m:r>
                      <a:rPr lang="ja-JP" altLang="en-US" sz="2400" i="1" smtClean="0">
                        <a:solidFill>
                          <a:schemeClr val="tx1">
                            <a:lumMod val="90000"/>
                            <a:lumOff val="10000"/>
                          </a:schemeClr>
                        </a:solidFill>
                        <a:latin typeface="Cambria Math" panose="02040503050406030204" pitchFamily="18" charset="0"/>
                      </a:rPr>
                      <m:t>を</m:t>
                    </m:r>
                    <m:sSub>
                      <m:sSubPr>
                        <m:ctrlPr>
                          <a:rPr lang="en-US" altLang="ja-JP" sz="2400" i="1">
                            <a:solidFill>
                              <a:schemeClr val="tx1">
                                <a:lumMod val="90000"/>
                                <a:lumOff val="10000"/>
                              </a:schemeClr>
                            </a:solidFill>
                            <a:latin typeface="Cambria Math" panose="02040503050406030204" pitchFamily="18" charset="0"/>
                          </a:rPr>
                        </m:ctrlPr>
                      </m:sSubPr>
                      <m:e>
                        <m:r>
                          <a:rPr lang="en-US" altLang="ja-JP" sz="2400" i="1">
                            <a:solidFill>
                              <a:schemeClr val="tx1">
                                <a:lumMod val="90000"/>
                                <a:lumOff val="10000"/>
                              </a:schemeClr>
                            </a:solidFill>
                            <a:latin typeface="Cambria Math" panose="02040503050406030204" pitchFamily="18" charset="0"/>
                          </a:rPr>
                          <m:t>𝐷</m:t>
                        </m:r>
                      </m:e>
                      <m:sub>
                        <m:r>
                          <a:rPr lang="en-US" altLang="ja-JP" sz="2400" i="1">
                            <a:solidFill>
                              <a:schemeClr val="tx1">
                                <a:lumMod val="90000"/>
                                <a:lumOff val="10000"/>
                              </a:schemeClr>
                            </a:solidFill>
                            <a:latin typeface="Cambria Math" panose="02040503050406030204" pitchFamily="18" charset="0"/>
                          </a:rPr>
                          <m:t>𝑛</m:t>
                        </m:r>
                      </m:sub>
                    </m:sSub>
                  </m:oMath>
                </a14:m>
                <a:r>
                  <a:rPr kumimoji="1" lang="ja-JP" altLang="en-US" sz="2400" dirty="0">
                    <a:solidFill>
                      <a:schemeClr val="tx1">
                        <a:lumMod val="90000"/>
                        <a:lumOff val="10000"/>
                      </a:schemeClr>
                    </a:solidFill>
                  </a:rPr>
                  <a:t>に代入すると、</a:t>
                </a:r>
                <a:endParaRPr kumimoji="1" lang="en-US" altLang="ja-JP" sz="2400" dirty="0">
                  <a:solidFill>
                    <a:schemeClr val="tx1">
                      <a:lumMod val="90000"/>
                      <a:lumOff val="10000"/>
                    </a:schemeClr>
                  </a:solidFill>
                </a:endParaRPr>
              </a:p>
              <a:p>
                <a:pPr>
                  <a:spcAft>
                    <a:spcPts val="600"/>
                  </a:spcAft>
                </a:pPr>
                <a14:m>
                  <m:oMathPara xmlns:m="http://schemas.openxmlformats.org/officeDocument/2006/math">
                    <m:oMath>
                      <m:sSub>
                        <m:sSubPr>
                          <m:ctrlPr>
                            <a:rPr lang="en-US" altLang="ja-JP" sz="2400" i="1">
                              <a:solidFill>
                                <a:schemeClr val="tx1">
                                  <a:lumMod val="90000"/>
                                  <a:lumOff val="10000"/>
                                </a:schemeClr>
                              </a:solidFill>
                              <a:latin typeface="Cambria Math" panose="02040503050406030204" pitchFamily="18" charset="0"/>
                            </a:rPr>
                          </m:ctrlPr>
                        </m:sSubPr>
                        <m:e>
                          <m:r>
                            <a:rPr lang="en-US" altLang="ja-JP" sz="2400" i="1">
                              <a:solidFill>
                                <a:schemeClr val="tx1">
                                  <a:lumMod val="90000"/>
                                  <a:lumOff val="10000"/>
                                </a:schemeClr>
                              </a:solidFill>
                              <a:latin typeface="Cambria Math" panose="02040503050406030204" pitchFamily="18" charset="0"/>
                            </a:rPr>
                            <m:t>𝐷</m:t>
                          </m:r>
                        </m:e>
                        <m:sub>
                          <m:r>
                            <a:rPr lang="en-US" altLang="ja-JP" sz="2400" i="1">
                              <a:solidFill>
                                <a:schemeClr val="tx1">
                                  <a:lumMod val="90000"/>
                                  <a:lumOff val="10000"/>
                                </a:schemeClr>
                              </a:solidFill>
                              <a:latin typeface="Cambria Math" panose="02040503050406030204" pitchFamily="18" charset="0"/>
                            </a:rPr>
                            <m:t>𝑛</m:t>
                          </m:r>
                        </m:sub>
                      </m:sSub>
                      <m:r>
                        <a:rPr lang="en-US" altLang="ja-JP" sz="2400" b="0" i="1" smtClean="0">
                          <a:solidFill>
                            <a:schemeClr val="tx1">
                              <a:lumMod val="90000"/>
                              <a:lumOff val="10000"/>
                            </a:schemeClr>
                          </a:solidFill>
                          <a:latin typeface="Cambria Math" panose="02040503050406030204" pitchFamily="18" charset="0"/>
                        </a:rPr>
                        <m:t>=</m:t>
                      </m:r>
                      <m:sSub>
                        <m:sSubPr>
                          <m:ctrlPr>
                            <a:rPr lang="en-US" altLang="ja-JP" sz="2400" b="0" i="1" smtClean="0">
                              <a:solidFill>
                                <a:schemeClr val="tx1">
                                  <a:lumMod val="90000"/>
                                  <a:lumOff val="10000"/>
                                </a:schemeClr>
                              </a:solidFill>
                              <a:latin typeface="Cambria Math" panose="02040503050406030204" pitchFamily="18" charset="0"/>
                            </a:rPr>
                          </m:ctrlPr>
                        </m:sSubPr>
                        <m:e>
                          <m:r>
                            <a:rPr lang="en-US" altLang="ja-JP" sz="2400" b="0" i="1" smtClean="0">
                              <a:solidFill>
                                <a:schemeClr val="tx1">
                                  <a:lumMod val="90000"/>
                                  <a:lumOff val="10000"/>
                                </a:schemeClr>
                              </a:solidFill>
                              <a:latin typeface="Cambria Math" panose="02040503050406030204" pitchFamily="18" charset="0"/>
                            </a:rPr>
                            <m:t>𝑥</m:t>
                          </m:r>
                        </m:e>
                        <m:sub>
                          <m:r>
                            <a:rPr lang="en-US" altLang="ja-JP" sz="2400" b="0" i="1" smtClean="0">
                              <a:solidFill>
                                <a:schemeClr val="tx1">
                                  <a:lumMod val="90000"/>
                                  <a:lumOff val="10000"/>
                                </a:schemeClr>
                              </a:solidFill>
                              <a:latin typeface="Cambria Math" panose="02040503050406030204" pitchFamily="18" charset="0"/>
                            </a:rPr>
                            <m:t>𝑛</m:t>
                          </m:r>
                        </m:sub>
                      </m:sSub>
                      <m:r>
                        <a:rPr lang="en-US" altLang="ja-JP" sz="2400" b="0" i="1" smtClean="0">
                          <a:solidFill>
                            <a:schemeClr val="tx1">
                              <a:lumMod val="90000"/>
                              <a:lumOff val="10000"/>
                            </a:schemeClr>
                          </a:solidFill>
                          <a:latin typeface="Cambria Math" panose="02040503050406030204" pitchFamily="18" charset="0"/>
                        </a:rPr>
                        <m:t>−(</m:t>
                      </m:r>
                      <m:sSub>
                        <m:sSubPr>
                          <m:ctrlPr>
                            <a:rPr lang="en-US" altLang="ja-JP" sz="2400" b="0" i="1" smtClean="0">
                              <a:solidFill>
                                <a:schemeClr val="tx1">
                                  <a:lumMod val="90000"/>
                                  <a:lumOff val="10000"/>
                                </a:schemeClr>
                              </a:solidFill>
                              <a:latin typeface="Cambria Math" panose="02040503050406030204" pitchFamily="18" charset="0"/>
                            </a:rPr>
                          </m:ctrlPr>
                        </m:sSubPr>
                        <m:e>
                          <m:r>
                            <a:rPr lang="en-US" altLang="ja-JP" sz="2400" b="0" i="1" smtClean="0">
                              <a:solidFill>
                                <a:schemeClr val="tx1">
                                  <a:lumMod val="90000"/>
                                  <a:lumOff val="10000"/>
                                </a:schemeClr>
                              </a:solidFill>
                              <a:latin typeface="Cambria Math" panose="02040503050406030204" pitchFamily="18" charset="0"/>
                            </a:rPr>
                            <m:t>𝑆</m:t>
                          </m:r>
                        </m:e>
                        <m:sub>
                          <m:r>
                            <a:rPr lang="en-US" altLang="ja-JP" sz="2400" b="0" i="1" smtClean="0">
                              <a:solidFill>
                                <a:schemeClr val="tx1">
                                  <a:lumMod val="90000"/>
                                  <a:lumOff val="10000"/>
                                </a:schemeClr>
                              </a:solidFill>
                              <a:latin typeface="Cambria Math" panose="02040503050406030204" pitchFamily="18" charset="0"/>
                            </a:rPr>
                            <m:t>𝑛</m:t>
                          </m:r>
                          <m:r>
                            <a:rPr lang="en-US" altLang="ja-JP" sz="2400" b="0" i="1" smtClean="0">
                              <a:solidFill>
                                <a:schemeClr val="tx1">
                                  <a:lumMod val="90000"/>
                                  <a:lumOff val="10000"/>
                                </a:schemeClr>
                              </a:solidFill>
                              <a:latin typeface="Cambria Math" panose="02040503050406030204" pitchFamily="18" charset="0"/>
                            </a:rPr>
                            <m:t>−1</m:t>
                          </m:r>
                        </m:sub>
                      </m:sSub>
                      <m:r>
                        <a:rPr lang="en-US" altLang="ja-JP" sz="2400" b="0" i="1" smtClean="0">
                          <a:solidFill>
                            <a:schemeClr val="tx1">
                              <a:lumMod val="90000"/>
                              <a:lumOff val="10000"/>
                            </a:schemeClr>
                          </a:solidFill>
                          <a:latin typeface="Cambria Math" panose="02040503050406030204" pitchFamily="18" charset="0"/>
                        </a:rPr>
                        <m:t>+</m:t>
                      </m:r>
                      <m:sSub>
                        <m:sSubPr>
                          <m:ctrlPr>
                            <a:rPr lang="en-US" altLang="ja-JP" sz="2400" b="0" i="1" smtClean="0">
                              <a:solidFill>
                                <a:schemeClr val="tx1">
                                  <a:lumMod val="90000"/>
                                  <a:lumOff val="10000"/>
                                </a:schemeClr>
                              </a:solidFill>
                              <a:latin typeface="Cambria Math" panose="02040503050406030204" pitchFamily="18" charset="0"/>
                            </a:rPr>
                          </m:ctrlPr>
                        </m:sSubPr>
                        <m:e>
                          <m:r>
                            <a:rPr lang="en-US" altLang="ja-JP" sz="2400" b="0" i="1" smtClean="0">
                              <a:solidFill>
                                <a:schemeClr val="tx1">
                                  <a:lumMod val="90000"/>
                                  <a:lumOff val="10000"/>
                                </a:schemeClr>
                              </a:solidFill>
                              <a:latin typeface="Cambria Math" panose="02040503050406030204" pitchFamily="18" charset="0"/>
                            </a:rPr>
                            <m:t>𝑒</m:t>
                          </m:r>
                        </m:e>
                        <m:sub>
                          <m:r>
                            <a:rPr lang="en-US" altLang="ja-JP" sz="2400" b="0" i="1" smtClean="0">
                              <a:solidFill>
                                <a:schemeClr val="tx1">
                                  <a:lumMod val="90000"/>
                                  <a:lumOff val="10000"/>
                                </a:schemeClr>
                              </a:solidFill>
                              <a:latin typeface="Cambria Math" panose="02040503050406030204" pitchFamily="18" charset="0"/>
                            </a:rPr>
                            <m:t>𝑛</m:t>
                          </m:r>
                        </m:sub>
                      </m:sSub>
                      <m:r>
                        <a:rPr lang="en-US" altLang="ja-JP" sz="2400" b="0" i="1" smtClean="0">
                          <a:solidFill>
                            <a:schemeClr val="tx1">
                              <a:lumMod val="90000"/>
                              <a:lumOff val="10000"/>
                            </a:schemeClr>
                          </a:solidFill>
                          <a:latin typeface="Cambria Math" panose="02040503050406030204" pitchFamily="18" charset="0"/>
                        </a:rPr>
                        <m:t>)</m:t>
                      </m:r>
                    </m:oMath>
                  </m:oMathPara>
                </a14:m>
                <a:endParaRPr kumimoji="1" lang="en-US" altLang="ja-JP" sz="2400" dirty="0">
                  <a:solidFill>
                    <a:schemeClr val="tx1">
                      <a:lumMod val="90000"/>
                      <a:lumOff val="10000"/>
                    </a:schemeClr>
                  </a:solidFill>
                </a:endParaRPr>
              </a:p>
              <a:p>
                <a:pPr>
                  <a:spcAft>
                    <a:spcPts val="600"/>
                  </a:spcAft>
                </a:pPr>
                <a:r>
                  <a:rPr kumimoji="1" lang="ja-JP" altLang="en-US" sz="2400" dirty="0">
                    <a:solidFill>
                      <a:schemeClr val="tx1">
                        <a:lumMod val="90000"/>
                        <a:lumOff val="10000"/>
                      </a:schemeClr>
                    </a:solidFill>
                  </a:rPr>
                  <a:t>である。これを</a:t>
                </a:r>
                <a14:m>
                  <m:oMath xmlns:m="http://schemas.openxmlformats.org/officeDocument/2006/math">
                    <m:sSub>
                      <m:sSubPr>
                        <m:ctrlPr>
                          <a:rPr lang="en-US" altLang="ja-JP" sz="2400" b="0" i="1" smtClean="0">
                            <a:solidFill>
                              <a:schemeClr val="tx1">
                                <a:lumMod val="90000"/>
                                <a:lumOff val="10000"/>
                              </a:schemeClr>
                            </a:solidFill>
                            <a:latin typeface="Cambria Math" panose="02040503050406030204" pitchFamily="18" charset="0"/>
                          </a:rPr>
                        </m:ctrlPr>
                      </m:sSubPr>
                      <m:e>
                        <m:r>
                          <a:rPr lang="en-US" altLang="ja-JP" sz="2400" b="0" i="1" smtClean="0">
                            <a:solidFill>
                              <a:schemeClr val="tx1">
                                <a:lumMod val="90000"/>
                                <a:lumOff val="10000"/>
                              </a:schemeClr>
                            </a:solidFill>
                            <a:latin typeface="Cambria Math" panose="02040503050406030204" pitchFamily="18" charset="0"/>
                          </a:rPr>
                          <m:t>𝑆</m:t>
                        </m:r>
                      </m:e>
                      <m:sub>
                        <m:r>
                          <a:rPr lang="en-US" altLang="ja-JP" sz="2400" i="1">
                            <a:solidFill>
                              <a:schemeClr val="tx1">
                                <a:lumMod val="90000"/>
                                <a:lumOff val="10000"/>
                              </a:schemeClr>
                            </a:solidFill>
                            <a:latin typeface="Cambria Math" panose="02040503050406030204" pitchFamily="18" charset="0"/>
                          </a:rPr>
                          <m:t>𝑛</m:t>
                        </m:r>
                      </m:sub>
                    </m:sSub>
                  </m:oMath>
                </a14:m>
                <a:r>
                  <a:rPr kumimoji="1" lang="ja-JP" altLang="en-US" sz="2400" dirty="0">
                    <a:solidFill>
                      <a:schemeClr val="tx1">
                        <a:lumMod val="90000"/>
                        <a:lumOff val="10000"/>
                      </a:schemeClr>
                    </a:solidFill>
                  </a:rPr>
                  <a:t>に代入すると、</a:t>
                </a:r>
                <a:endParaRPr kumimoji="1" lang="en-US" altLang="ja-JP" sz="2400" dirty="0">
                  <a:solidFill>
                    <a:schemeClr val="tx1">
                      <a:lumMod val="90000"/>
                      <a:lumOff val="10000"/>
                    </a:schemeClr>
                  </a:solidFill>
                </a:endParaRPr>
              </a:p>
              <a:p>
                <a:pPr>
                  <a:spcAft>
                    <a:spcPts val="600"/>
                  </a:spcAft>
                </a:pPr>
                <a14:m>
                  <m:oMathPara xmlns:m="http://schemas.openxmlformats.org/officeDocument/2006/math">
                    <m:oMath>
                      <m:sSub>
                        <m:sSubPr>
                          <m:ctrlPr>
                            <a:rPr lang="en-US" altLang="ja-JP" sz="2400" b="0" i="1" smtClean="0">
                              <a:solidFill>
                                <a:schemeClr val="tx1">
                                  <a:lumMod val="90000"/>
                                  <a:lumOff val="10000"/>
                                </a:schemeClr>
                              </a:solidFill>
                              <a:latin typeface="Cambria Math" panose="02040503050406030204" pitchFamily="18" charset="0"/>
                            </a:rPr>
                          </m:ctrlPr>
                        </m:sSubPr>
                        <m:e>
                          <m:r>
                            <a:rPr lang="en-US" altLang="ja-JP" sz="2400" b="0" i="1" smtClean="0">
                              <a:solidFill>
                                <a:schemeClr val="tx1">
                                  <a:lumMod val="90000"/>
                                  <a:lumOff val="10000"/>
                                </a:schemeClr>
                              </a:solidFill>
                              <a:latin typeface="Cambria Math" panose="02040503050406030204" pitchFamily="18" charset="0"/>
                            </a:rPr>
                            <m:t>𝑆</m:t>
                          </m:r>
                        </m:e>
                        <m:sub>
                          <m:r>
                            <a:rPr lang="en-US" altLang="ja-JP" sz="2400" i="1">
                              <a:solidFill>
                                <a:schemeClr val="tx1">
                                  <a:lumMod val="90000"/>
                                  <a:lumOff val="10000"/>
                                </a:schemeClr>
                              </a:solidFill>
                              <a:latin typeface="Cambria Math" panose="02040503050406030204" pitchFamily="18" charset="0"/>
                            </a:rPr>
                            <m:t>𝑛</m:t>
                          </m:r>
                        </m:sub>
                      </m:sSub>
                      <m:r>
                        <a:rPr lang="en-US" altLang="ja-JP" sz="2400" b="0" i="1" smtClean="0">
                          <a:solidFill>
                            <a:schemeClr val="tx1">
                              <a:lumMod val="90000"/>
                              <a:lumOff val="10000"/>
                            </a:schemeClr>
                          </a:solidFill>
                          <a:latin typeface="Cambria Math" panose="02040503050406030204" pitchFamily="18" charset="0"/>
                        </a:rPr>
                        <m:t>=</m:t>
                      </m:r>
                      <m:sSub>
                        <m:sSubPr>
                          <m:ctrlPr>
                            <a:rPr lang="en-US" altLang="ja-JP" sz="2400" b="0" i="1" smtClean="0">
                              <a:solidFill>
                                <a:schemeClr val="tx1">
                                  <a:lumMod val="90000"/>
                                  <a:lumOff val="10000"/>
                                </a:schemeClr>
                              </a:solidFill>
                              <a:latin typeface="Cambria Math" panose="02040503050406030204" pitchFamily="18" charset="0"/>
                            </a:rPr>
                          </m:ctrlPr>
                        </m:sSubPr>
                        <m:e>
                          <m:r>
                            <a:rPr lang="en-US" altLang="ja-JP" sz="2400" b="0" i="1" smtClean="0">
                              <a:solidFill>
                                <a:schemeClr val="tx1">
                                  <a:lumMod val="90000"/>
                                  <a:lumOff val="10000"/>
                                </a:schemeClr>
                              </a:solidFill>
                              <a:latin typeface="Cambria Math" panose="02040503050406030204" pitchFamily="18" charset="0"/>
                            </a:rPr>
                            <m:t>𝑥</m:t>
                          </m:r>
                        </m:e>
                        <m:sub>
                          <m:r>
                            <a:rPr lang="en-US" altLang="ja-JP" sz="2400" b="0" i="1" smtClean="0">
                              <a:solidFill>
                                <a:schemeClr val="tx1">
                                  <a:lumMod val="90000"/>
                                  <a:lumOff val="10000"/>
                                </a:schemeClr>
                              </a:solidFill>
                              <a:latin typeface="Cambria Math" panose="02040503050406030204" pitchFamily="18" charset="0"/>
                            </a:rPr>
                            <m:t>𝑛</m:t>
                          </m:r>
                        </m:sub>
                      </m:sSub>
                      <m:r>
                        <a:rPr lang="en-US" altLang="ja-JP" sz="2400" b="0" i="1" smtClean="0">
                          <a:solidFill>
                            <a:schemeClr val="tx1">
                              <a:lumMod val="90000"/>
                              <a:lumOff val="10000"/>
                            </a:schemeClr>
                          </a:solidFill>
                          <a:latin typeface="Cambria Math" panose="02040503050406030204" pitchFamily="18" charset="0"/>
                        </a:rPr>
                        <m:t>−</m:t>
                      </m:r>
                      <m:sSub>
                        <m:sSubPr>
                          <m:ctrlPr>
                            <a:rPr lang="en-US" altLang="ja-JP" sz="2400" b="0" i="1" smtClean="0">
                              <a:solidFill>
                                <a:schemeClr val="tx1">
                                  <a:lumMod val="90000"/>
                                  <a:lumOff val="10000"/>
                                </a:schemeClr>
                              </a:solidFill>
                              <a:latin typeface="Cambria Math" panose="02040503050406030204" pitchFamily="18" charset="0"/>
                            </a:rPr>
                          </m:ctrlPr>
                        </m:sSubPr>
                        <m:e>
                          <m:r>
                            <a:rPr lang="en-US" altLang="ja-JP" sz="2400" b="0" i="1" smtClean="0">
                              <a:solidFill>
                                <a:schemeClr val="tx1">
                                  <a:lumMod val="90000"/>
                                  <a:lumOff val="10000"/>
                                </a:schemeClr>
                              </a:solidFill>
                              <a:latin typeface="Cambria Math" panose="02040503050406030204" pitchFamily="18" charset="0"/>
                            </a:rPr>
                            <m:t>𝑆</m:t>
                          </m:r>
                        </m:e>
                        <m:sub>
                          <m:r>
                            <a:rPr lang="en-US" altLang="ja-JP" sz="2400" b="0" i="1" smtClean="0">
                              <a:solidFill>
                                <a:schemeClr val="tx1">
                                  <a:lumMod val="90000"/>
                                  <a:lumOff val="10000"/>
                                </a:schemeClr>
                              </a:solidFill>
                              <a:latin typeface="Cambria Math" panose="02040503050406030204" pitchFamily="18" charset="0"/>
                            </a:rPr>
                            <m:t>𝑛</m:t>
                          </m:r>
                          <m:r>
                            <a:rPr lang="en-US" altLang="ja-JP" sz="2400" b="0" i="1" smtClean="0">
                              <a:solidFill>
                                <a:schemeClr val="tx1">
                                  <a:lumMod val="90000"/>
                                  <a:lumOff val="10000"/>
                                </a:schemeClr>
                              </a:solidFill>
                              <a:latin typeface="Cambria Math" panose="02040503050406030204" pitchFamily="18" charset="0"/>
                            </a:rPr>
                            <m:t>−1</m:t>
                          </m:r>
                        </m:sub>
                      </m:sSub>
                      <m:r>
                        <a:rPr lang="en-US" altLang="ja-JP" sz="2400" b="0" i="1" smtClean="0">
                          <a:solidFill>
                            <a:schemeClr val="tx1">
                              <a:lumMod val="90000"/>
                              <a:lumOff val="10000"/>
                            </a:schemeClr>
                          </a:solidFill>
                          <a:latin typeface="Cambria Math" panose="02040503050406030204" pitchFamily="18" charset="0"/>
                        </a:rPr>
                        <m:t>−</m:t>
                      </m:r>
                      <m:sSub>
                        <m:sSubPr>
                          <m:ctrlPr>
                            <a:rPr lang="en-US" altLang="ja-JP" sz="2400" b="0" i="1" smtClean="0">
                              <a:solidFill>
                                <a:schemeClr val="tx1">
                                  <a:lumMod val="90000"/>
                                  <a:lumOff val="10000"/>
                                </a:schemeClr>
                              </a:solidFill>
                              <a:latin typeface="Cambria Math" panose="02040503050406030204" pitchFamily="18" charset="0"/>
                            </a:rPr>
                          </m:ctrlPr>
                        </m:sSubPr>
                        <m:e>
                          <m:r>
                            <a:rPr lang="en-US" altLang="ja-JP" sz="2400" b="0" i="1" smtClean="0">
                              <a:solidFill>
                                <a:schemeClr val="tx1">
                                  <a:lumMod val="90000"/>
                                  <a:lumOff val="10000"/>
                                </a:schemeClr>
                              </a:solidFill>
                              <a:latin typeface="Cambria Math" panose="02040503050406030204" pitchFamily="18" charset="0"/>
                            </a:rPr>
                            <m:t>𝑒</m:t>
                          </m:r>
                        </m:e>
                        <m:sub>
                          <m:r>
                            <a:rPr lang="en-US" altLang="ja-JP" sz="2400" b="0" i="1" smtClean="0">
                              <a:solidFill>
                                <a:schemeClr val="tx1">
                                  <a:lumMod val="90000"/>
                                  <a:lumOff val="10000"/>
                                </a:schemeClr>
                              </a:solidFill>
                              <a:latin typeface="Cambria Math" panose="02040503050406030204" pitchFamily="18" charset="0"/>
                            </a:rPr>
                            <m:t>𝑛</m:t>
                          </m:r>
                        </m:sub>
                      </m:sSub>
                      <m:r>
                        <a:rPr lang="en-US" altLang="ja-JP" sz="2400" b="0" i="1" smtClean="0">
                          <a:solidFill>
                            <a:schemeClr val="tx1">
                              <a:lumMod val="90000"/>
                              <a:lumOff val="10000"/>
                            </a:schemeClr>
                          </a:solidFill>
                          <a:latin typeface="Cambria Math" panose="02040503050406030204" pitchFamily="18" charset="0"/>
                        </a:rPr>
                        <m:t>+</m:t>
                      </m:r>
                      <m:sSub>
                        <m:sSubPr>
                          <m:ctrlPr>
                            <a:rPr lang="en-US" altLang="ja-JP" sz="2400" b="0" i="1" smtClean="0">
                              <a:solidFill>
                                <a:schemeClr val="tx1">
                                  <a:lumMod val="90000"/>
                                  <a:lumOff val="10000"/>
                                </a:schemeClr>
                              </a:solidFill>
                              <a:latin typeface="Cambria Math" panose="02040503050406030204" pitchFamily="18" charset="0"/>
                            </a:rPr>
                          </m:ctrlPr>
                        </m:sSubPr>
                        <m:e>
                          <m:r>
                            <a:rPr lang="en-US" altLang="ja-JP" sz="2400" b="0" i="1" smtClean="0">
                              <a:solidFill>
                                <a:schemeClr val="tx1">
                                  <a:lumMod val="90000"/>
                                  <a:lumOff val="10000"/>
                                </a:schemeClr>
                              </a:solidFill>
                              <a:latin typeface="Cambria Math" panose="02040503050406030204" pitchFamily="18" charset="0"/>
                            </a:rPr>
                            <m:t>𝑆</m:t>
                          </m:r>
                        </m:e>
                        <m:sub>
                          <m:r>
                            <a:rPr lang="en-US" altLang="ja-JP" sz="2400" b="0" i="1" smtClean="0">
                              <a:solidFill>
                                <a:schemeClr val="tx1">
                                  <a:lumMod val="90000"/>
                                  <a:lumOff val="10000"/>
                                </a:schemeClr>
                              </a:solidFill>
                              <a:latin typeface="Cambria Math" panose="02040503050406030204" pitchFamily="18" charset="0"/>
                            </a:rPr>
                            <m:t>𝑛</m:t>
                          </m:r>
                          <m:r>
                            <a:rPr lang="en-US" altLang="ja-JP" sz="2400" b="0" i="1" smtClean="0">
                              <a:solidFill>
                                <a:schemeClr val="tx1">
                                  <a:lumMod val="90000"/>
                                  <a:lumOff val="10000"/>
                                </a:schemeClr>
                              </a:solidFill>
                              <a:latin typeface="Cambria Math" panose="02040503050406030204" pitchFamily="18" charset="0"/>
                            </a:rPr>
                            <m:t>−1</m:t>
                          </m:r>
                        </m:sub>
                      </m:sSub>
                      <m:r>
                        <a:rPr lang="en-US" altLang="ja-JP" sz="2400" b="0" i="1" smtClean="0">
                          <a:solidFill>
                            <a:schemeClr val="tx1">
                              <a:lumMod val="90000"/>
                              <a:lumOff val="10000"/>
                            </a:schemeClr>
                          </a:solidFill>
                          <a:latin typeface="Cambria Math" panose="02040503050406030204" pitchFamily="18" charset="0"/>
                        </a:rPr>
                        <m:t>=</m:t>
                      </m:r>
                      <m:sSub>
                        <m:sSubPr>
                          <m:ctrlPr>
                            <a:rPr lang="en-US" altLang="ja-JP" sz="2400" b="0" i="1" smtClean="0">
                              <a:solidFill>
                                <a:schemeClr val="tx1">
                                  <a:lumMod val="90000"/>
                                  <a:lumOff val="10000"/>
                                </a:schemeClr>
                              </a:solidFill>
                              <a:latin typeface="Cambria Math" panose="02040503050406030204" pitchFamily="18" charset="0"/>
                            </a:rPr>
                          </m:ctrlPr>
                        </m:sSubPr>
                        <m:e>
                          <m:r>
                            <a:rPr lang="en-US" altLang="ja-JP" sz="2400" b="0" i="1" smtClean="0">
                              <a:solidFill>
                                <a:schemeClr val="tx1">
                                  <a:lumMod val="90000"/>
                                  <a:lumOff val="10000"/>
                                </a:schemeClr>
                              </a:solidFill>
                              <a:latin typeface="Cambria Math" panose="02040503050406030204" pitchFamily="18" charset="0"/>
                            </a:rPr>
                            <m:t>𝑥</m:t>
                          </m:r>
                        </m:e>
                        <m:sub>
                          <m:r>
                            <a:rPr lang="en-US" altLang="ja-JP" sz="2400" b="0" i="1" smtClean="0">
                              <a:solidFill>
                                <a:schemeClr val="tx1">
                                  <a:lumMod val="90000"/>
                                  <a:lumOff val="10000"/>
                                </a:schemeClr>
                              </a:solidFill>
                              <a:latin typeface="Cambria Math" panose="02040503050406030204" pitchFamily="18" charset="0"/>
                            </a:rPr>
                            <m:t>𝑛</m:t>
                          </m:r>
                        </m:sub>
                      </m:sSub>
                      <m:r>
                        <a:rPr lang="en-US" altLang="ja-JP" sz="2400" b="0" i="1" smtClean="0">
                          <a:solidFill>
                            <a:schemeClr val="tx1">
                              <a:lumMod val="90000"/>
                              <a:lumOff val="10000"/>
                            </a:schemeClr>
                          </a:solidFill>
                          <a:latin typeface="Cambria Math" panose="02040503050406030204" pitchFamily="18" charset="0"/>
                        </a:rPr>
                        <m:t>−</m:t>
                      </m:r>
                      <m:sSub>
                        <m:sSubPr>
                          <m:ctrlPr>
                            <a:rPr lang="en-US" altLang="ja-JP" sz="2400" b="0" i="1" smtClean="0">
                              <a:solidFill>
                                <a:schemeClr val="tx1">
                                  <a:lumMod val="90000"/>
                                  <a:lumOff val="10000"/>
                                </a:schemeClr>
                              </a:solidFill>
                              <a:latin typeface="Cambria Math" panose="02040503050406030204" pitchFamily="18" charset="0"/>
                            </a:rPr>
                          </m:ctrlPr>
                        </m:sSubPr>
                        <m:e>
                          <m:r>
                            <a:rPr lang="en-US" altLang="ja-JP" sz="2400" b="0" i="1" smtClean="0">
                              <a:solidFill>
                                <a:schemeClr val="tx1">
                                  <a:lumMod val="90000"/>
                                  <a:lumOff val="10000"/>
                                </a:schemeClr>
                              </a:solidFill>
                              <a:latin typeface="Cambria Math" panose="02040503050406030204" pitchFamily="18" charset="0"/>
                            </a:rPr>
                            <m:t>𝑒</m:t>
                          </m:r>
                        </m:e>
                        <m:sub>
                          <m:r>
                            <a:rPr lang="en-US" altLang="ja-JP" sz="2400" b="0" i="1" smtClean="0">
                              <a:solidFill>
                                <a:schemeClr val="tx1">
                                  <a:lumMod val="90000"/>
                                  <a:lumOff val="10000"/>
                                </a:schemeClr>
                              </a:solidFill>
                              <a:latin typeface="Cambria Math" panose="02040503050406030204" pitchFamily="18" charset="0"/>
                            </a:rPr>
                            <m:t>𝑛</m:t>
                          </m:r>
                        </m:sub>
                      </m:sSub>
                    </m:oMath>
                  </m:oMathPara>
                </a14:m>
                <a:endParaRPr kumimoji="1" lang="en-US" altLang="ja-JP" sz="2400" dirty="0">
                  <a:solidFill>
                    <a:schemeClr val="tx1">
                      <a:lumMod val="90000"/>
                      <a:lumOff val="10000"/>
                    </a:schemeClr>
                  </a:solidFill>
                </a:endParaRPr>
              </a:p>
              <a:p>
                <a:pPr>
                  <a:spcAft>
                    <a:spcPts val="600"/>
                  </a:spcAft>
                </a:pPr>
                <a:r>
                  <a:rPr kumimoji="1" lang="ja-JP" altLang="en-US" sz="2400" dirty="0">
                    <a:solidFill>
                      <a:schemeClr val="tx1">
                        <a:lumMod val="90000"/>
                        <a:lumOff val="10000"/>
                      </a:schemeClr>
                    </a:solidFill>
                  </a:rPr>
                  <a:t>となる。</a:t>
                </a:r>
                <a:r>
                  <a:rPr lang="ja-JP" altLang="en-US" sz="2400" dirty="0">
                    <a:solidFill>
                      <a:schemeClr val="tx1">
                        <a:lumMod val="90000"/>
                        <a:lumOff val="10000"/>
                      </a:schemeClr>
                    </a:solidFill>
                  </a:rPr>
                  <a:t>これを</a:t>
                </a:r>
                <a14:m>
                  <m:oMath xmlns:m="http://schemas.openxmlformats.org/officeDocument/2006/math">
                    <m:sSub>
                      <m:sSubPr>
                        <m:ctrlPr>
                          <a:rPr lang="en-US" altLang="ja-JP" sz="2400" b="0" i="1" smtClean="0">
                            <a:solidFill>
                              <a:schemeClr val="tx1">
                                <a:lumMod val="90000"/>
                                <a:lumOff val="10000"/>
                              </a:schemeClr>
                            </a:solidFill>
                            <a:latin typeface="Cambria Math" panose="02040503050406030204" pitchFamily="18" charset="0"/>
                          </a:rPr>
                        </m:ctrlPr>
                      </m:sSubPr>
                      <m:e>
                        <m:r>
                          <a:rPr lang="en-US" altLang="ja-JP" sz="2400" b="0" i="1" smtClean="0">
                            <a:solidFill>
                              <a:schemeClr val="tx1">
                                <a:lumMod val="90000"/>
                                <a:lumOff val="10000"/>
                              </a:schemeClr>
                            </a:solidFill>
                            <a:latin typeface="Cambria Math" panose="02040503050406030204" pitchFamily="18" charset="0"/>
                          </a:rPr>
                          <m:t>𝑦</m:t>
                        </m:r>
                      </m:e>
                      <m:sub>
                        <m:r>
                          <a:rPr lang="en-US" altLang="ja-JP" sz="2400" i="1">
                            <a:solidFill>
                              <a:schemeClr val="tx1">
                                <a:lumMod val="90000"/>
                                <a:lumOff val="10000"/>
                              </a:schemeClr>
                            </a:solidFill>
                            <a:latin typeface="Cambria Math" panose="02040503050406030204" pitchFamily="18" charset="0"/>
                          </a:rPr>
                          <m:t>𝑛</m:t>
                        </m:r>
                      </m:sub>
                    </m:sSub>
                  </m:oMath>
                </a14:m>
                <a:r>
                  <a:rPr kumimoji="1" lang="ja-JP" altLang="en-US" sz="2400" dirty="0">
                    <a:solidFill>
                      <a:schemeClr val="tx1">
                        <a:lumMod val="90000"/>
                        <a:lumOff val="10000"/>
                      </a:schemeClr>
                    </a:solidFill>
                  </a:rPr>
                  <a:t>に代入すると、</a:t>
                </a:r>
                <a:endParaRPr kumimoji="1" lang="en-US" altLang="ja-JP" sz="2400" dirty="0">
                  <a:solidFill>
                    <a:schemeClr val="tx1">
                      <a:lumMod val="90000"/>
                      <a:lumOff val="10000"/>
                    </a:schemeClr>
                  </a:solidFill>
                </a:endParaRPr>
              </a:p>
              <a:p>
                <a:pPr>
                  <a:spcAft>
                    <a:spcPts val="600"/>
                  </a:spcAft>
                </a:pPr>
                <a14:m>
                  <m:oMathPara xmlns:m="http://schemas.openxmlformats.org/officeDocument/2006/math">
                    <m:oMath>
                      <m:sSub>
                        <m:sSubPr>
                          <m:ctrlPr>
                            <a:rPr lang="en-US" altLang="ja-JP" sz="2400" b="0" i="1" smtClean="0">
                              <a:solidFill>
                                <a:schemeClr val="tx1">
                                  <a:lumMod val="90000"/>
                                  <a:lumOff val="10000"/>
                                </a:schemeClr>
                              </a:solidFill>
                              <a:latin typeface="Cambria Math" panose="02040503050406030204" pitchFamily="18" charset="0"/>
                            </a:rPr>
                          </m:ctrlPr>
                        </m:sSubPr>
                        <m:e>
                          <m:r>
                            <a:rPr lang="en-US" altLang="ja-JP" sz="2400" b="0" i="1" smtClean="0">
                              <a:solidFill>
                                <a:schemeClr val="tx1">
                                  <a:lumMod val="90000"/>
                                  <a:lumOff val="10000"/>
                                </a:schemeClr>
                              </a:solidFill>
                              <a:latin typeface="Cambria Math" panose="02040503050406030204" pitchFamily="18" charset="0"/>
                            </a:rPr>
                            <m:t>𝑦</m:t>
                          </m:r>
                        </m:e>
                        <m:sub>
                          <m:r>
                            <a:rPr lang="en-US" altLang="ja-JP" sz="2400" i="1">
                              <a:solidFill>
                                <a:schemeClr val="tx1">
                                  <a:lumMod val="90000"/>
                                  <a:lumOff val="10000"/>
                                </a:schemeClr>
                              </a:solidFill>
                              <a:latin typeface="Cambria Math" panose="02040503050406030204" pitchFamily="18" charset="0"/>
                            </a:rPr>
                            <m:t>𝑛</m:t>
                          </m:r>
                        </m:sub>
                      </m:sSub>
                      <m:r>
                        <a:rPr lang="en-US" altLang="ja-JP" sz="2400" b="0" i="1" smtClean="0">
                          <a:solidFill>
                            <a:schemeClr val="tx1">
                              <a:lumMod val="90000"/>
                              <a:lumOff val="10000"/>
                            </a:schemeClr>
                          </a:solidFill>
                          <a:latin typeface="Cambria Math" panose="02040503050406030204" pitchFamily="18" charset="0"/>
                        </a:rPr>
                        <m:t>=</m:t>
                      </m:r>
                      <m:sSub>
                        <m:sSubPr>
                          <m:ctrlPr>
                            <a:rPr lang="en-US" altLang="ja-JP" sz="2400" b="0" i="1" smtClean="0">
                              <a:solidFill>
                                <a:schemeClr val="tx1">
                                  <a:lumMod val="90000"/>
                                  <a:lumOff val="10000"/>
                                </a:schemeClr>
                              </a:solidFill>
                              <a:latin typeface="Cambria Math" panose="02040503050406030204" pitchFamily="18" charset="0"/>
                            </a:rPr>
                          </m:ctrlPr>
                        </m:sSubPr>
                        <m:e>
                          <m:r>
                            <a:rPr lang="en-US" altLang="ja-JP" sz="2400" b="0" i="1" smtClean="0">
                              <a:solidFill>
                                <a:schemeClr val="tx1">
                                  <a:lumMod val="90000"/>
                                  <a:lumOff val="10000"/>
                                </a:schemeClr>
                              </a:solidFill>
                              <a:latin typeface="Cambria Math" panose="02040503050406030204" pitchFamily="18" charset="0"/>
                            </a:rPr>
                            <m:t>𝑥</m:t>
                          </m:r>
                        </m:e>
                        <m:sub>
                          <m:r>
                            <a:rPr lang="en-US" altLang="ja-JP" sz="2400" b="0" i="1" smtClean="0">
                              <a:solidFill>
                                <a:schemeClr val="tx1">
                                  <a:lumMod val="90000"/>
                                  <a:lumOff val="10000"/>
                                </a:schemeClr>
                              </a:solidFill>
                              <a:latin typeface="Cambria Math" panose="02040503050406030204" pitchFamily="18" charset="0"/>
                            </a:rPr>
                            <m:t>𝑛</m:t>
                          </m:r>
                          <m:r>
                            <a:rPr lang="en-US" altLang="ja-JP" sz="2400" b="0" i="1" smtClean="0">
                              <a:solidFill>
                                <a:schemeClr val="tx1">
                                  <a:lumMod val="90000"/>
                                  <a:lumOff val="10000"/>
                                </a:schemeClr>
                              </a:solidFill>
                              <a:latin typeface="Cambria Math" panose="02040503050406030204" pitchFamily="18" charset="0"/>
                            </a:rPr>
                            <m:t>−1</m:t>
                          </m:r>
                        </m:sub>
                      </m:sSub>
                      <m:r>
                        <a:rPr lang="en-US" altLang="ja-JP" sz="2400" b="0" i="1" smtClean="0">
                          <a:solidFill>
                            <a:schemeClr val="tx1">
                              <a:lumMod val="90000"/>
                              <a:lumOff val="10000"/>
                            </a:schemeClr>
                          </a:solidFill>
                          <a:latin typeface="Cambria Math" panose="02040503050406030204" pitchFamily="18" charset="0"/>
                        </a:rPr>
                        <m:t>+</m:t>
                      </m:r>
                      <m:sSub>
                        <m:sSubPr>
                          <m:ctrlPr>
                            <a:rPr lang="en-US" altLang="ja-JP" sz="2400" b="0" i="1" smtClean="0">
                              <a:solidFill>
                                <a:schemeClr val="tx1">
                                  <a:lumMod val="90000"/>
                                  <a:lumOff val="10000"/>
                                </a:schemeClr>
                              </a:solidFill>
                              <a:latin typeface="Cambria Math" panose="02040503050406030204" pitchFamily="18" charset="0"/>
                            </a:rPr>
                          </m:ctrlPr>
                        </m:sSubPr>
                        <m:e>
                          <m:r>
                            <a:rPr lang="en-US" altLang="ja-JP" sz="2400" b="0" i="1" smtClean="0">
                              <a:solidFill>
                                <a:schemeClr val="tx1">
                                  <a:lumMod val="90000"/>
                                  <a:lumOff val="10000"/>
                                </a:schemeClr>
                              </a:solidFill>
                              <a:latin typeface="Cambria Math" panose="02040503050406030204" pitchFamily="18" charset="0"/>
                            </a:rPr>
                            <m:t>𝑒</m:t>
                          </m:r>
                        </m:e>
                        <m:sub>
                          <m:r>
                            <a:rPr lang="en-US" altLang="ja-JP" sz="2400" b="0" i="1" smtClean="0">
                              <a:solidFill>
                                <a:schemeClr val="tx1">
                                  <a:lumMod val="90000"/>
                                  <a:lumOff val="10000"/>
                                </a:schemeClr>
                              </a:solidFill>
                              <a:latin typeface="Cambria Math" panose="02040503050406030204" pitchFamily="18" charset="0"/>
                            </a:rPr>
                            <m:t>𝑛</m:t>
                          </m:r>
                        </m:sub>
                      </m:sSub>
                      <m:r>
                        <a:rPr lang="en-US" altLang="ja-JP" sz="2400" b="0" i="1" smtClean="0">
                          <a:solidFill>
                            <a:schemeClr val="tx1">
                              <a:lumMod val="90000"/>
                              <a:lumOff val="10000"/>
                            </a:schemeClr>
                          </a:solidFill>
                          <a:latin typeface="Cambria Math" panose="02040503050406030204" pitchFamily="18" charset="0"/>
                        </a:rPr>
                        <m:t>−</m:t>
                      </m:r>
                      <m:sSub>
                        <m:sSubPr>
                          <m:ctrlPr>
                            <a:rPr lang="en-US" altLang="ja-JP" sz="2400" b="0" i="1" smtClean="0">
                              <a:solidFill>
                                <a:schemeClr val="tx1">
                                  <a:lumMod val="90000"/>
                                  <a:lumOff val="10000"/>
                                </a:schemeClr>
                              </a:solidFill>
                              <a:latin typeface="Cambria Math" panose="02040503050406030204" pitchFamily="18" charset="0"/>
                            </a:rPr>
                          </m:ctrlPr>
                        </m:sSubPr>
                        <m:e>
                          <m:r>
                            <a:rPr lang="en-US" altLang="ja-JP" sz="2400" b="0" i="1" smtClean="0">
                              <a:solidFill>
                                <a:schemeClr val="tx1">
                                  <a:lumMod val="90000"/>
                                  <a:lumOff val="10000"/>
                                </a:schemeClr>
                              </a:solidFill>
                              <a:latin typeface="Cambria Math" panose="02040503050406030204" pitchFamily="18" charset="0"/>
                            </a:rPr>
                            <m:t>𝑒</m:t>
                          </m:r>
                        </m:e>
                        <m:sub>
                          <m:r>
                            <a:rPr lang="en-US" altLang="ja-JP" sz="2400" b="0" i="1" smtClean="0">
                              <a:solidFill>
                                <a:schemeClr val="tx1">
                                  <a:lumMod val="90000"/>
                                  <a:lumOff val="10000"/>
                                </a:schemeClr>
                              </a:solidFill>
                              <a:latin typeface="Cambria Math" panose="02040503050406030204" pitchFamily="18" charset="0"/>
                            </a:rPr>
                            <m:t>𝑛</m:t>
                          </m:r>
                          <m:r>
                            <a:rPr lang="en-US" altLang="ja-JP" sz="2400" b="0" i="1" smtClean="0">
                              <a:solidFill>
                                <a:schemeClr val="tx1">
                                  <a:lumMod val="90000"/>
                                  <a:lumOff val="10000"/>
                                </a:schemeClr>
                              </a:solidFill>
                              <a:latin typeface="Cambria Math" panose="02040503050406030204" pitchFamily="18" charset="0"/>
                            </a:rPr>
                            <m:t>−1</m:t>
                          </m:r>
                        </m:sub>
                      </m:sSub>
                    </m:oMath>
                  </m:oMathPara>
                </a14:m>
                <a:endParaRPr kumimoji="1" lang="en-US" altLang="ja-JP" sz="2400" dirty="0">
                  <a:solidFill>
                    <a:schemeClr val="tx1">
                      <a:lumMod val="90000"/>
                      <a:lumOff val="10000"/>
                    </a:schemeClr>
                  </a:solidFill>
                </a:endParaRPr>
              </a:p>
              <a:p>
                <a:pPr>
                  <a:spcAft>
                    <a:spcPts val="600"/>
                  </a:spcAft>
                </a:pPr>
                <a:r>
                  <a:rPr kumimoji="1" lang="ja-JP" altLang="en-US" sz="2400" dirty="0">
                    <a:solidFill>
                      <a:schemeClr val="tx1">
                        <a:lumMod val="90000"/>
                        <a:lumOff val="10000"/>
                      </a:schemeClr>
                    </a:solidFill>
                  </a:rPr>
                  <a:t>となる。このように</a:t>
                </a:r>
                <a:r>
                  <a:rPr kumimoji="1" lang="en-US" altLang="ja-JP" sz="2400" dirty="0">
                    <a:solidFill>
                      <a:schemeClr val="tx1">
                        <a:lumMod val="90000"/>
                        <a:lumOff val="10000"/>
                      </a:schemeClr>
                    </a:solidFill>
                  </a:rPr>
                  <a:t>ΔΣ</a:t>
                </a:r>
                <a:r>
                  <a:rPr kumimoji="1" lang="ja-JP" altLang="en-US" sz="2400" dirty="0">
                    <a:solidFill>
                      <a:schemeClr val="tx1">
                        <a:lumMod val="90000"/>
                        <a:lumOff val="10000"/>
                      </a:schemeClr>
                    </a:solidFill>
                  </a:rPr>
                  <a:t>変調器は、入力を</a:t>
                </a:r>
                <a:r>
                  <a:rPr kumimoji="1" lang="en-US" altLang="ja-JP" sz="2400" dirty="0">
                    <a:solidFill>
                      <a:schemeClr val="tx1">
                        <a:lumMod val="90000"/>
                        <a:lumOff val="10000"/>
                      </a:schemeClr>
                    </a:solidFill>
                  </a:rPr>
                  <a:t>1</a:t>
                </a:r>
                <a:r>
                  <a:rPr kumimoji="1" lang="ja-JP" altLang="en-US" sz="2400" dirty="0">
                    <a:solidFill>
                      <a:schemeClr val="tx1">
                        <a:lumMod val="90000"/>
                        <a:lumOff val="10000"/>
                      </a:schemeClr>
                    </a:solidFill>
                  </a:rPr>
                  <a:t>つ遅延したものと、量子化誤差の微分が出力される。</a:t>
                </a:r>
              </a:p>
            </p:txBody>
          </p:sp>
        </mc:Choice>
        <mc:Fallback xmlns="">
          <p:sp>
            <p:nvSpPr>
              <p:cNvPr id="37" name="テキスト ボックス 36">
                <a:extLst>
                  <a:ext uri="{FF2B5EF4-FFF2-40B4-BE49-F238E27FC236}">
                    <a16:creationId xmlns:a16="http://schemas.microsoft.com/office/drawing/2014/main" id="{E459B18F-9CF0-F1FF-C310-E6376F870C8F}"/>
                  </a:ext>
                </a:extLst>
              </p:cNvPr>
              <p:cNvSpPr txBox="1">
                <a:spLocks noRot="1" noChangeAspect="1" noMove="1" noResize="1" noEditPoints="1" noAdjustHandles="1" noChangeArrowheads="1" noChangeShapeType="1" noTextEdit="1"/>
              </p:cNvSpPr>
              <p:nvPr/>
            </p:nvSpPr>
            <p:spPr>
              <a:xfrm>
                <a:off x="4851996" y="518862"/>
                <a:ext cx="6647066" cy="6186309"/>
              </a:xfrm>
              <a:prstGeom prst="rect">
                <a:avLst/>
              </a:prstGeom>
              <a:blipFill>
                <a:blip r:embed="rId8"/>
                <a:stretch>
                  <a:fillRect l="-1468" t="-1182" b="-887"/>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86345359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372B9B0-E634-BBE3-E6D0-CD2D455E6190}"/>
              </a:ext>
            </a:extLst>
          </p:cNvPr>
          <p:cNvSpPr>
            <a:spLocks noGrp="1"/>
          </p:cNvSpPr>
          <p:nvPr>
            <p:ph type="title"/>
          </p:nvPr>
        </p:nvSpPr>
        <p:spPr/>
        <p:txBody>
          <a:bodyPr/>
          <a:lstStyle/>
          <a:p>
            <a:r>
              <a:rPr kumimoji="1" lang="en-US" altLang="ja-JP" dirty="0"/>
              <a:t>ΔΣ</a:t>
            </a:r>
            <a:r>
              <a:rPr kumimoji="1" lang="ja-JP" altLang="en-US" dirty="0"/>
              <a:t>変調器の出力から元の信号を得る</a:t>
            </a:r>
          </a:p>
        </p:txBody>
      </p:sp>
      <p:sp>
        <p:nvSpPr>
          <p:cNvPr id="3" name="スライド番号プレースホルダー 2">
            <a:extLst>
              <a:ext uri="{FF2B5EF4-FFF2-40B4-BE49-F238E27FC236}">
                <a16:creationId xmlns:a16="http://schemas.microsoft.com/office/drawing/2014/main" id="{E24C3AE0-0B1D-CFF4-15D9-6DE86518DEAA}"/>
              </a:ext>
            </a:extLst>
          </p:cNvPr>
          <p:cNvSpPr>
            <a:spLocks noGrp="1"/>
          </p:cNvSpPr>
          <p:nvPr>
            <p:ph type="sldNum" sz="quarter" idx="12"/>
          </p:nvPr>
        </p:nvSpPr>
        <p:spPr/>
        <p:txBody>
          <a:bodyPr/>
          <a:lstStyle/>
          <a:p>
            <a:fld id="{336D103E-743F-4B05-B1B2-74D6FB9408BE}" type="slidenum">
              <a:rPr kumimoji="1" lang="ja-JP" altLang="en-US" smtClean="0"/>
              <a:t>28</a:t>
            </a:fld>
            <a:endParaRPr kumimoji="1" lang="ja-JP" altLang="en-US"/>
          </a:p>
        </p:txBody>
      </p:sp>
      <p:sp>
        <p:nvSpPr>
          <p:cNvPr id="4" name="テキスト ボックス 3">
            <a:extLst>
              <a:ext uri="{FF2B5EF4-FFF2-40B4-BE49-F238E27FC236}">
                <a16:creationId xmlns:a16="http://schemas.microsoft.com/office/drawing/2014/main" id="{723929B7-0157-B8F7-9F83-AF7E5DE67E84}"/>
              </a:ext>
            </a:extLst>
          </p:cNvPr>
          <p:cNvSpPr txBox="1"/>
          <p:nvPr/>
        </p:nvSpPr>
        <p:spPr>
          <a:xfrm>
            <a:off x="407917" y="4176952"/>
            <a:ext cx="5440913" cy="2308324"/>
          </a:xfrm>
          <a:prstGeom prst="rect">
            <a:avLst/>
          </a:prstGeom>
          <a:noFill/>
        </p:spPr>
        <p:txBody>
          <a:bodyPr wrap="none" rtlCol="0">
            <a:spAutoFit/>
          </a:bodyPr>
          <a:lstStyle/>
          <a:p>
            <a:pPr algn="l"/>
            <a:r>
              <a:rPr kumimoji="1" lang="en-US" altLang="ja-JP" sz="2400" dirty="0">
                <a:solidFill>
                  <a:schemeClr val="tx1">
                    <a:lumMod val="90000"/>
                    <a:lumOff val="10000"/>
                  </a:schemeClr>
                </a:solidFill>
              </a:rPr>
              <a:t>ΔΣ</a:t>
            </a:r>
            <a:r>
              <a:rPr kumimoji="1" lang="ja-JP" altLang="en-US" sz="2400" dirty="0">
                <a:solidFill>
                  <a:schemeClr val="tx1">
                    <a:lumMod val="90000"/>
                    <a:lumOff val="10000"/>
                  </a:schemeClr>
                </a:solidFill>
              </a:rPr>
              <a:t>変調器の出力は</a:t>
            </a:r>
            <a:endParaRPr kumimoji="1" lang="en-US" altLang="ja-JP" sz="2400" dirty="0">
              <a:solidFill>
                <a:schemeClr val="tx1">
                  <a:lumMod val="90000"/>
                  <a:lumOff val="10000"/>
                </a:schemeClr>
              </a:solidFill>
            </a:endParaRPr>
          </a:p>
          <a:p>
            <a:pPr marL="625475" indent="-358775" algn="l">
              <a:buFont typeface="Arial" panose="020B0604020202020204" pitchFamily="34" charset="0"/>
              <a:buChar char="•"/>
            </a:pPr>
            <a:r>
              <a:rPr lang="ja-JP" altLang="en-US" sz="2400" dirty="0">
                <a:solidFill>
                  <a:schemeClr val="tx1">
                    <a:lumMod val="90000"/>
                    <a:lumOff val="10000"/>
                  </a:schemeClr>
                </a:solidFill>
              </a:rPr>
              <a:t>元</a:t>
            </a:r>
            <a:r>
              <a:rPr kumimoji="1" lang="ja-JP" altLang="en-US" sz="2400" dirty="0">
                <a:solidFill>
                  <a:schemeClr val="tx1">
                    <a:lumMod val="90000"/>
                    <a:lumOff val="10000"/>
                  </a:schemeClr>
                </a:solidFill>
              </a:rPr>
              <a:t>の信号を遅延したもの</a:t>
            </a:r>
            <a:endParaRPr kumimoji="1" lang="en-US" altLang="ja-JP" sz="2400" dirty="0">
              <a:solidFill>
                <a:schemeClr val="tx1">
                  <a:lumMod val="90000"/>
                  <a:lumOff val="10000"/>
                </a:schemeClr>
              </a:solidFill>
            </a:endParaRPr>
          </a:p>
          <a:p>
            <a:pPr marL="625475" indent="-358775" algn="l">
              <a:buFont typeface="Arial" panose="020B0604020202020204" pitchFamily="34" charset="0"/>
              <a:buChar char="•"/>
            </a:pPr>
            <a:r>
              <a:rPr kumimoji="1" lang="ja-JP" altLang="en-US" sz="2400" dirty="0">
                <a:solidFill>
                  <a:schemeClr val="tx1">
                    <a:lumMod val="90000"/>
                    <a:lumOff val="10000"/>
                  </a:schemeClr>
                </a:solidFill>
              </a:rPr>
              <a:t>量子化誤差の微分</a:t>
            </a:r>
            <a:endParaRPr kumimoji="1" lang="en-US" altLang="ja-JP" sz="2400" dirty="0">
              <a:solidFill>
                <a:schemeClr val="tx1">
                  <a:lumMod val="90000"/>
                  <a:lumOff val="10000"/>
                </a:schemeClr>
              </a:solidFill>
            </a:endParaRPr>
          </a:p>
          <a:p>
            <a:pPr algn="l"/>
            <a:r>
              <a:rPr lang="ja-JP" altLang="en-US" sz="2400" dirty="0">
                <a:solidFill>
                  <a:schemeClr val="tx1">
                    <a:lumMod val="90000"/>
                    <a:lumOff val="10000"/>
                  </a:schemeClr>
                </a:solidFill>
              </a:rPr>
              <a:t>が出力される。</a:t>
            </a:r>
            <a:endParaRPr lang="en-US" altLang="ja-JP" sz="2400" dirty="0">
              <a:solidFill>
                <a:schemeClr val="tx1">
                  <a:lumMod val="90000"/>
                  <a:lumOff val="10000"/>
                </a:schemeClr>
              </a:solidFill>
            </a:endParaRPr>
          </a:p>
          <a:p>
            <a:pPr algn="l"/>
            <a:r>
              <a:rPr kumimoji="1" lang="ja-JP" altLang="en-US" sz="2400" dirty="0">
                <a:solidFill>
                  <a:schemeClr val="tx1">
                    <a:lumMod val="90000"/>
                    <a:lumOff val="10000"/>
                  </a:schemeClr>
                </a:solidFill>
              </a:rPr>
              <a:t>→つまり、出力は何もなくても元の信号</a:t>
            </a:r>
            <a:br>
              <a:rPr kumimoji="1" lang="en-US" altLang="ja-JP" sz="2400" dirty="0">
                <a:solidFill>
                  <a:schemeClr val="tx1">
                    <a:lumMod val="90000"/>
                    <a:lumOff val="10000"/>
                  </a:schemeClr>
                </a:solidFill>
              </a:rPr>
            </a:br>
            <a:r>
              <a:rPr lang="ja-JP" altLang="en-US" sz="2400" dirty="0">
                <a:solidFill>
                  <a:schemeClr val="tx1">
                    <a:lumMod val="90000"/>
                    <a:lumOff val="10000"/>
                  </a:schemeClr>
                </a:solidFill>
              </a:rPr>
              <a:t>を含む信号が出ている。</a:t>
            </a:r>
            <a:endParaRPr kumimoji="1" lang="ja-JP" altLang="en-US" sz="2400" dirty="0">
              <a:solidFill>
                <a:schemeClr val="tx1">
                  <a:lumMod val="90000"/>
                  <a:lumOff val="10000"/>
                </a:schemeClr>
              </a:solidFill>
            </a:endParaRPr>
          </a:p>
        </p:txBody>
      </p:sp>
      <p:grpSp>
        <p:nvGrpSpPr>
          <p:cNvPr id="51" name="グループ化 50">
            <a:extLst>
              <a:ext uri="{FF2B5EF4-FFF2-40B4-BE49-F238E27FC236}">
                <a16:creationId xmlns:a16="http://schemas.microsoft.com/office/drawing/2014/main" id="{8D12C35B-B08D-D480-3114-BDC454F5D1E8}"/>
              </a:ext>
            </a:extLst>
          </p:cNvPr>
          <p:cNvGrpSpPr/>
          <p:nvPr/>
        </p:nvGrpSpPr>
        <p:grpSpPr>
          <a:xfrm>
            <a:off x="4256626" y="2295540"/>
            <a:ext cx="622526" cy="569308"/>
            <a:chOff x="4299992" y="2186940"/>
            <a:chExt cx="622526" cy="569308"/>
          </a:xfrm>
        </p:grpSpPr>
        <p:sp>
          <p:nvSpPr>
            <p:cNvPr id="40" name="正方形/長方形 39">
              <a:extLst>
                <a:ext uri="{FF2B5EF4-FFF2-40B4-BE49-F238E27FC236}">
                  <a16:creationId xmlns:a16="http://schemas.microsoft.com/office/drawing/2014/main" id="{8152F47B-79D6-8D01-15FB-18EE5EDF3097}"/>
                </a:ext>
              </a:extLst>
            </p:cNvPr>
            <p:cNvSpPr/>
            <p:nvPr/>
          </p:nvSpPr>
          <p:spPr>
            <a:xfrm>
              <a:off x="4299992" y="2186940"/>
              <a:ext cx="622526" cy="569308"/>
            </a:xfrm>
            <a:prstGeom prst="rect">
              <a:avLst/>
            </a:prstGeom>
            <a:noFill/>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kumimoji="1" lang="ja-JP" altLang="en-US"/>
            </a:p>
          </p:txBody>
        </p:sp>
        <p:cxnSp>
          <p:nvCxnSpPr>
            <p:cNvPr id="46" name="直線コネクタ 45">
              <a:extLst>
                <a:ext uri="{FF2B5EF4-FFF2-40B4-BE49-F238E27FC236}">
                  <a16:creationId xmlns:a16="http://schemas.microsoft.com/office/drawing/2014/main" id="{433DB812-E628-6D99-3989-97E4E4B1EB9B}"/>
                </a:ext>
              </a:extLst>
            </p:cNvPr>
            <p:cNvCxnSpPr>
              <a:cxnSpLocks/>
            </p:cNvCxnSpPr>
            <p:nvPr/>
          </p:nvCxnSpPr>
          <p:spPr>
            <a:xfrm>
              <a:off x="4387941" y="2352849"/>
              <a:ext cx="278130" cy="0"/>
            </a:xfrm>
            <a:prstGeom prst="line">
              <a:avLst/>
            </a:prstGeom>
            <a:ln w="19050" cap="flat" cmpd="sng" algn="ctr">
              <a:solidFill>
                <a:schemeClr val="tx1"/>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48" name="直線コネクタ 47">
              <a:extLst>
                <a:ext uri="{FF2B5EF4-FFF2-40B4-BE49-F238E27FC236}">
                  <a16:creationId xmlns:a16="http://schemas.microsoft.com/office/drawing/2014/main" id="{6DFAEE93-7923-3BED-448F-29FC0E057E21}"/>
                </a:ext>
              </a:extLst>
            </p:cNvPr>
            <p:cNvCxnSpPr>
              <a:cxnSpLocks/>
            </p:cNvCxnSpPr>
            <p:nvPr/>
          </p:nvCxnSpPr>
          <p:spPr>
            <a:xfrm>
              <a:off x="4662257" y="2352849"/>
              <a:ext cx="125732" cy="272792"/>
            </a:xfrm>
            <a:prstGeom prst="line">
              <a:avLst/>
            </a:prstGeom>
            <a:ln w="19050" cap="flat" cmpd="sng" algn="ctr">
              <a:solidFill>
                <a:schemeClr val="tx1"/>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p:grpSp>
      <p:cxnSp>
        <p:nvCxnSpPr>
          <p:cNvPr id="52" name="直線コネクタ 51">
            <a:extLst>
              <a:ext uri="{FF2B5EF4-FFF2-40B4-BE49-F238E27FC236}">
                <a16:creationId xmlns:a16="http://schemas.microsoft.com/office/drawing/2014/main" id="{B74114BB-697B-6A95-809E-D12258878A4F}"/>
              </a:ext>
            </a:extLst>
          </p:cNvPr>
          <p:cNvCxnSpPr>
            <a:cxnSpLocks/>
            <a:stCxn id="40" idx="3"/>
            <a:endCxn id="56" idx="1"/>
          </p:cNvCxnSpPr>
          <p:nvPr/>
        </p:nvCxnSpPr>
        <p:spPr>
          <a:xfrm>
            <a:off x="4879152" y="2580194"/>
            <a:ext cx="362265" cy="0"/>
          </a:xfrm>
          <a:prstGeom prst="line">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mc:AlternateContent xmlns:mc="http://schemas.openxmlformats.org/markup-compatibility/2006" xmlns:a14="http://schemas.microsoft.com/office/drawing/2010/main">
        <mc:Choice Requires="a14">
          <p:sp>
            <p:nvSpPr>
              <p:cNvPr id="56" name="テキスト ボックス 55">
                <a:extLst>
                  <a:ext uri="{FF2B5EF4-FFF2-40B4-BE49-F238E27FC236}">
                    <a16:creationId xmlns:a16="http://schemas.microsoft.com/office/drawing/2014/main" id="{1900EBB0-690E-4F39-4E83-BA504F79A10E}"/>
                  </a:ext>
                </a:extLst>
              </p:cNvPr>
              <p:cNvSpPr txBox="1"/>
              <p:nvPr/>
            </p:nvSpPr>
            <p:spPr>
              <a:xfrm>
                <a:off x="5241417" y="2380139"/>
                <a:ext cx="562403" cy="400110"/>
              </a:xfrm>
              <a:prstGeom prst="rect">
                <a:avLst/>
              </a:prstGeom>
              <a:noFill/>
            </p:spPr>
            <p:txBody>
              <a:bodyPr wrap="square">
                <a:spAutoFit/>
              </a:bodyPr>
              <a:lstStyle/>
              <a:p>
                <a:pPr/>
                <a14:m>
                  <m:oMathPara xmlns:m="http://schemas.openxmlformats.org/officeDocument/2006/math">
                    <m:oMath>
                      <m:sSub>
                        <m:sSubPr>
                          <m:ctrlPr>
                            <a:rPr lang="en-US" altLang="ja-JP" sz="2000" b="0" i="1" smtClean="0">
                              <a:solidFill>
                                <a:schemeClr val="tx1">
                                  <a:lumMod val="90000"/>
                                  <a:lumOff val="10000"/>
                                </a:schemeClr>
                              </a:solidFill>
                              <a:latin typeface="Cambria Math" panose="02040503050406030204" pitchFamily="18" charset="0"/>
                            </a:rPr>
                          </m:ctrlPr>
                        </m:sSubPr>
                        <m:e>
                          <m:acc>
                            <m:accPr>
                              <m:chr m:val="̂"/>
                              <m:ctrlPr>
                                <a:rPr lang="en-US" altLang="ja-JP" sz="2000" b="0" i="1" smtClean="0">
                                  <a:solidFill>
                                    <a:schemeClr val="tx1">
                                      <a:lumMod val="90000"/>
                                      <a:lumOff val="10000"/>
                                    </a:schemeClr>
                                  </a:solidFill>
                                  <a:latin typeface="Cambria Math" panose="02040503050406030204" pitchFamily="18" charset="0"/>
                                </a:rPr>
                              </m:ctrlPr>
                            </m:accPr>
                            <m:e>
                              <m:r>
                                <a:rPr lang="en-US" altLang="ja-JP" sz="2000" b="0" i="1" smtClean="0">
                                  <a:solidFill>
                                    <a:schemeClr val="tx1">
                                      <a:lumMod val="90000"/>
                                      <a:lumOff val="10000"/>
                                    </a:schemeClr>
                                  </a:solidFill>
                                  <a:latin typeface="Cambria Math" panose="02040503050406030204" pitchFamily="18" charset="0"/>
                                </a:rPr>
                                <m:t>𝑥</m:t>
                              </m:r>
                            </m:e>
                          </m:acc>
                        </m:e>
                        <m:sub>
                          <m:r>
                            <a:rPr lang="en-US" altLang="ja-JP" sz="2000" i="1">
                              <a:solidFill>
                                <a:schemeClr val="tx1">
                                  <a:lumMod val="90000"/>
                                  <a:lumOff val="10000"/>
                                </a:schemeClr>
                              </a:solidFill>
                              <a:latin typeface="Cambria Math" panose="02040503050406030204" pitchFamily="18" charset="0"/>
                            </a:rPr>
                            <m:t>𝑛</m:t>
                          </m:r>
                        </m:sub>
                      </m:sSub>
                    </m:oMath>
                  </m:oMathPara>
                </a14:m>
                <a:endParaRPr lang="ja-JP" altLang="en-US" sz="2000" dirty="0"/>
              </a:p>
            </p:txBody>
          </p:sp>
        </mc:Choice>
        <mc:Fallback xmlns="">
          <p:sp>
            <p:nvSpPr>
              <p:cNvPr id="56" name="テキスト ボックス 55">
                <a:extLst>
                  <a:ext uri="{FF2B5EF4-FFF2-40B4-BE49-F238E27FC236}">
                    <a16:creationId xmlns:a16="http://schemas.microsoft.com/office/drawing/2014/main" id="{1900EBB0-690E-4F39-4E83-BA504F79A10E}"/>
                  </a:ext>
                </a:extLst>
              </p:cNvPr>
              <p:cNvSpPr txBox="1">
                <a:spLocks noRot="1" noChangeAspect="1" noMove="1" noResize="1" noEditPoints="1" noAdjustHandles="1" noChangeArrowheads="1" noChangeShapeType="1" noTextEdit="1"/>
              </p:cNvSpPr>
              <p:nvPr/>
            </p:nvSpPr>
            <p:spPr>
              <a:xfrm>
                <a:off x="5241417" y="2380139"/>
                <a:ext cx="562403" cy="400110"/>
              </a:xfrm>
              <a:prstGeom prst="rect">
                <a:avLst/>
              </a:prstGeom>
              <a:blipFill>
                <a:blip r:embed="rId2"/>
                <a:stretch>
                  <a:fillRect t="-3030" r="-17391"/>
                </a:stretch>
              </a:blipFill>
            </p:spPr>
            <p:txBody>
              <a:bodyPr/>
              <a:lstStyle/>
              <a:p>
                <a:r>
                  <a:rPr lang="ja-JP" altLang="en-US">
                    <a:noFill/>
                  </a:rPr>
                  <a:t> </a:t>
                </a:r>
              </a:p>
            </p:txBody>
          </p:sp>
        </mc:Fallback>
      </mc:AlternateContent>
      <p:grpSp>
        <p:nvGrpSpPr>
          <p:cNvPr id="60" name="グループ化 59">
            <a:extLst>
              <a:ext uri="{FF2B5EF4-FFF2-40B4-BE49-F238E27FC236}">
                <a16:creationId xmlns:a16="http://schemas.microsoft.com/office/drawing/2014/main" id="{93BA0745-9C9E-E775-45EA-E0569D2A6291}"/>
              </a:ext>
            </a:extLst>
          </p:cNvPr>
          <p:cNvGrpSpPr/>
          <p:nvPr/>
        </p:nvGrpSpPr>
        <p:grpSpPr>
          <a:xfrm flipV="1">
            <a:off x="2036496" y="2171889"/>
            <a:ext cx="662940" cy="816610"/>
            <a:chOff x="9274810" y="4104640"/>
            <a:chExt cx="662940" cy="816610"/>
          </a:xfrm>
        </p:grpSpPr>
        <p:sp>
          <p:nvSpPr>
            <p:cNvPr id="61" name="正方形/長方形 60">
              <a:extLst>
                <a:ext uri="{FF2B5EF4-FFF2-40B4-BE49-F238E27FC236}">
                  <a16:creationId xmlns:a16="http://schemas.microsoft.com/office/drawing/2014/main" id="{FF3133EF-7C46-91B9-473A-99BE5F8F428D}"/>
                </a:ext>
              </a:extLst>
            </p:cNvPr>
            <p:cNvSpPr/>
            <p:nvPr/>
          </p:nvSpPr>
          <p:spPr>
            <a:xfrm>
              <a:off x="9274810" y="4104640"/>
              <a:ext cx="662940" cy="816610"/>
            </a:xfrm>
            <a:prstGeom prst="rect">
              <a:avLst/>
            </a:prstGeom>
            <a:noFill/>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kumimoji="1" lang="ja-JP" altLang="en-US"/>
            </a:p>
          </p:txBody>
        </p:sp>
        <p:sp>
          <p:nvSpPr>
            <p:cNvPr id="62" name="二等辺三角形 61">
              <a:extLst>
                <a:ext uri="{FF2B5EF4-FFF2-40B4-BE49-F238E27FC236}">
                  <a16:creationId xmlns:a16="http://schemas.microsoft.com/office/drawing/2014/main" id="{B3E03F3D-A7CE-14C8-9680-40F5E073CA8B}"/>
                </a:ext>
              </a:extLst>
            </p:cNvPr>
            <p:cNvSpPr/>
            <p:nvPr/>
          </p:nvSpPr>
          <p:spPr>
            <a:xfrm rot="10800000">
              <a:off x="9439592" y="4104640"/>
              <a:ext cx="333375" cy="161925"/>
            </a:xfrm>
            <a:prstGeom prst="triangle">
              <a:avLst/>
            </a:prstGeom>
            <a:noFill/>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kumimoji="1" lang="ja-JP" altLang="en-US"/>
            </a:p>
          </p:txBody>
        </p:sp>
      </p:grpSp>
      <p:sp>
        <p:nvSpPr>
          <p:cNvPr id="63" name="楕円 62">
            <a:extLst>
              <a:ext uri="{FF2B5EF4-FFF2-40B4-BE49-F238E27FC236}">
                <a16:creationId xmlns:a16="http://schemas.microsoft.com/office/drawing/2014/main" id="{39C617FE-AD1F-19AC-25DB-B5A459481F1A}"/>
              </a:ext>
            </a:extLst>
          </p:cNvPr>
          <p:cNvSpPr/>
          <p:nvPr/>
        </p:nvSpPr>
        <p:spPr>
          <a:xfrm>
            <a:off x="1715099" y="2519869"/>
            <a:ext cx="120650" cy="120650"/>
          </a:xfrm>
          <a:prstGeom prst="ellipse">
            <a:avLst/>
          </a:prstGeom>
          <a:noFill/>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kumimoji="1" lang="ja-JP" altLang="en-US"/>
          </a:p>
        </p:txBody>
      </p:sp>
      <p:sp>
        <p:nvSpPr>
          <p:cNvPr id="64" name="テキスト ボックス 63">
            <a:extLst>
              <a:ext uri="{FF2B5EF4-FFF2-40B4-BE49-F238E27FC236}">
                <a16:creationId xmlns:a16="http://schemas.microsoft.com/office/drawing/2014/main" id="{A6D22DF5-015F-8D07-2684-57BFF1BBCEA2}"/>
              </a:ext>
            </a:extLst>
          </p:cNvPr>
          <p:cNvSpPr txBox="1"/>
          <p:nvPr/>
        </p:nvSpPr>
        <p:spPr>
          <a:xfrm>
            <a:off x="1549003" y="2621864"/>
            <a:ext cx="153888" cy="184666"/>
          </a:xfrm>
          <a:prstGeom prst="rect">
            <a:avLst/>
          </a:prstGeom>
          <a:noFill/>
        </p:spPr>
        <p:txBody>
          <a:bodyPr wrap="square" lIns="0" tIns="0" rIns="0" bIns="0" rtlCol="0">
            <a:spAutoFit/>
          </a:bodyPr>
          <a:lstStyle/>
          <a:p>
            <a:pPr algn="l"/>
            <a:r>
              <a:rPr kumimoji="1" lang="ja-JP" altLang="en-US" sz="1200" dirty="0">
                <a:solidFill>
                  <a:schemeClr val="tx1">
                    <a:lumMod val="90000"/>
                    <a:lumOff val="10000"/>
                  </a:schemeClr>
                </a:solidFill>
              </a:rPr>
              <a:t>＋</a:t>
            </a:r>
          </a:p>
        </p:txBody>
      </p:sp>
      <p:sp>
        <p:nvSpPr>
          <p:cNvPr id="65" name="テキスト ボックス 64">
            <a:extLst>
              <a:ext uri="{FF2B5EF4-FFF2-40B4-BE49-F238E27FC236}">
                <a16:creationId xmlns:a16="http://schemas.microsoft.com/office/drawing/2014/main" id="{D3A6BA9B-AEB7-6761-3DBC-367434AE0D5B}"/>
              </a:ext>
            </a:extLst>
          </p:cNvPr>
          <p:cNvSpPr txBox="1"/>
          <p:nvPr/>
        </p:nvSpPr>
        <p:spPr>
          <a:xfrm>
            <a:off x="1828904" y="2365365"/>
            <a:ext cx="153888" cy="184666"/>
          </a:xfrm>
          <a:prstGeom prst="rect">
            <a:avLst/>
          </a:prstGeom>
          <a:noFill/>
        </p:spPr>
        <p:txBody>
          <a:bodyPr wrap="square" lIns="0" tIns="0" rIns="0" bIns="0" rtlCol="0">
            <a:spAutoFit/>
          </a:bodyPr>
          <a:lstStyle/>
          <a:p>
            <a:pPr algn="l"/>
            <a:r>
              <a:rPr kumimoji="1" lang="ja-JP" altLang="en-US" sz="1200" dirty="0">
                <a:solidFill>
                  <a:schemeClr val="tx1">
                    <a:lumMod val="90000"/>
                    <a:lumOff val="10000"/>
                  </a:schemeClr>
                </a:solidFill>
              </a:rPr>
              <a:t>＋</a:t>
            </a:r>
          </a:p>
        </p:txBody>
      </p:sp>
      <p:cxnSp>
        <p:nvCxnSpPr>
          <p:cNvPr id="66" name="直線コネクタ 65">
            <a:extLst>
              <a:ext uri="{FF2B5EF4-FFF2-40B4-BE49-F238E27FC236}">
                <a16:creationId xmlns:a16="http://schemas.microsoft.com/office/drawing/2014/main" id="{AC382F21-8879-F866-A528-8BC59C88E180}"/>
              </a:ext>
            </a:extLst>
          </p:cNvPr>
          <p:cNvCxnSpPr>
            <a:cxnSpLocks/>
            <a:stCxn id="63" idx="6"/>
            <a:endCxn id="61" idx="1"/>
          </p:cNvCxnSpPr>
          <p:nvPr/>
        </p:nvCxnSpPr>
        <p:spPr>
          <a:xfrm>
            <a:off x="1835749" y="2580194"/>
            <a:ext cx="200747" cy="0"/>
          </a:xfrm>
          <a:prstGeom prst="line">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67" name="コネクタ: カギ線 66">
            <a:extLst>
              <a:ext uri="{FF2B5EF4-FFF2-40B4-BE49-F238E27FC236}">
                <a16:creationId xmlns:a16="http://schemas.microsoft.com/office/drawing/2014/main" id="{F6B48B68-EF25-E04C-5A92-13E001EB33A7}"/>
              </a:ext>
            </a:extLst>
          </p:cNvPr>
          <p:cNvCxnSpPr>
            <a:cxnSpLocks/>
            <a:stCxn id="61" idx="3"/>
            <a:endCxn id="63" idx="0"/>
          </p:cNvCxnSpPr>
          <p:nvPr/>
        </p:nvCxnSpPr>
        <p:spPr>
          <a:xfrm flipH="1" flipV="1">
            <a:off x="1775424" y="2519869"/>
            <a:ext cx="924012" cy="60325"/>
          </a:xfrm>
          <a:prstGeom prst="bentConnector4">
            <a:avLst>
              <a:gd name="adj1" fmla="val -24740"/>
              <a:gd name="adj2" fmla="val 1055789"/>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68" name="直線コネクタ 67">
            <a:extLst>
              <a:ext uri="{FF2B5EF4-FFF2-40B4-BE49-F238E27FC236}">
                <a16:creationId xmlns:a16="http://schemas.microsoft.com/office/drawing/2014/main" id="{24629289-5F08-8015-3BAE-4B3B5DFBED68}"/>
              </a:ext>
            </a:extLst>
          </p:cNvPr>
          <p:cNvCxnSpPr>
            <a:cxnSpLocks/>
            <a:stCxn id="61" idx="3"/>
            <a:endCxn id="82" idx="1"/>
          </p:cNvCxnSpPr>
          <p:nvPr/>
        </p:nvCxnSpPr>
        <p:spPr>
          <a:xfrm>
            <a:off x="2699436" y="2580194"/>
            <a:ext cx="502692" cy="0"/>
          </a:xfrm>
          <a:prstGeom prst="line">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mc:AlternateContent xmlns:mc="http://schemas.openxmlformats.org/markup-compatibility/2006" xmlns:a14="http://schemas.microsoft.com/office/drawing/2010/main">
        <mc:Choice Requires="a14">
          <p:sp>
            <p:nvSpPr>
              <p:cNvPr id="69" name="テキスト ボックス 68">
                <a:extLst>
                  <a:ext uri="{FF2B5EF4-FFF2-40B4-BE49-F238E27FC236}">
                    <a16:creationId xmlns:a16="http://schemas.microsoft.com/office/drawing/2014/main" id="{F5E4470B-5034-79CC-9A40-FD43D15DBE66}"/>
                  </a:ext>
                </a:extLst>
              </p:cNvPr>
              <p:cNvSpPr txBox="1"/>
              <p:nvPr/>
            </p:nvSpPr>
            <p:spPr>
              <a:xfrm>
                <a:off x="1294076" y="3059668"/>
                <a:ext cx="502766" cy="369332"/>
              </a:xfrm>
              <a:prstGeom prst="rect">
                <a:avLst/>
              </a:prstGeom>
              <a:noFill/>
            </p:spPr>
            <p:txBody>
              <a:bodyPr wrap="square" lIns="0" tIns="0" rIns="0" bIns="0" rtlCol="0">
                <a:spAutoFit/>
              </a:bodyPr>
              <a:lstStyle/>
              <a:p>
                <a:pPr algn="l"/>
                <a14:m>
                  <m:oMathPara xmlns:m="http://schemas.openxmlformats.org/officeDocument/2006/math">
                    <m:oMath>
                      <m:r>
                        <a:rPr kumimoji="1" lang="en-US" altLang="ja-JP" sz="2400" b="0" i="1" smtClean="0">
                          <a:solidFill>
                            <a:schemeClr val="tx1">
                              <a:lumMod val="90000"/>
                              <a:lumOff val="10000"/>
                            </a:schemeClr>
                          </a:solidFill>
                          <a:latin typeface="Cambria Math" panose="02040503050406030204" pitchFamily="18" charset="0"/>
                        </a:rPr>
                        <m:t>𝑐𝑙𝑘</m:t>
                      </m:r>
                    </m:oMath>
                  </m:oMathPara>
                </a14:m>
                <a:endParaRPr kumimoji="1" lang="ja-JP" altLang="en-US" sz="2400" dirty="0">
                  <a:solidFill>
                    <a:schemeClr val="tx1">
                      <a:lumMod val="90000"/>
                      <a:lumOff val="10000"/>
                    </a:schemeClr>
                  </a:solidFill>
                </a:endParaRPr>
              </a:p>
            </p:txBody>
          </p:sp>
        </mc:Choice>
        <mc:Fallback xmlns="">
          <p:sp>
            <p:nvSpPr>
              <p:cNvPr id="69" name="テキスト ボックス 68">
                <a:extLst>
                  <a:ext uri="{FF2B5EF4-FFF2-40B4-BE49-F238E27FC236}">
                    <a16:creationId xmlns:a16="http://schemas.microsoft.com/office/drawing/2014/main" id="{F5E4470B-5034-79CC-9A40-FD43D15DBE66}"/>
                  </a:ext>
                </a:extLst>
              </p:cNvPr>
              <p:cNvSpPr txBox="1">
                <a:spLocks noRot="1" noChangeAspect="1" noMove="1" noResize="1" noEditPoints="1" noAdjustHandles="1" noChangeArrowheads="1" noChangeShapeType="1" noTextEdit="1"/>
              </p:cNvSpPr>
              <p:nvPr/>
            </p:nvSpPr>
            <p:spPr>
              <a:xfrm>
                <a:off x="1294076" y="3059668"/>
                <a:ext cx="502766" cy="369332"/>
              </a:xfrm>
              <a:prstGeom prst="rect">
                <a:avLst/>
              </a:prstGeom>
              <a:blipFill>
                <a:blip r:embed="rId3"/>
                <a:stretch>
                  <a:fillRect l="-13253" r="-10843" b="-9836"/>
                </a:stretch>
              </a:blipFill>
            </p:spPr>
            <p:txBody>
              <a:bodyPr/>
              <a:lstStyle/>
              <a:p>
                <a:r>
                  <a:rPr lang="ja-JP" altLang="en-US">
                    <a:noFill/>
                  </a:rPr>
                  <a:t> </a:t>
                </a:r>
              </a:p>
            </p:txBody>
          </p:sp>
        </mc:Fallback>
      </mc:AlternateContent>
      <p:cxnSp>
        <p:nvCxnSpPr>
          <p:cNvPr id="70" name="コネクタ: カギ線 69">
            <a:extLst>
              <a:ext uri="{FF2B5EF4-FFF2-40B4-BE49-F238E27FC236}">
                <a16:creationId xmlns:a16="http://schemas.microsoft.com/office/drawing/2014/main" id="{224091B7-FD6F-551C-A177-DE6210DB7CFF}"/>
              </a:ext>
            </a:extLst>
          </p:cNvPr>
          <p:cNvCxnSpPr>
            <a:cxnSpLocks/>
            <a:stCxn id="69" idx="3"/>
            <a:endCxn id="62" idx="3"/>
          </p:cNvCxnSpPr>
          <p:nvPr/>
        </p:nvCxnSpPr>
        <p:spPr>
          <a:xfrm flipV="1">
            <a:off x="1796842" y="2988499"/>
            <a:ext cx="571123" cy="255835"/>
          </a:xfrm>
          <a:prstGeom prst="bentConnector2">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71" name="直線コネクタ 70">
            <a:extLst>
              <a:ext uri="{FF2B5EF4-FFF2-40B4-BE49-F238E27FC236}">
                <a16:creationId xmlns:a16="http://schemas.microsoft.com/office/drawing/2014/main" id="{426F0A33-38B8-2ED4-3EBA-A6FD6DEAFC96}"/>
              </a:ext>
            </a:extLst>
          </p:cNvPr>
          <p:cNvCxnSpPr>
            <a:cxnSpLocks/>
            <a:stCxn id="88" idx="3"/>
            <a:endCxn id="75" idx="2"/>
          </p:cNvCxnSpPr>
          <p:nvPr/>
        </p:nvCxnSpPr>
        <p:spPr>
          <a:xfrm>
            <a:off x="898954" y="2580194"/>
            <a:ext cx="297652" cy="0"/>
          </a:xfrm>
          <a:prstGeom prst="line">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grpSp>
        <p:nvGrpSpPr>
          <p:cNvPr id="72" name="グループ化 71">
            <a:extLst>
              <a:ext uri="{FF2B5EF4-FFF2-40B4-BE49-F238E27FC236}">
                <a16:creationId xmlns:a16="http://schemas.microsoft.com/office/drawing/2014/main" id="{55B626C5-B6C7-E7D6-7D42-55E70EC74600}"/>
              </a:ext>
            </a:extLst>
          </p:cNvPr>
          <p:cNvGrpSpPr/>
          <p:nvPr/>
        </p:nvGrpSpPr>
        <p:grpSpPr>
          <a:xfrm flipH="1">
            <a:off x="2036496" y="1128530"/>
            <a:ext cx="579005" cy="666654"/>
            <a:chOff x="3633715" y="4527650"/>
            <a:chExt cx="579005" cy="666654"/>
          </a:xfrm>
        </p:grpSpPr>
        <p:sp>
          <p:nvSpPr>
            <p:cNvPr id="73" name="二等辺三角形 72">
              <a:extLst>
                <a:ext uri="{FF2B5EF4-FFF2-40B4-BE49-F238E27FC236}">
                  <a16:creationId xmlns:a16="http://schemas.microsoft.com/office/drawing/2014/main" id="{0A94195E-50B4-F86C-5C08-041DF38EBF9C}"/>
                </a:ext>
              </a:extLst>
            </p:cNvPr>
            <p:cNvSpPr/>
            <p:nvPr/>
          </p:nvSpPr>
          <p:spPr>
            <a:xfrm rot="5400000">
              <a:off x="3589891" y="4571474"/>
              <a:ext cx="666654" cy="579005"/>
            </a:xfrm>
            <a:prstGeom prst="triangle">
              <a:avLst/>
            </a:prstGeom>
            <a:noFill/>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vert="vert270" rtlCol="0" anchor="ctr"/>
            <a:lstStyle/>
            <a:p>
              <a:pPr algn="ctr"/>
              <a:endParaRPr kumimoji="1" lang="ja-JP" altLang="en-US" sz="1050" dirty="0"/>
            </a:p>
          </p:txBody>
        </p:sp>
        <p:sp>
          <p:nvSpPr>
            <p:cNvPr id="74" name="テキスト ボックス 73">
              <a:extLst>
                <a:ext uri="{FF2B5EF4-FFF2-40B4-BE49-F238E27FC236}">
                  <a16:creationId xmlns:a16="http://schemas.microsoft.com/office/drawing/2014/main" id="{8D6779CE-1C78-C78A-66A5-4252DB888110}"/>
                </a:ext>
              </a:extLst>
            </p:cNvPr>
            <p:cNvSpPr txBox="1"/>
            <p:nvPr/>
          </p:nvSpPr>
          <p:spPr>
            <a:xfrm>
              <a:off x="3664430" y="4722477"/>
              <a:ext cx="394339" cy="276999"/>
            </a:xfrm>
            <a:prstGeom prst="rect">
              <a:avLst/>
            </a:prstGeom>
            <a:noFill/>
          </p:spPr>
          <p:txBody>
            <a:bodyPr wrap="none" lIns="0" tIns="0" rIns="0" bIns="0" rtlCol="0">
              <a:spAutoFit/>
            </a:bodyPr>
            <a:lstStyle/>
            <a:p>
              <a:r>
                <a:rPr lang="ja-JP" altLang="en-US" dirty="0"/>
                <a:t>✕</a:t>
              </a:r>
              <a:r>
                <a:rPr lang="en-US" altLang="ja-JP" dirty="0"/>
                <a:t>-1</a:t>
              </a:r>
              <a:endParaRPr lang="ja-JP" altLang="en-US" dirty="0"/>
            </a:p>
          </p:txBody>
        </p:sp>
      </p:grpSp>
      <p:sp>
        <p:nvSpPr>
          <p:cNvPr id="75" name="楕円 74">
            <a:extLst>
              <a:ext uri="{FF2B5EF4-FFF2-40B4-BE49-F238E27FC236}">
                <a16:creationId xmlns:a16="http://schemas.microsoft.com/office/drawing/2014/main" id="{41296B03-D730-6EA8-5753-5977A8354904}"/>
              </a:ext>
            </a:extLst>
          </p:cNvPr>
          <p:cNvSpPr/>
          <p:nvPr/>
        </p:nvSpPr>
        <p:spPr>
          <a:xfrm>
            <a:off x="1196606" y="2519869"/>
            <a:ext cx="120650" cy="120650"/>
          </a:xfrm>
          <a:prstGeom prst="ellipse">
            <a:avLst/>
          </a:prstGeom>
          <a:noFill/>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kumimoji="1" lang="ja-JP" altLang="en-US"/>
          </a:p>
        </p:txBody>
      </p:sp>
      <p:cxnSp>
        <p:nvCxnSpPr>
          <p:cNvPr id="76" name="直線コネクタ 75">
            <a:extLst>
              <a:ext uri="{FF2B5EF4-FFF2-40B4-BE49-F238E27FC236}">
                <a16:creationId xmlns:a16="http://schemas.microsoft.com/office/drawing/2014/main" id="{58A39244-7D32-85DE-5B9C-12BF0F9FEAE5}"/>
              </a:ext>
            </a:extLst>
          </p:cNvPr>
          <p:cNvCxnSpPr>
            <a:cxnSpLocks/>
            <a:stCxn id="75" idx="6"/>
            <a:endCxn id="63" idx="2"/>
          </p:cNvCxnSpPr>
          <p:nvPr/>
        </p:nvCxnSpPr>
        <p:spPr>
          <a:xfrm>
            <a:off x="1317256" y="2580194"/>
            <a:ext cx="397843" cy="0"/>
          </a:xfrm>
          <a:prstGeom prst="line">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77" name="コネクタ: カギ線 76">
            <a:extLst>
              <a:ext uri="{FF2B5EF4-FFF2-40B4-BE49-F238E27FC236}">
                <a16:creationId xmlns:a16="http://schemas.microsoft.com/office/drawing/2014/main" id="{A1C85AA5-5862-933F-D75C-1B47EBC6369C}"/>
              </a:ext>
            </a:extLst>
          </p:cNvPr>
          <p:cNvCxnSpPr>
            <a:cxnSpLocks/>
            <a:stCxn id="82" idx="3"/>
            <a:endCxn id="73" idx="3"/>
          </p:cNvCxnSpPr>
          <p:nvPr/>
        </p:nvCxnSpPr>
        <p:spPr>
          <a:xfrm flipH="1" flipV="1">
            <a:off x="2615501" y="1461857"/>
            <a:ext cx="1247027" cy="1118337"/>
          </a:xfrm>
          <a:prstGeom prst="bentConnector3">
            <a:avLst>
              <a:gd name="adj1" fmla="val -18332"/>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78" name="コネクタ: カギ線 77">
            <a:extLst>
              <a:ext uri="{FF2B5EF4-FFF2-40B4-BE49-F238E27FC236}">
                <a16:creationId xmlns:a16="http://schemas.microsoft.com/office/drawing/2014/main" id="{6EDE40AC-D81D-12CE-7340-B17F7E7B0CA1}"/>
              </a:ext>
            </a:extLst>
          </p:cNvPr>
          <p:cNvCxnSpPr>
            <a:cxnSpLocks/>
            <a:stCxn id="73" idx="0"/>
            <a:endCxn id="75" idx="0"/>
          </p:cNvCxnSpPr>
          <p:nvPr/>
        </p:nvCxnSpPr>
        <p:spPr>
          <a:xfrm rot="10800000" flipV="1">
            <a:off x="1256932" y="1461857"/>
            <a:ext cx="779565" cy="1058012"/>
          </a:xfrm>
          <a:prstGeom prst="bentConnector2">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79" name="テキスト ボックス 78">
            <a:extLst>
              <a:ext uri="{FF2B5EF4-FFF2-40B4-BE49-F238E27FC236}">
                <a16:creationId xmlns:a16="http://schemas.microsoft.com/office/drawing/2014/main" id="{A319C33C-F993-2072-C1E6-5ADEDD306989}"/>
              </a:ext>
            </a:extLst>
          </p:cNvPr>
          <p:cNvSpPr txBox="1"/>
          <p:nvPr/>
        </p:nvSpPr>
        <p:spPr>
          <a:xfrm>
            <a:off x="1048445" y="2621864"/>
            <a:ext cx="153888" cy="184666"/>
          </a:xfrm>
          <a:prstGeom prst="rect">
            <a:avLst/>
          </a:prstGeom>
          <a:noFill/>
        </p:spPr>
        <p:txBody>
          <a:bodyPr wrap="square" lIns="0" tIns="0" rIns="0" bIns="0" rtlCol="0">
            <a:spAutoFit/>
          </a:bodyPr>
          <a:lstStyle/>
          <a:p>
            <a:pPr algn="l"/>
            <a:r>
              <a:rPr kumimoji="1" lang="ja-JP" altLang="en-US" sz="1200" dirty="0">
                <a:solidFill>
                  <a:schemeClr val="tx1">
                    <a:lumMod val="90000"/>
                    <a:lumOff val="10000"/>
                  </a:schemeClr>
                </a:solidFill>
              </a:rPr>
              <a:t>＋</a:t>
            </a:r>
          </a:p>
        </p:txBody>
      </p:sp>
      <p:sp>
        <p:nvSpPr>
          <p:cNvPr id="80" name="テキスト ボックス 79">
            <a:extLst>
              <a:ext uri="{FF2B5EF4-FFF2-40B4-BE49-F238E27FC236}">
                <a16:creationId xmlns:a16="http://schemas.microsoft.com/office/drawing/2014/main" id="{CEE7CE6F-74A1-2888-AECA-6B6E7BB35EEB}"/>
              </a:ext>
            </a:extLst>
          </p:cNvPr>
          <p:cNvSpPr txBox="1"/>
          <p:nvPr/>
        </p:nvSpPr>
        <p:spPr>
          <a:xfrm>
            <a:off x="1328346" y="2365365"/>
            <a:ext cx="153888" cy="184666"/>
          </a:xfrm>
          <a:prstGeom prst="rect">
            <a:avLst/>
          </a:prstGeom>
          <a:noFill/>
        </p:spPr>
        <p:txBody>
          <a:bodyPr wrap="square" lIns="0" tIns="0" rIns="0" bIns="0" rtlCol="0">
            <a:spAutoFit/>
          </a:bodyPr>
          <a:lstStyle/>
          <a:p>
            <a:pPr algn="l"/>
            <a:r>
              <a:rPr kumimoji="1" lang="ja-JP" altLang="en-US" sz="1200" dirty="0">
                <a:solidFill>
                  <a:schemeClr val="tx1">
                    <a:lumMod val="90000"/>
                    <a:lumOff val="10000"/>
                  </a:schemeClr>
                </a:solidFill>
              </a:rPr>
              <a:t>＋</a:t>
            </a:r>
          </a:p>
        </p:txBody>
      </p:sp>
      <p:grpSp>
        <p:nvGrpSpPr>
          <p:cNvPr id="81" name="グループ化 80">
            <a:extLst>
              <a:ext uri="{FF2B5EF4-FFF2-40B4-BE49-F238E27FC236}">
                <a16:creationId xmlns:a16="http://schemas.microsoft.com/office/drawing/2014/main" id="{1B65A3C6-8EA9-AC17-FA27-E30900017A7C}"/>
              </a:ext>
            </a:extLst>
          </p:cNvPr>
          <p:cNvGrpSpPr/>
          <p:nvPr/>
        </p:nvGrpSpPr>
        <p:grpSpPr>
          <a:xfrm>
            <a:off x="3202128" y="2122994"/>
            <a:ext cx="660400" cy="914400"/>
            <a:chOff x="4234047" y="3896378"/>
            <a:chExt cx="660400" cy="914400"/>
          </a:xfrm>
        </p:grpSpPr>
        <p:sp>
          <p:nvSpPr>
            <p:cNvPr id="82" name="正方形/長方形 81">
              <a:extLst>
                <a:ext uri="{FF2B5EF4-FFF2-40B4-BE49-F238E27FC236}">
                  <a16:creationId xmlns:a16="http://schemas.microsoft.com/office/drawing/2014/main" id="{A5AFFA06-BDFE-1D3E-57FC-75167483ADC2}"/>
                </a:ext>
              </a:extLst>
            </p:cNvPr>
            <p:cNvSpPr/>
            <p:nvPr/>
          </p:nvSpPr>
          <p:spPr>
            <a:xfrm>
              <a:off x="4234047" y="3896378"/>
              <a:ext cx="660400" cy="914400"/>
            </a:xfrm>
            <a:prstGeom prst="rect">
              <a:avLst/>
            </a:prstGeom>
            <a:noFill/>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kumimoji="1" lang="ja-JP" altLang="en-US"/>
            </a:p>
          </p:txBody>
        </p:sp>
        <p:cxnSp>
          <p:nvCxnSpPr>
            <p:cNvPr id="83" name="直線コネクタ 82">
              <a:extLst>
                <a:ext uri="{FF2B5EF4-FFF2-40B4-BE49-F238E27FC236}">
                  <a16:creationId xmlns:a16="http://schemas.microsoft.com/office/drawing/2014/main" id="{987DD78E-B9CE-14CF-262F-89B54DF5F8D0}"/>
                </a:ext>
              </a:extLst>
            </p:cNvPr>
            <p:cNvCxnSpPr/>
            <p:nvPr/>
          </p:nvCxnSpPr>
          <p:spPr>
            <a:xfrm>
              <a:off x="4564247" y="3988772"/>
              <a:ext cx="203994" cy="0"/>
            </a:xfrm>
            <a:prstGeom prst="line">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84" name="直線コネクタ 83">
              <a:extLst>
                <a:ext uri="{FF2B5EF4-FFF2-40B4-BE49-F238E27FC236}">
                  <a16:creationId xmlns:a16="http://schemas.microsoft.com/office/drawing/2014/main" id="{B988E864-A25D-7BA1-2D36-D97BC143322C}"/>
                </a:ext>
              </a:extLst>
            </p:cNvPr>
            <p:cNvCxnSpPr>
              <a:cxnSpLocks/>
            </p:cNvCxnSpPr>
            <p:nvPr/>
          </p:nvCxnSpPr>
          <p:spPr>
            <a:xfrm flipV="1">
              <a:off x="4564248" y="3983371"/>
              <a:ext cx="0" cy="740414"/>
            </a:xfrm>
            <a:prstGeom prst="line">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85" name="直線コネクタ 84">
              <a:extLst>
                <a:ext uri="{FF2B5EF4-FFF2-40B4-BE49-F238E27FC236}">
                  <a16:creationId xmlns:a16="http://schemas.microsoft.com/office/drawing/2014/main" id="{DD8F6FA3-8608-9B22-E2DB-C8E5827FE91E}"/>
                </a:ext>
              </a:extLst>
            </p:cNvPr>
            <p:cNvCxnSpPr/>
            <p:nvPr/>
          </p:nvCxnSpPr>
          <p:spPr>
            <a:xfrm>
              <a:off x="4360253" y="4723785"/>
              <a:ext cx="203994" cy="0"/>
            </a:xfrm>
            <a:prstGeom prst="line">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86" name="直線コネクタ 85">
              <a:extLst>
                <a:ext uri="{FF2B5EF4-FFF2-40B4-BE49-F238E27FC236}">
                  <a16:creationId xmlns:a16="http://schemas.microsoft.com/office/drawing/2014/main" id="{FDFEE870-ECE7-D728-8AAA-10ADB1E93621}"/>
                </a:ext>
              </a:extLst>
            </p:cNvPr>
            <p:cNvCxnSpPr/>
            <p:nvPr/>
          </p:nvCxnSpPr>
          <p:spPr>
            <a:xfrm>
              <a:off x="4462250" y="4361412"/>
              <a:ext cx="203994" cy="0"/>
            </a:xfrm>
            <a:prstGeom prst="line">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grpSp>
      <p:cxnSp>
        <p:nvCxnSpPr>
          <p:cNvPr id="87" name="直線コネクタ 86">
            <a:extLst>
              <a:ext uri="{FF2B5EF4-FFF2-40B4-BE49-F238E27FC236}">
                <a16:creationId xmlns:a16="http://schemas.microsoft.com/office/drawing/2014/main" id="{9F1F26B0-3BF4-5AAB-2F92-390528A2036F}"/>
              </a:ext>
            </a:extLst>
          </p:cNvPr>
          <p:cNvCxnSpPr>
            <a:cxnSpLocks/>
            <a:stCxn id="82" idx="3"/>
            <a:endCxn id="40" idx="1"/>
          </p:cNvCxnSpPr>
          <p:nvPr/>
        </p:nvCxnSpPr>
        <p:spPr>
          <a:xfrm>
            <a:off x="3862528" y="2580194"/>
            <a:ext cx="394098" cy="0"/>
          </a:xfrm>
          <a:prstGeom prst="line">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mc:AlternateContent xmlns:mc="http://schemas.openxmlformats.org/markup-compatibility/2006" xmlns:a14="http://schemas.microsoft.com/office/drawing/2010/main">
        <mc:Choice Requires="a14">
          <p:sp>
            <p:nvSpPr>
              <p:cNvPr id="88" name="テキスト ボックス 87">
                <a:extLst>
                  <a:ext uri="{FF2B5EF4-FFF2-40B4-BE49-F238E27FC236}">
                    <a16:creationId xmlns:a16="http://schemas.microsoft.com/office/drawing/2014/main" id="{4DC67AC3-2810-0FDE-21BE-E4ECFEC26391}"/>
                  </a:ext>
                </a:extLst>
              </p:cNvPr>
              <p:cNvSpPr txBox="1"/>
              <p:nvPr/>
            </p:nvSpPr>
            <p:spPr>
              <a:xfrm>
                <a:off x="336551" y="2380139"/>
                <a:ext cx="562403" cy="400110"/>
              </a:xfrm>
              <a:prstGeom prst="rect">
                <a:avLst/>
              </a:prstGeom>
              <a:noFill/>
            </p:spPr>
            <p:txBody>
              <a:bodyPr wrap="square">
                <a:spAutoFit/>
              </a:bodyPr>
              <a:lstStyle/>
              <a:p>
                <a:pPr/>
                <a14:m>
                  <m:oMathPara xmlns:m="http://schemas.openxmlformats.org/officeDocument/2006/math">
                    <m:oMath>
                      <m:sSub>
                        <m:sSubPr>
                          <m:ctrlPr>
                            <a:rPr lang="en-US" altLang="ja-JP" sz="2000" b="0" i="1" smtClean="0">
                              <a:solidFill>
                                <a:schemeClr val="tx1">
                                  <a:lumMod val="90000"/>
                                  <a:lumOff val="10000"/>
                                </a:schemeClr>
                              </a:solidFill>
                              <a:latin typeface="Cambria Math" panose="02040503050406030204" pitchFamily="18" charset="0"/>
                            </a:rPr>
                          </m:ctrlPr>
                        </m:sSubPr>
                        <m:e>
                          <m:r>
                            <a:rPr lang="en-US" altLang="ja-JP" sz="2000" b="0" i="1" smtClean="0">
                              <a:solidFill>
                                <a:schemeClr val="tx1">
                                  <a:lumMod val="90000"/>
                                  <a:lumOff val="10000"/>
                                </a:schemeClr>
                              </a:solidFill>
                              <a:latin typeface="Cambria Math" panose="02040503050406030204" pitchFamily="18" charset="0"/>
                            </a:rPr>
                            <m:t>𝑥</m:t>
                          </m:r>
                        </m:e>
                        <m:sub>
                          <m:r>
                            <a:rPr lang="en-US" altLang="ja-JP" sz="2000" i="1">
                              <a:solidFill>
                                <a:schemeClr val="tx1">
                                  <a:lumMod val="90000"/>
                                  <a:lumOff val="10000"/>
                                </a:schemeClr>
                              </a:solidFill>
                              <a:latin typeface="Cambria Math" panose="02040503050406030204" pitchFamily="18" charset="0"/>
                            </a:rPr>
                            <m:t>𝑛</m:t>
                          </m:r>
                        </m:sub>
                      </m:sSub>
                    </m:oMath>
                  </m:oMathPara>
                </a14:m>
                <a:endParaRPr lang="ja-JP" altLang="en-US" sz="2000" dirty="0"/>
              </a:p>
            </p:txBody>
          </p:sp>
        </mc:Choice>
        <mc:Fallback xmlns="">
          <p:sp>
            <p:nvSpPr>
              <p:cNvPr id="88" name="テキスト ボックス 87">
                <a:extLst>
                  <a:ext uri="{FF2B5EF4-FFF2-40B4-BE49-F238E27FC236}">
                    <a16:creationId xmlns:a16="http://schemas.microsoft.com/office/drawing/2014/main" id="{4DC67AC3-2810-0FDE-21BE-E4ECFEC26391}"/>
                  </a:ext>
                </a:extLst>
              </p:cNvPr>
              <p:cNvSpPr txBox="1">
                <a:spLocks noRot="1" noChangeAspect="1" noMove="1" noResize="1" noEditPoints="1" noAdjustHandles="1" noChangeArrowheads="1" noChangeShapeType="1" noTextEdit="1"/>
              </p:cNvSpPr>
              <p:nvPr/>
            </p:nvSpPr>
            <p:spPr>
              <a:xfrm>
                <a:off x="336551" y="2380139"/>
                <a:ext cx="562403" cy="400110"/>
              </a:xfrm>
              <a:prstGeom prst="rect">
                <a:avLst/>
              </a:prstGeom>
              <a:blipFill>
                <a:blip r:embed="rId4"/>
                <a:stretch>
                  <a:fillRect/>
                </a:stretch>
              </a:blipFill>
            </p:spPr>
            <p:txBody>
              <a:bodyPr/>
              <a:lstStyle/>
              <a:p>
                <a:r>
                  <a:rPr lang="ja-JP" altLang="en-US">
                    <a:noFill/>
                  </a:rPr>
                  <a:t> </a:t>
                </a:r>
              </a:p>
            </p:txBody>
          </p:sp>
        </mc:Fallback>
      </mc:AlternateContent>
      <p:sp>
        <p:nvSpPr>
          <p:cNvPr id="94" name="テキスト ボックス 93">
            <a:extLst>
              <a:ext uri="{FF2B5EF4-FFF2-40B4-BE49-F238E27FC236}">
                <a16:creationId xmlns:a16="http://schemas.microsoft.com/office/drawing/2014/main" id="{8DA74D00-5AD9-0008-A8A2-DBE61F6A52EB}"/>
              </a:ext>
            </a:extLst>
          </p:cNvPr>
          <p:cNvSpPr txBox="1"/>
          <p:nvPr/>
        </p:nvSpPr>
        <p:spPr>
          <a:xfrm>
            <a:off x="6195060" y="1179039"/>
            <a:ext cx="5857694" cy="830997"/>
          </a:xfrm>
          <a:prstGeom prst="rect">
            <a:avLst/>
          </a:prstGeom>
          <a:noFill/>
        </p:spPr>
        <p:txBody>
          <a:bodyPr wrap="none" rtlCol="0">
            <a:spAutoFit/>
          </a:bodyPr>
          <a:lstStyle/>
          <a:p>
            <a:pPr algn="l"/>
            <a:r>
              <a:rPr kumimoji="1" lang="ja-JP" altLang="en-US" sz="2400" dirty="0">
                <a:solidFill>
                  <a:schemeClr val="tx1">
                    <a:lumMod val="90000"/>
                    <a:lumOff val="10000"/>
                  </a:schemeClr>
                </a:solidFill>
              </a:rPr>
              <a:t>量子化誤差の微分が</a:t>
            </a:r>
            <a:r>
              <a:rPr kumimoji="1" lang="en-US" altLang="ja-JP" sz="2400" dirty="0">
                <a:solidFill>
                  <a:schemeClr val="tx1">
                    <a:lumMod val="90000"/>
                    <a:lumOff val="10000"/>
                  </a:schemeClr>
                </a:solidFill>
              </a:rPr>
              <a:t>LPF</a:t>
            </a:r>
            <a:r>
              <a:rPr kumimoji="1" lang="ja-JP" altLang="en-US" sz="2400" dirty="0">
                <a:solidFill>
                  <a:schemeClr val="tx1">
                    <a:lumMod val="90000"/>
                    <a:lumOff val="10000"/>
                  </a:schemeClr>
                </a:solidFill>
              </a:rPr>
              <a:t>で削れる？</a:t>
            </a:r>
            <a:endParaRPr kumimoji="1" lang="en-US" altLang="ja-JP" sz="2400" dirty="0">
              <a:solidFill>
                <a:schemeClr val="tx1">
                  <a:lumMod val="90000"/>
                  <a:lumOff val="10000"/>
                </a:schemeClr>
              </a:solidFill>
            </a:endParaRPr>
          </a:p>
          <a:p>
            <a:pPr algn="l"/>
            <a:r>
              <a:rPr kumimoji="1" lang="ja-JP" altLang="en-US" sz="2400" dirty="0">
                <a:solidFill>
                  <a:schemeClr val="tx1">
                    <a:lumMod val="90000"/>
                    <a:lumOff val="10000"/>
                  </a:schemeClr>
                </a:solidFill>
              </a:rPr>
              <a:t>量子化誤差は周波数軸に一様に分布する。</a:t>
            </a:r>
          </a:p>
        </p:txBody>
      </p:sp>
      <p:cxnSp>
        <p:nvCxnSpPr>
          <p:cNvPr id="96" name="直線コネクタ 95">
            <a:extLst>
              <a:ext uri="{FF2B5EF4-FFF2-40B4-BE49-F238E27FC236}">
                <a16:creationId xmlns:a16="http://schemas.microsoft.com/office/drawing/2014/main" id="{1E42272E-0F1B-C3CF-29B6-DCB28E5C6840}"/>
              </a:ext>
            </a:extLst>
          </p:cNvPr>
          <p:cNvCxnSpPr>
            <a:cxnSpLocks/>
          </p:cNvCxnSpPr>
          <p:nvPr/>
        </p:nvCxnSpPr>
        <p:spPr>
          <a:xfrm flipH="1" flipV="1">
            <a:off x="4671499" y="2882464"/>
            <a:ext cx="51002" cy="472712"/>
          </a:xfrm>
          <a:prstGeom prst="line">
            <a:avLst/>
          </a:pr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97" name="テキスト ボックス 96">
            <a:extLst>
              <a:ext uri="{FF2B5EF4-FFF2-40B4-BE49-F238E27FC236}">
                <a16:creationId xmlns:a16="http://schemas.microsoft.com/office/drawing/2014/main" id="{276B39D8-EA90-D2C3-23EF-D446CE916210}"/>
              </a:ext>
            </a:extLst>
          </p:cNvPr>
          <p:cNvSpPr txBox="1"/>
          <p:nvPr/>
        </p:nvSpPr>
        <p:spPr>
          <a:xfrm>
            <a:off x="3328334" y="3390913"/>
            <a:ext cx="2542684" cy="461665"/>
          </a:xfrm>
          <a:prstGeom prst="rect">
            <a:avLst/>
          </a:prstGeom>
          <a:noFill/>
        </p:spPr>
        <p:txBody>
          <a:bodyPr wrap="none" rtlCol="0">
            <a:spAutoFit/>
          </a:bodyPr>
          <a:lstStyle/>
          <a:p>
            <a:pPr algn="l"/>
            <a:r>
              <a:rPr kumimoji="1" lang="ja-JP" altLang="en-US" sz="2400" dirty="0">
                <a:solidFill>
                  <a:schemeClr val="tx1">
                    <a:lumMod val="90000"/>
                    <a:lumOff val="10000"/>
                  </a:schemeClr>
                </a:solidFill>
              </a:rPr>
              <a:t>ローパスフィルタ</a:t>
            </a:r>
          </a:p>
        </p:txBody>
      </p:sp>
      <p:cxnSp>
        <p:nvCxnSpPr>
          <p:cNvPr id="99" name="直線矢印コネクタ 98">
            <a:extLst>
              <a:ext uri="{FF2B5EF4-FFF2-40B4-BE49-F238E27FC236}">
                <a16:creationId xmlns:a16="http://schemas.microsoft.com/office/drawing/2014/main" id="{6089A7A0-B95C-CC66-4741-19AA323C0A4E}"/>
              </a:ext>
            </a:extLst>
          </p:cNvPr>
          <p:cNvCxnSpPr/>
          <p:nvPr/>
        </p:nvCxnSpPr>
        <p:spPr>
          <a:xfrm>
            <a:off x="6359174" y="3119133"/>
            <a:ext cx="1494430"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01" name="直線コネクタ 100">
            <a:extLst>
              <a:ext uri="{FF2B5EF4-FFF2-40B4-BE49-F238E27FC236}">
                <a16:creationId xmlns:a16="http://schemas.microsoft.com/office/drawing/2014/main" id="{B8CCC749-241D-8E98-FF1C-945617C31D1B}"/>
              </a:ext>
            </a:extLst>
          </p:cNvPr>
          <p:cNvCxnSpPr>
            <a:cxnSpLocks/>
          </p:cNvCxnSpPr>
          <p:nvPr/>
        </p:nvCxnSpPr>
        <p:spPr>
          <a:xfrm flipV="1">
            <a:off x="6477000" y="2146300"/>
            <a:ext cx="0" cy="1112520"/>
          </a:xfrm>
          <a:prstGeom prst="line">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04" name="直線コネクタ 103">
            <a:extLst>
              <a:ext uri="{FF2B5EF4-FFF2-40B4-BE49-F238E27FC236}">
                <a16:creationId xmlns:a16="http://schemas.microsoft.com/office/drawing/2014/main" id="{17C9F1A5-64A7-1F39-0593-245AA867A54D}"/>
              </a:ext>
            </a:extLst>
          </p:cNvPr>
          <p:cNvCxnSpPr/>
          <p:nvPr/>
        </p:nvCxnSpPr>
        <p:spPr>
          <a:xfrm>
            <a:off x="6477000" y="2806530"/>
            <a:ext cx="1328420" cy="0"/>
          </a:xfrm>
          <a:prstGeom prst="line">
            <a:avLst/>
          </a:prstGeom>
          <a:ln w="1905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105" name="テキスト ボックス 104">
            <a:extLst>
              <a:ext uri="{FF2B5EF4-FFF2-40B4-BE49-F238E27FC236}">
                <a16:creationId xmlns:a16="http://schemas.microsoft.com/office/drawing/2014/main" id="{23AE7F0E-2DCD-C20A-3DC0-EDA8D5639B98}"/>
              </a:ext>
            </a:extLst>
          </p:cNvPr>
          <p:cNvSpPr txBox="1"/>
          <p:nvPr/>
        </p:nvSpPr>
        <p:spPr>
          <a:xfrm>
            <a:off x="6842137" y="3120320"/>
            <a:ext cx="646331" cy="276999"/>
          </a:xfrm>
          <a:prstGeom prst="rect">
            <a:avLst/>
          </a:prstGeom>
          <a:noFill/>
        </p:spPr>
        <p:txBody>
          <a:bodyPr wrap="none" rtlCol="0">
            <a:spAutoFit/>
          </a:bodyPr>
          <a:lstStyle/>
          <a:p>
            <a:pPr algn="l"/>
            <a:r>
              <a:rPr kumimoji="1" lang="ja-JP" altLang="en-US" sz="1200">
                <a:solidFill>
                  <a:schemeClr val="tx1">
                    <a:lumMod val="90000"/>
                    <a:lumOff val="10000"/>
                  </a:schemeClr>
                </a:solidFill>
              </a:rPr>
              <a:t>周波数</a:t>
            </a:r>
            <a:endParaRPr kumimoji="1" lang="ja-JP" altLang="en-US" sz="1200" dirty="0">
              <a:solidFill>
                <a:schemeClr val="tx1">
                  <a:lumMod val="90000"/>
                  <a:lumOff val="10000"/>
                </a:schemeClr>
              </a:solidFill>
            </a:endParaRPr>
          </a:p>
        </p:txBody>
      </p:sp>
      <p:sp>
        <p:nvSpPr>
          <p:cNvPr id="106" name="テキスト ボックス 105">
            <a:extLst>
              <a:ext uri="{FF2B5EF4-FFF2-40B4-BE49-F238E27FC236}">
                <a16:creationId xmlns:a16="http://schemas.microsoft.com/office/drawing/2014/main" id="{EFE89358-2CFE-04E2-C8F2-88211901A901}"/>
              </a:ext>
            </a:extLst>
          </p:cNvPr>
          <p:cNvSpPr txBox="1"/>
          <p:nvPr/>
        </p:nvSpPr>
        <p:spPr>
          <a:xfrm rot="16200000">
            <a:off x="6074127" y="2537576"/>
            <a:ext cx="492443" cy="276999"/>
          </a:xfrm>
          <a:prstGeom prst="rect">
            <a:avLst/>
          </a:prstGeom>
          <a:noFill/>
        </p:spPr>
        <p:txBody>
          <a:bodyPr wrap="none" rtlCol="0">
            <a:spAutoFit/>
          </a:bodyPr>
          <a:lstStyle/>
          <a:p>
            <a:pPr algn="l"/>
            <a:r>
              <a:rPr kumimoji="1" lang="ja-JP" altLang="en-US" sz="1200" dirty="0">
                <a:solidFill>
                  <a:schemeClr val="tx1">
                    <a:lumMod val="90000"/>
                    <a:lumOff val="10000"/>
                  </a:schemeClr>
                </a:solidFill>
              </a:rPr>
              <a:t>強度</a:t>
            </a:r>
          </a:p>
        </p:txBody>
      </p:sp>
      <p:sp>
        <p:nvSpPr>
          <p:cNvPr id="107" name="矢印: 右 106">
            <a:extLst>
              <a:ext uri="{FF2B5EF4-FFF2-40B4-BE49-F238E27FC236}">
                <a16:creationId xmlns:a16="http://schemas.microsoft.com/office/drawing/2014/main" id="{F523FD0B-33A4-B31C-31E0-A3768D065E8A}"/>
              </a:ext>
            </a:extLst>
          </p:cNvPr>
          <p:cNvSpPr/>
          <p:nvPr/>
        </p:nvSpPr>
        <p:spPr>
          <a:xfrm>
            <a:off x="8070907" y="2537933"/>
            <a:ext cx="1414523" cy="48463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8" name="正方形/長方形 107">
            <a:extLst>
              <a:ext uri="{FF2B5EF4-FFF2-40B4-BE49-F238E27FC236}">
                <a16:creationId xmlns:a16="http://schemas.microsoft.com/office/drawing/2014/main" id="{8CAB37E7-CFF6-C9D7-029C-8DE31373A092}"/>
              </a:ext>
            </a:extLst>
          </p:cNvPr>
          <p:cNvSpPr/>
          <p:nvPr/>
        </p:nvSpPr>
        <p:spPr>
          <a:xfrm>
            <a:off x="8300085" y="2577653"/>
            <a:ext cx="705663" cy="431166"/>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kumimoji="1" lang="ja-JP" altLang="en-US" dirty="0"/>
              <a:t>微分</a:t>
            </a:r>
          </a:p>
        </p:txBody>
      </p:sp>
      <p:cxnSp>
        <p:nvCxnSpPr>
          <p:cNvPr id="109" name="直線矢印コネクタ 108">
            <a:extLst>
              <a:ext uri="{FF2B5EF4-FFF2-40B4-BE49-F238E27FC236}">
                <a16:creationId xmlns:a16="http://schemas.microsoft.com/office/drawing/2014/main" id="{22C74500-73E0-8A4D-2264-59909168F33F}"/>
              </a:ext>
            </a:extLst>
          </p:cNvPr>
          <p:cNvCxnSpPr/>
          <p:nvPr/>
        </p:nvCxnSpPr>
        <p:spPr>
          <a:xfrm>
            <a:off x="9734360" y="3119133"/>
            <a:ext cx="1494430"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10" name="直線コネクタ 109">
            <a:extLst>
              <a:ext uri="{FF2B5EF4-FFF2-40B4-BE49-F238E27FC236}">
                <a16:creationId xmlns:a16="http://schemas.microsoft.com/office/drawing/2014/main" id="{8F87CB8D-E831-EA3C-89A3-46A9F882AADA}"/>
              </a:ext>
            </a:extLst>
          </p:cNvPr>
          <p:cNvCxnSpPr>
            <a:cxnSpLocks/>
          </p:cNvCxnSpPr>
          <p:nvPr/>
        </p:nvCxnSpPr>
        <p:spPr>
          <a:xfrm flipV="1">
            <a:off x="9852186" y="2146300"/>
            <a:ext cx="0" cy="1112520"/>
          </a:xfrm>
          <a:prstGeom prst="line">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11" name="直線コネクタ 110">
            <a:extLst>
              <a:ext uri="{FF2B5EF4-FFF2-40B4-BE49-F238E27FC236}">
                <a16:creationId xmlns:a16="http://schemas.microsoft.com/office/drawing/2014/main" id="{824391A4-580B-416C-819C-F0C47FBD081B}"/>
              </a:ext>
            </a:extLst>
          </p:cNvPr>
          <p:cNvCxnSpPr>
            <a:cxnSpLocks/>
          </p:cNvCxnSpPr>
          <p:nvPr/>
        </p:nvCxnSpPr>
        <p:spPr>
          <a:xfrm flipV="1">
            <a:off x="9970013" y="2557748"/>
            <a:ext cx="1158769" cy="560792"/>
          </a:xfrm>
          <a:prstGeom prst="line">
            <a:avLst/>
          </a:prstGeom>
          <a:ln w="1905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112" name="テキスト ボックス 111">
            <a:extLst>
              <a:ext uri="{FF2B5EF4-FFF2-40B4-BE49-F238E27FC236}">
                <a16:creationId xmlns:a16="http://schemas.microsoft.com/office/drawing/2014/main" id="{E1C20A4D-CC29-4876-1374-C7469E1E002A}"/>
              </a:ext>
            </a:extLst>
          </p:cNvPr>
          <p:cNvSpPr txBox="1"/>
          <p:nvPr/>
        </p:nvSpPr>
        <p:spPr>
          <a:xfrm>
            <a:off x="10217323" y="3120320"/>
            <a:ext cx="646331" cy="276999"/>
          </a:xfrm>
          <a:prstGeom prst="rect">
            <a:avLst/>
          </a:prstGeom>
          <a:noFill/>
        </p:spPr>
        <p:txBody>
          <a:bodyPr wrap="none" rtlCol="0">
            <a:spAutoFit/>
          </a:bodyPr>
          <a:lstStyle/>
          <a:p>
            <a:pPr algn="l"/>
            <a:r>
              <a:rPr kumimoji="1" lang="ja-JP" altLang="en-US" sz="1200">
                <a:solidFill>
                  <a:schemeClr val="tx1">
                    <a:lumMod val="90000"/>
                    <a:lumOff val="10000"/>
                  </a:schemeClr>
                </a:solidFill>
              </a:rPr>
              <a:t>周波数</a:t>
            </a:r>
            <a:endParaRPr kumimoji="1" lang="ja-JP" altLang="en-US" sz="1200" dirty="0">
              <a:solidFill>
                <a:schemeClr val="tx1">
                  <a:lumMod val="90000"/>
                  <a:lumOff val="10000"/>
                </a:schemeClr>
              </a:solidFill>
            </a:endParaRPr>
          </a:p>
        </p:txBody>
      </p:sp>
      <p:sp>
        <p:nvSpPr>
          <p:cNvPr id="113" name="テキスト ボックス 112">
            <a:extLst>
              <a:ext uri="{FF2B5EF4-FFF2-40B4-BE49-F238E27FC236}">
                <a16:creationId xmlns:a16="http://schemas.microsoft.com/office/drawing/2014/main" id="{DC015B73-4E8B-79C2-15DF-CEBA7D72E4C5}"/>
              </a:ext>
            </a:extLst>
          </p:cNvPr>
          <p:cNvSpPr txBox="1"/>
          <p:nvPr/>
        </p:nvSpPr>
        <p:spPr>
          <a:xfrm rot="16200000">
            <a:off x="9449313" y="2537576"/>
            <a:ext cx="492443" cy="276999"/>
          </a:xfrm>
          <a:prstGeom prst="rect">
            <a:avLst/>
          </a:prstGeom>
          <a:noFill/>
        </p:spPr>
        <p:txBody>
          <a:bodyPr wrap="none" rtlCol="0">
            <a:spAutoFit/>
          </a:bodyPr>
          <a:lstStyle/>
          <a:p>
            <a:pPr algn="l"/>
            <a:r>
              <a:rPr kumimoji="1" lang="ja-JP" altLang="en-US" sz="1200" dirty="0">
                <a:solidFill>
                  <a:schemeClr val="tx1">
                    <a:lumMod val="90000"/>
                    <a:lumOff val="10000"/>
                  </a:schemeClr>
                </a:solidFill>
              </a:rPr>
              <a:t>強度</a:t>
            </a:r>
          </a:p>
        </p:txBody>
      </p:sp>
      <mc:AlternateContent xmlns:mc="http://schemas.openxmlformats.org/markup-compatibility/2006" xmlns:a14="http://schemas.microsoft.com/office/drawing/2010/main">
        <mc:Choice Requires="a14">
          <p:sp>
            <p:nvSpPr>
              <p:cNvPr id="116" name="テキスト ボックス 115">
                <a:extLst>
                  <a:ext uri="{FF2B5EF4-FFF2-40B4-BE49-F238E27FC236}">
                    <a16:creationId xmlns:a16="http://schemas.microsoft.com/office/drawing/2014/main" id="{E2713D1E-67B3-F359-62B9-97EF21D244F9}"/>
                  </a:ext>
                </a:extLst>
              </p:cNvPr>
              <p:cNvSpPr txBox="1"/>
              <p:nvPr/>
            </p:nvSpPr>
            <p:spPr>
              <a:xfrm>
                <a:off x="6195060" y="3621745"/>
                <a:ext cx="5820341" cy="2749471"/>
              </a:xfrm>
              <a:prstGeom prst="rect">
                <a:avLst/>
              </a:prstGeom>
              <a:noFill/>
            </p:spPr>
            <p:txBody>
              <a:bodyPr wrap="square" rtlCol="0">
                <a:spAutoFit/>
              </a:bodyPr>
              <a:lstStyle/>
              <a:p>
                <a:pPr algn="l"/>
                <a:r>
                  <a:rPr kumimoji="1" lang="ja-JP" altLang="en-US" sz="2400" dirty="0">
                    <a:solidFill>
                      <a:schemeClr val="tx1">
                        <a:lumMod val="90000"/>
                        <a:lumOff val="10000"/>
                      </a:schemeClr>
                    </a:solidFill>
                  </a:rPr>
                  <a:t>ある信号</a:t>
                </a:r>
                <a14:m>
                  <m:oMath xmlns:m="http://schemas.openxmlformats.org/officeDocument/2006/math">
                    <m:r>
                      <a:rPr kumimoji="1" lang="en-US" altLang="ja-JP" sz="2400" b="0" i="1" smtClean="0">
                        <a:solidFill>
                          <a:schemeClr val="tx1">
                            <a:lumMod val="90000"/>
                            <a:lumOff val="10000"/>
                          </a:schemeClr>
                        </a:solidFill>
                        <a:latin typeface="Cambria Math" panose="02040503050406030204" pitchFamily="18" charset="0"/>
                      </a:rPr>
                      <m:t>𝑠</m:t>
                    </m:r>
                    <m:d>
                      <m:dPr>
                        <m:ctrlPr>
                          <a:rPr kumimoji="1" lang="en-US" altLang="ja-JP" sz="2400" b="0" i="1" smtClean="0">
                            <a:solidFill>
                              <a:schemeClr val="tx1">
                                <a:lumMod val="90000"/>
                                <a:lumOff val="10000"/>
                              </a:schemeClr>
                            </a:solidFill>
                            <a:latin typeface="Cambria Math" panose="02040503050406030204" pitchFamily="18" charset="0"/>
                          </a:rPr>
                        </m:ctrlPr>
                      </m:dPr>
                      <m:e>
                        <m:r>
                          <a:rPr kumimoji="1" lang="en-US" altLang="ja-JP" sz="2400" b="0" i="1" smtClean="0">
                            <a:solidFill>
                              <a:schemeClr val="tx1">
                                <a:lumMod val="90000"/>
                                <a:lumOff val="10000"/>
                              </a:schemeClr>
                            </a:solidFill>
                            <a:latin typeface="Cambria Math" panose="02040503050406030204" pitchFamily="18" charset="0"/>
                          </a:rPr>
                          <m:t>𝑓</m:t>
                        </m:r>
                      </m:e>
                    </m:d>
                    <m:r>
                      <a:rPr kumimoji="1" lang="en-US" altLang="ja-JP" sz="2400" b="0" i="1" smtClean="0">
                        <a:solidFill>
                          <a:schemeClr val="tx1">
                            <a:lumMod val="90000"/>
                            <a:lumOff val="10000"/>
                          </a:schemeClr>
                        </a:solidFill>
                        <a:latin typeface="Cambria Math" panose="02040503050406030204" pitchFamily="18" charset="0"/>
                      </a:rPr>
                      <m:t>=</m:t>
                    </m:r>
                    <m:r>
                      <m:rPr>
                        <m:sty m:val="p"/>
                      </m:rPr>
                      <a:rPr kumimoji="1" lang="en-US" altLang="ja-JP" sz="2400" b="0" i="0" smtClean="0">
                        <a:solidFill>
                          <a:schemeClr val="tx1">
                            <a:lumMod val="90000"/>
                            <a:lumOff val="10000"/>
                          </a:schemeClr>
                        </a:solidFill>
                        <a:latin typeface="Cambria Math" panose="02040503050406030204" pitchFamily="18" charset="0"/>
                      </a:rPr>
                      <m:t>sin</m:t>
                    </m:r>
                    <m:r>
                      <a:rPr kumimoji="1" lang="en-US" altLang="ja-JP" sz="2400" b="0" i="1" smtClean="0">
                        <a:solidFill>
                          <a:schemeClr val="tx1">
                            <a:lumMod val="90000"/>
                            <a:lumOff val="10000"/>
                          </a:schemeClr>
                        </a:solidFill>
                        <a:latin typeface="Cambria Math" panose="02040503050406030204" pitchFamily="18" charset="0"/>
                      </a:rPr>
                      <m:t>⁡(2</m:t>
                    </m:r>
                    <m:r>
                      <a:rPr kumimoji="1" lang="en-US" altLang="ja-JP" sz="2400" b="0" i="1" smtClean="0">
                        <a:solidFill>
                          <a:schemeClr val="tx1">
                            <a:lumMod val="90000"/>
                            <a:lumOff val="10000"/>
                          </a:schemeClr>
                        </a:solidFill>
                        <a:latin typeface="Cambria Math" panose="02040503050406030204" pitchFamily="18" charset="0"/>
                      </a:rPr>
                      <m:t>𝜋</m:t>
                    </m:r>
                    <m:r>
                      <a:rPr kumimoji="1" lang="en-US" altLang="ja-JP" sz="2400" b="0" i="1" smtClean="0">
                        <a:solidFill>
                          <a:schemeClr val="tx1">
                            <a:lumMod val="90000"/>
                            <a:lumOff val="10000"/>
                          </a:schemeClr>
                        </a:solidFill>
                        <a:latin typeface="Cambria Math" panose="02040503050406030204" pitchFamily="18" charset="0"/>
                      </a:rPr>
                      <m:t>𝑓𝑡</m:t>
                    </m:r>
                    <m:r>
                      <a:rPr kumimoji="1" lang="en-US" altLang="ja-JP" sz="2400" b="0" i="1" smtClean="0">
                        <a:solidFill>
                          <a:schemeClr val="tx1">
                            <a:lumMod val="90000"/>
                            <a:lumOff val="10000"/>
                          </a:schemeClr>
                        </a:solidFill>
                        <a:latin typeface="Cambria Math" panose="02040503050406030204" pitchFamily="18" charset="0"/>
                      </a:rPr>
                      <m:t>)</m:t>
                    </m:r>
                  </m:oMath>
                </a14:m>
                <a:r>
                  <a:rPr kumimoji="1" lang="ja-JP" altLang="en-US" sz="2400" dirty="0">
                    <a:solidFill>
                      <a:schemeClr val="tx1">
                        <a:lumMod val="90000"/>
                        <a:lumOff val="10000"/>
                      </a:schemeClr>
                    </a:solidFill>
                  </a:rPr>
                  <a:t>の微分</a:t>
                </a:r>
                <a:r>
                  <a:rPr lang="ja-JP" altLang="en-US" sz="2400" dirty="0">
                    <a:solidFill>
                      <a:schemeClr val="tx1">
                        <a:lumMod val="90000"/>
                        <a:lumOff val="10000"/>
                      </a:schemeClr>
                    </a:solidFill>
                  </a:rPr>
                  <a:t>は</a:t>
                </a:r>
                <a:endParaRPr lang="en-US" altLang="ja-JP" sz="2400" dirty="0">
                  <a:solidFill>
                    <a:schemeClr val="tx1">
                      <a:lumMod val="90000"/>
                      <a:lumOff val="10000"/>
                    </a:schemeClr>
                  </a:solidFill>
                </a:endParaRPr>
              </a:p>
              <a:p>
                <a:pPr algn="l"/>
                <a14:m>
                  <m:oMathPara xmlns:m="http://schemas.openxmlformats.org/officeDocument/2006/math">
                    <m:oMath>
                      <m:box>
                        <m:boxPr>
                          <m:ctrlPr>
                            <a:rPr lang="en-US" altLang="ja-JP" sz="2400" b="0" i="1" smtClean="0">
                              <a:solidFill>
                                <a:schemeClr val="tx1">
                                  <a:lumMod val="90000"/>
                                  <a:lumOff val="10000"/>
                                </a:schemeClr>
                              </a:solidFill>
                              <a:latin typeface="Cambria Math" panose="02040503050406030204" pitchFamily="18" charset="0"/>
                            </a:rPr>
                          </m:ctrlPr>
                        </m:boxPr>
                        <m:e>
                          <m:f>
                            <m:fPr>
                              <m:ctrlPr>
                                <a:rPr lang="en-US" altLang="ja-JP" sz="2400" b="0" i="1" smtClean="0">
                                  <a:solidFill>
                                    <a:schemeClr val="tx1">
                                      <a:lumMod val="90000"/>
                                      <a:lumOff val="10000"/>
                                    </a:schemeClr>
                                  </a:solidFill>
                                  <a:latin typeface="Cambria Math" panose="02040503050406030204" pitchFamily="18" charset="0"/>
                                </a:rPr>
                              </m:ctrlPr>
                            </m:fPr>
                            <m:num>
                              <m:r>
                                <a:rPr lang="en-US" altLang="ja-JP" sz="2400" b="0" i="1" smtClean="0">
                                  <a:solidFill>
                                    <a:schemeClr val="tx1">
                                      <a:lumMod val="90000"/>
                                      <a:lumOff val="10000"/>
                                    </a:schemeClr>
                                  </a:solidFill>
                                  <a:latin typeface="Cambria Math" panose="02040503050406030204" pitchFamily="18" charset="0"/>
                                </a:rPr>
                                <m:t>𝑑𝑠</m:t>
                              </m:r>
                            </m:num>
                            <m:den>
                              <m:r>
                                <a:rPr lang="en-US" altLang="ja-JP" sz="2400" b="0" i="1" smtClean="0">
                                  <a:solidFill>
                                    <a:schemeClr val="tx1">
                                      <a:lumMod val="90000"/>
                                      <a:lumOff val="10000"/>
                                    </a:schemeClr>
                                  </a:solidFill>
                                  <a:latin typeface="Cambria Math" panose="02040503050406030204" pitchFamily="18" charset="0"/>
                                </a:rPr>
                                <m:t>𝑑𝑡</m:t>
                              </m:r>
                            </m:den>
                          </m:f>
                          <m:r>
                            <a:rPr lang="en-US" altLang="ja-JP" sz="2400" b="0" i="1" smtClean="0">
                              <a:solidFill>
                                <a:schemeClr val="tx1">
                                  <a:lumMod val="90000"/>
                                  <a:lumOff val="10000"/>
                                </a:schemeClr>
                              </a:solidFill>
                              <a:latin typeface="Cambria Math" panose="02040503050406030204" pitchFamily="18" charset="0"/>
                            </a:rPr>
                            <m:t>=2</m:t>
                          </m:r>
                          <m:r>
                            <a:rPr lang="en-US" altLang="ja-JP" sz="2400" b="0" i="1" smtClean="0">
                              <a:solidFill>
                                <a:schemeClr val="tx1">
                                  <a:lumMod val="90000"/>
                                  <a:lumOff val="10000"/>
                                </a:schemeClr>
                              </a:solidFill>
                              <a:latin typeface="Cambria Math" panose="02040503050406030204" pitchFamily="18" charset="0"/>
                            </a:rPr>
                            <m:t>𝜋</m:t>
                          </m:r>
                          <m:r>
                            <a:rPr lang="en-US" altLang="ja-JP" sz="2400" b="0" i="1" smtClean="0">
                              <a:solidFill>
                                <a:schemeClr val="tx1">
                                  <a:lumMod val="90000"/>
                                  <a:lumOff val="10000"/>
                                </a:schemeClr>
                              </a:solidFill>
                              <a:latin typeface="Cambria Math" panose="02040503050406030204" pitchFamily="18" charset="0"/>
                            </a:rPr>
                            <m:t>𝑓</m:t>
                          </m:r>
                          <m:func>
                            <m:funcPr>
                              <m:ctrlPr>
                                <a:rPr lang="en-US" altLang="ja-JP" sz="2400" b="0" i="0" smtClean="0">
                                  <a:solidFill>
                                    <a:schemeClr val="tx1">
                                      <a:lumMod val="90000"/>
                                      <a:lumOff val="10000"/>
                                    </a:schemeClr>
                                  </a:solidFill>
                                  <a:latin typeface="Cambria Math" panose="02040503050406030204" pitchFamily="18" charset="0"/>
                                </a:rPr>
                              </m:ctrlPr>
                            </m:funcPr>
                            <m:fName>
                              <m:r>
                                <m:rPr>
                                  <m:sty m:val="p"/>
                                </m:rPr>
                                <a:rPr lang="en-US" altLang="ja-JP" sz="2400" b="0" i="0" smtClean="0">
                                  <a:solidFill>
                                    <a:schemeClr val="tx1">
                                      <a:lumMod val="90000"/>
                                      <a:lumOff val="10000"/>
                                    </a:schemeClr>
                                  </a:solidFill>
                                  <a:latin typeface="Cambria Math" panose="02040503050406030204" pitchFamily="18" charset="0"/>
                                </a:rPr>
                                <m:t>cos</m:t>
                              </m:r>
                            </m:fName>
                            <m:e>
                              <m:r>
                                <a:rPr lang="en-US" altLang="ja-JP" sz="2400" b="0" i="1" smtClean="0">
                                  <a:solidFill>
                                    <a:schemeClr val="tx1">
                                      <a:lumMod val="90000"/>
                                      <a:lumOff val="10000"/>
                                    </a:schemeClr>
                                  </a:solidFill>
                                  <a:latin typeface="Cambria Math" panose="02040503050406030204" pitchFamily="18" charset="0"/>
                                </a:rPr>
                                <m:t>(2</m:t>
                              </m:r>
                              <m:r>
                                <a:rPr lang="en-US" altLang="ja-JP" sz="2400" b="0" i="1" smtClean="0">
                                  <a:solidFill>
                                    <a:schemeClr val="tx1">
                                      <a:lumMod val="90000"/>
                                      <a:lumOff val="10000"/>
                                    </a:schemeClr>
                                  </a:solidFill>
                                  <a:latin typeface="Cambria Math" panose="02040503050406030204" pitchFamily="18" charset="0"/>
                                </a:rPr>
                                <m:t>𝜋</m:t>
                              </m:r>
                              <m:r>
                                <a:rPr lang="en-US" altLang="ja-JP" sz="2400" b="0" i="1" smtClean="0">
                                  <a:solidFill>
                                    <a:schemeClr val="tx1">
                                      <a:lumMod val="90000"/>
                                      <a:lumOff val="10000"/>
                                    </a:schemeClr>
                                  </a:solidFill>
                                  <a:latin typeface="Cambria Math" panose="02040503050406030204" pitchFamily="18" charset="0"/>
                                </a:rPr>
                                <m:t>𝑓𝑡</m:t>
                              </m:r>
                              <m:r>
                                <a:rPr lang="en-US" altLang="ja-JP" sz="2400" b="0" i="1" smtClean="0">
                                  <a:solidFill>
                                    <a:schemeClr val="tx1">
                                      <a:lumMod val="90000"/>
                                      <a:lumOff val="10000"/>
                                    </a:schemeClr>
                                  </a:solidFill>
                                  <a:latin typeface="Cambria Math" panose="02040503050406030204" pitchFamily="18" charset="0"/>
                                </a:rPr>
                                <m:t>)</m:t>
                              </m:r>
                            </m:e>
                          </m:func>
                        </m:e>
                      </m:box>
                    </m:oMath>
                  </m:oMathPara>
                </a14:m>
                <a:endParaRPr lang="en-US" altLang="ja-JP" sz="2400" dirty="0">
                  <a:solidFill>
                    <a:schemeClr val="tx1">
                      <a:lumMod val="90000"/>
                      <a:lumOff val="10000"/>
                    </a:schemeClr>
                  </a:solidFill>
                </a:endParaRPr>
              </a:p>
              <a:p>
                <a:pPr algn="l"/>
                <a:r>
                  <a:rPr lang="ja-JP" altLang="en-US" sz="2400" dirty="0">
                    <a:solidFill>
                      <a:schemeClr val="tx1">
                        <a:lumMod val="90000"/>
                        <a:lumOff val="10000"/>
                      </a:schemeClr>
                    </a:solidFill>
                  </a:rPr>
                  <a:t>となり、周波数が大きくなると強調される。</a:t>
                </a:r>
                <a:endParaRPr lang="en-US" altLang="ja-JP" sz="2400" dirty="0">
                  <a:solidFill>
                    <a:schemeClr val="tx1">
                      <a:lumMod val="90000"/>
                      <a:lumOff val="10000"/>
                    </a:schemeClr>
                  </a:solidFill>
                </a:endParaRPr>
              </a:p>
              <a:p>
                <a:pPr algn="l"/>
                <a:r>
                  <a:rPr lang="ja-JP" altLang="en-US" sz="2400" dirty="0">
                    <a:solidFill>
                      <a:schemeClr val="tx1">
                        <a:lumMod val="90000"/>
                        <a:lumOff val="10000"/>
                      </a:schemeClr>
                    </a:solidFill>
                  </a:rPr>
                  <a:t>一方で低域は小さくなるので、</a:t>
                </a:r>
                <a:r>
                  <a:rPr lang="en-US" altLang="ja-JP" sz="2400" dirty="0">
                    <a:solidFill>
                      <a:schemeClr val="tx1">
                        <a:lumMod val="90000"/>
                        <a:lumOff val="10000"/>
                      </a:schemeClr>
                    </a:solidFill>
                  </a:rPr>
                  <a:t>LPF</a:t>
                </a:r>
                <a:r>
                  <a:rPr lang="ja-JP" altLang="en-US" sz="2400" dirty="0">
                    <a:solidFill>
                      <a:schemeClr val="tx1">
                        <a:lumMod val="90000"/>
                        <a:lumOff val="10000"/>
                      </a:schemeClr>
                    </a:solidFill>
                  </a:rPr>
                  <a:t>で高周波のノイズ成分を落とせば低ノイズに信号を再生することができる。</a:t>
                </a:r>
                <a:endParaRPr lang="en-US" altLang="ja-JP" sz="2400" dirty="0">
                  <a:solidFill>
                    <a:schemeClr val="tx1">
                      <a:lumMod val="90000"/>
                      <a:lumOff val="10000"/>
                    </a:schemeClr>
                  </a:solidFill>
                </a:endParaRPr>
              </a:p>
              <a:p>
                <a:pPr algn="l"/>
                <a:r>
                  <a:rPr lang="ja-JP" altLang="en-US" sz="2400" dirty="0">
                    <a:solidFill>
                      <a:schemeClr val="tx1">
                        <a:lumMod val="90000"/>
                        <a:lumOff val="10000"/>
                      </a:schemeClr>
                    </a:solidFill>
                  </a:rPr>
                  <a:t>→これをノイズシェーピングという。</a:t>
                </a:r>
                <a:endParaRPr lang="en-US" altLang="ja-JP" sz="2400" dirty="0">
                  <a:solidFill>
                    <a:schemeClr val="tx1">
                      <a:lumMod val="90000"/>
                      <a:lumOff val="10000"/>
                    </a:schemeClr>
                  </a:solidFill>
                </a:endParaRPr>
              </a:p>
            </p:txBody>
          </p:sp>
        </mc:Choice>
        <mc:Fallback xmlns="">
          <p:sp>
            <p:nvSpPr>
              <p:cNvPr id="116" name="テキスト ボックス 115">
                <a:extLst>
                  <a:ext uri="{FF2B5EF4-FFF2-40B4-BE49-F238E27FC236}">
                    <a16:creationId xmlns:a16="http://schemas.microsoft.com/office/drawing/2014/main" id="{E2713D1E-67B3-F359-62B9-97EF21D244F9}"/>
                  </a:ext>
                </a:extLst>
              </p:cNvPr>
              <p:cNvSpPr txBox="1">
                <a:spLocks noRot="1" noChangeAspect="1" noMove="1" noResize="1" noEditPoints="1" noAdjustHandles="1" noChangeArrowheads="1" noChangeShapeType="1" noTextEdit="1"/>
              </p:cNvSpPr>
              <p:nvPr/>
            </p:nvSpPr>
            <p:spPr>
              <a:xfrm>
                <a:off x="6195060" y="3621745"/>
                <a:ext cx="5820341" cy="2749471"/>
              </a:xfrm>
              <a:prstGeom prst="rect">
                <a:avLst/>
              </a:prstGeom>
              <a:blipFill>
                <a:blip r:embed="rId5"/>
                <a:stretch>
                  <a:fillRect l="-1571" t="-2661" r="-2304" b="-4435"/>
                </a:stretch>
              </a:blipFill>
            </p:spPr>
            <p:txBody>
              <a:bodyPr/>
              <a:lstStyle/>
              <a:p>
                <a:r>
                  <a:rPr lang="ja-JP" altLang="en-US">
                    <a:noFill/>
                  </a:rPr>
                  <a:t> </a:t>
                </a:r>
              </a:p>
            </p:txBody>
          </p:sp>
        </mc:Fallback>
      </mc:AlternateContent>
      <p:sp>
        <p:nvSpPr>
          <p:cNvPr id="5" name="テキスト ボックス 4">
            <a:extLst>
              <a:ext uri="{FF2B5EF4-FFF2-40B4-BE49-F238E27FC236}">
                <a16:creationId xmlns:a16="http://schemas.microsoft.com/office/drawing/2014/main" id="{7BA67BF5-389A-154A-77C4-49A37571CEF2}"/>
              </a:ext>
            </a:extLst>
          </p:cNvPr>
          <p:cNvSpPr txBox="1"/>
          <p:nvPr/>
        </p:nvSpPr>
        <p:spPr>
          <a:xfrm>
            <a:off x="6549068" y="2056753"/>
            <a:ext cx="2018501" cy="338554"/>
          </a:xfrm>
          <a:prstGeom prst="rect">
            <a:avLst/>
          </a:prstGeom>
          <a:noFill/>
        </p:spPr>
        <p:txBody>
          <a:bodyPr wrap="none" rtlCol="0">
            <a:spAutoFit/>
          </a:bodyPr>
          <a:lstStyle/>
          <a:p>
            <a:pPr algn="l"/>
            <a:r>
              <a:rPr kumimoji="1" lang="ja-JP" altLang="en-US" sz="1600" dirty="0">
                <a:solidFill>
                  <a:schemeClr val="tx1">
                    <a:lumMod val="90000"/>
                    <a:lumOff val="10000"/>
                  </a:schemeClr>
                </a:solidFill>
              </a:rPr>
              <a:t>ノイズのスペクトラム</a:t>
            </a:r>
          </a:p>
        </p:txBody>
      </p:sp>
    </p:spTree>
    <p:extLst>
      <p:ext uri="{BB962C8B-B14F-4D97-AF65-F5344CB8AC3E}">
        <p14:creationId xmlns:p14="http://schemas.microsoft.com/office/powerpoint/2010/main" val="18519373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12EBA02-FFD6-EC91-1045-65556079D71B}"/>
              </a:ext>
            </a:extLst>
          </p:cNvPr>
          <p:cNvSpPr>
            <a:spLocks noGrp="1"/>
          </p:cNvSpPr>
          <p:nvPr>
            <p:ph type="title"/>
          </p:nvPr>
        </p:nvSpPr>
        <p:spPr/>
        <p:txBody>
          <a:bodyPr/>
          <a:lstStyle/>
          <a:p>
            <a:r>
              <a:rPr kumimoji="1" lang="en-US" altLang="ja-JP"/>
              <a:t>ΔΣ</a:t>
            </a:r>
            <a:r>
              <a:rPr kumimoji="1" lang="ja-JP" altLang="en-US"/>
              <a:t>変調のシミュレーション</a:t>
            </a:r>
          </a:p>
        </p:txBody>
      </p:sp>
      <p:sp>
        <p:nvSpPr>
          <p:cNvPr id="3" name="スライド番号プレースホルダー 2">
            <a:extLst>
              <a:ext uri="{FF2B5EF4-FFF2-40B4-BE49-F238E27FC236}">
                <a16:creationId xmlns:a16="http://schemas.microsoft.com/office/drawing/2014/main" id="{153C36C6-C1AD-45F9-A192-437FB02914B1}"/>
              </a:ext>
            </a:extLst>
          </p:cNvPr>
          <p:cNvSpPr>
            <a:spLocks noGrp="1"/>
          </p:cNvSpPr>
          <p:nvPr>
            <p:ph type="sldNum" sz="quarter" idx="12"/>
          </p:nvPr>
        </p:nvSpPr>
        <p:spPr/>
        <p:txBody>
          <a:bodyPr/>
          <a:lstStyle/>
          <a:p>
            <a:fld id="{336D103E-743F-4B05-B1B2-74D6FB9408BE}" type="slidenum">
              <a:rPr kumimoji="1" lang="ja-JP" altLang="en-US" smtClean="0"/>
              <a:t>29</a:t>
            </a:fld>
            <a:endParaRPr kumimoji="1" lang="ja-JP" altLang="en-US"/>
          </a:p>
        </p:txBody>
      </p:sp>
      <p:sp>
        <p:nvSpPr>
          <p:cNvPr id="4" name="テキスト ボックス 3">
            <a:extLst>
              <a:ext uri="{FF2B5EF4-FFF2-40B4-BE49-F238E27FC236}">
                <a16:creationId xmlns:a16="http://schemas.microsoft.com/office/drawing/2014/main" id="{84C7AB6E-21E1-36B8-5C32-22279FC350FD}"/>
              </a:ext>
            </a:extLst>
          </p:cNvPr>
          <p:cNvSpPr txBox="1"/>
          <p:nvPr/>
        </p:nvSpPr>
        <p:spPr>
          <a:xfrm>
            <a:off x="336551" y="833919"/>
            <a:ext cx="5601213" cy="461665"/>
          </a:xfrm>
          <a:prstGeom prst="rect">
            <a:avLst/>
          </a:prstGeom>
          <a:noFill/>
        </p:spPr>
        <p:txBody>
          <a:bodyPr wrap="none" rtlCol="0">
            <a:spAutoFit/>
          </a:bodyPr>
          <a:lstStyle/>
          <a:p>
            <a:pPr algn="l"/>
            <a:r>
              <a:rPr kumimoji="1" lang="en-US" altLang="ja-JP" sz="2400" dirty="0" err="1">
                <a:solidFill>
                  <a:schemeClr val="tx1">
                    <a:lumMod val="90000"/>
                    <a:lumOff val="10000"/>
                  </a:schemeClr>
                </a:solidFill>
              </a:rPr>
              <a:t>ltspice</a:t>
            </a:r>
            <a:r>
              <a:rPr kumimoji="1" lang="ja-JP" altLang="en-US" sz="2400" dirty="0">
                <a:solidFill>
                  <a:schemeClr val="tx1">
                    <a:lumMod val="90000"/>
                    <a:lumOff val="10000"/>
                  </a:schemeClr>
                </a:solidFill>
              </a:rPr>
              <a:t>を用いてシミュレーションしてみる</a:t>
            </a:r>
          </a:p>
        </p:txBody>
      </p:sp>
      <p:pic>
        <p:nvPicPr>
          <p:cNvPr id="12" name="図 11">
            <a:extLst>
              <a:ext uri="{FF2B5EF4-FFF2-40B4-BE49-F238E27FC236}">
                <a16:creationId xmlns:a16="http://schemas.microsoft.com/office/drawing/2014/main" id="{FA603B01-81F7-AF46-2043-F20C4BDA44ED}"/>
              </a:ext>
            </a:extLst>
          </p:cNvPr>
          <p:cNvPicPr>
            <a:picLocks noChangeAspect="1"/>
          </p:cNvPicPr>
          <p:nvPr/>
        </p:nvPicPr>
        <p:blipFill>
          <a:blip r:embed="rId2"/>
          <a:stretch>
            <a:fillRect/>
          </a:stretch>
        </p:blipFill>
        <p:spPr>
          <a:xfrm>
            <a:off x="334961" y="3977966"/>
            <a:ext cx="11520488" cy="2660900"/>
          </a:xfrm>
          <a:prstGeom prst="rect">
            <a:avLst/>
          </a:prstGeom>
        </p:spPr>
      </p:pic>
      <p:pic>
        <p:nvPicPr>
          <p:cNvPr id="14" name="図 13">
            <a:extLst>
              <a:ext uri="{FF2B5EF4-FFF2-40B4-BE49-F238E27FC236}">
                <a16:creationId xmlns:a16="http://schemas.microsoft.com/office/drawing/2014/main" id="{31082806-5894-634A-19CA-8C78849CE6F3}"/>
              </a:ext>
            </a:extLst>
          </p:cNvPr>
          <p:cNvPicPr>
            <a:picLocks noChangeAspect="1"/>
          </p:cNvPicPr>
          <p:nvPr/>
        </p:nvPicPr>
        <p:blipFill>
          <a:blip r:embed="rId3"/>
          <a:stretch>
            <a:fillRect/>
          </a:stretch>
        </p:blipFill>
        <p:spPr>
          <a:xfrm>
            <a:off x="334962" y="1431013"/>
            <a:ext cx="11520487" cy="2453086"/>
          </a:xfrm>
          <a:prstGeom prst="rect">
            <a:avLst/>
          </a:prstGeom>
        </p:spPr>
      </p:pic>
    </p:spTree>
    <p:extLst>
      <p:ext uri="{BB962C8B-B14F-4D97-AF65-F5344CB8AC3E}">
        <p14:creationId xmlns:p14="http://schemas.microsoft.com/office/powerpoint/2010/main" val="60086869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E2B9D58-8406-B430-DF9B-5A9C42B1554C}"/>
              </a:ext>
            </a:extLst>
          </p:cNvPr>
          <p:cNvSpPr>
            <a:spLocks noGrp="1"/>
          </p:cNvSpPr>
          <p:nvPr>
            <p:ph type="title"/>
          </p:nvPr>
        </p:nvSpPr>
        <p:spPr/>
        <p:txBody>
          <a:bodyPr/>
          <a:lstStyle/>
          <a:p>
            <a:r>
              <a:rPr kumimoji="1" lang="ja-JP" altLang="en-US" dirty="0"/>
              <a:t>回路をよく見てみる</a:t>
            </a:r>
            <a:r>
              <a:rPr kumimoji="1" lang="en-US" altLang="ja-JP" dirty="0"/>
              <a:t>1</a:t>
            </a:r>
            <a:endParaRPr kumimoji="1" lang="ja-JP" altLang="en-US" dirty="0"/>
          </a:p>
        </p:txBody>
      </p:sp>
      <p:sp>
        <p:nvSpPr>
          <p:cNvPr id="3" name="スライド番号プレースホルダー 2">
            <a:extLst>
              <a:ext uri="{FF2B5EF4-FFF2-40B4-BE49-F238E27FC236}">
                <a16:creationId xmlns:a16="http://schemas.microsoft.com/office/drawing/2014/main" id="{708FC5FA-D45E-D88B-D2E2-F1D641B3342B}"/>
              </a:ext>
            </a:extLst>
          </p:cNvPr>
          <p:cNvSpPr>
            <a:spLocks noGrp="1"/>
          </p:cNvSpPr>
          <p:nvPr>
            <p:ph type="sldNum" sz="quarter" idx="12"/>
          </p:nvPr>
        </p:nvSpPr>
        <p:spPr/>
        <p:txBody>
          <a:bodyPr/>
          <a:lstStyle/>
          <a:p>
            <a:fld id="{336D103E-743F-4B05-B1B2-74D6FB9408BE}" type="slidenum">
              <a:rPr kumimoji="1" lang="ja-JP" altLang="en-US" smtClean="0"/>
              <a:t>30</a:t>
            </a:fld>
            <a:endParaRPr kumimoji="1" lang="ja-JP" altLang="en-US"/>
          </a:p>
        </p:txBody>
      </p:sp>
      <p:pic>
        <p:nvPicPr>
          <p:cNvPr id="5" name="図 4">
            <a:extLst>
              <a:ext uri="{FF2B5EF4-FFF2-40B4-BE49-F238E27FC236}">
                <a16:creationId xmlns:a16="http://schemas.microsoft.com/office/drawing/2014/main" id="{EECDE526-4C66-00B5-FB1E-96BA5D9429BC}"/>
              </a:ext>
            </a:extLst>
          </p:cNvPr>
          <p:cNvPicPr>
            <a:picLocks noChangeAspect="1"/>
          </p:cNvPicPr>
          <p:nvPr/>
        </p:nvPicPr>
        <p:blipFill>
          <a:blip r:embed="rId2"/>
          <a:srcRect l="21168" r="42586" b="30770"/>
          <a:stretch>
            <a:fillRect/>
          </a:stretch>
        </p:blipFill>
        <p:spPr>
          <a:xfrm>
            <a:off x="1815970" y="1131293"/>
            <a:ext cx="8560059" cy="3481347"/>
          </a:xfrm>
          <a:prstGeom prst="rect">
            <a:avLst/>
          </a:prstGeom>
        </p:spPr>
      </p:pic>
      <p:sp>
        <p:nvSpPr>
          <p:cNvPr id="6" name="四角形: 角を丸くする 5">
            <a:extLst>
              <a:ext uri="{FF2B5EF4-FFF2-40B4-BE49-F238E27FC236}">
                <a16:creationId xmlns:a16="http://schemas.microsoft.com/office/drawing/2014/main" id="{87906936-B7F9-ACA3-4DC7-B1DC9D3F4AD9}"/>
              </a:ext>
            </a:extLst>
          </p:cNvPr>
          <p:cNvSpPr/>
          <p:nvPr/>
        </p:nvSpPr>
        <p:spPr>
          <a:xfrm>
            <a:off x="1943100" y="1187450"/>
            <a:ext cx="3098800" cy="3149600"/>
          </a:xfrm>
          <a:prstGeom prst="roundRect">
            <a:avLst>
              <a:gd name="adj" fmla="val 4203"/>
            </a:avLst>
          </a:prstGeom>
          <a:noFill/>
          <a:ln w="2857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四角形: 角を丸くする 6">
            <a:extLst>
              <a:ext uri="{FF2B5EF4-FFF2-40B4-BE49-F238E27FC236}">
                <a16:creationId xmlns:a16="http://schemas.microsoft.com/office/drawing/2014/main" id="{2E3E2E47-C0F2-CCA6-17DF-C838D45F04D3}"/>
              </a:ext>
            </a:extLst>
          </p:cNvPr>
          <p:cNvSpPr/>
          <p:nvPr/>
        </p:nvSpPr>
        <p:spPr>
          <a:xfrm>
            <a:off x="5422900" y="1308100"/>
            <a:ext cx="2235200" cy="2489200"/>
          </a:xfrm>
          <a:prstGeom prst="roundRect">
            <a:avLst>
              <a:gd name="adj" fmla="val 4203"/>
            </a:avLst>
          </a:prstGeom>
          <a:noFill/>
          <a:ln w="2857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四角形: 角を丸くする 12">
            <a:extLst>
              <a:ext uri="{FF2B5EF4-FFF2-40B4-BE49-F238E27FC236}">
                <a16:creationId xmlns:a16="http://schemas.microsoft.com/office/drawing/2014/main" id="{CD842135-25CD-0005-DB87-E243337CCD6F}"/>
              </a:ext>
            </a:extLst>
          </p:cNvPr>
          <p:cNvSpPr/>
          <p:nvPr/>
        </p:nvSpPr>
        <p:spPr>
          <a:xfrm>
            <a:off x="7829550" y="1460500"/>
            <a:ext cx="2235200" cy="2540000"/>
          </a:xfrm>
          <a:prstGeom prst="roundRect">
            <a:avLst>
              <a:gd name="adj" fmla="val 4203"/>
            </a:avLst>
          </a:prstGeom>
          <a:noFill/>
          <a:ln w="2857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テキスト ボックス 14">
            <a:extLst>
              <a:ext uri="{FF2B5EF4-FFF2-40B4-BE49-F238E27FC236}">
                <a16:creationId xmlns:a16="http://schemas.microsoft.com/office/drawing/2014/main" id="{E84B07F4-4A23-40A5-9D4F-3664CE3F900B}"/>
              </a:ext>
            </a:extLst>
          </p:cNvPr>
          <p:cNvSpPr txBox="1"/>
          <p:nvPr/>
        </p:nvSpPr>
        <p:spPr>
          <a:xfrm>
            <a:off x="2733814" y="4393207"/>
            <a:ext cx="1415772" cy="461665"/>
          </a:xfrm>
          <a:prstGeom prst="rect">
            <a:avLst/>
          </a:prstGeom>
          <a:solidFill>
            <a:schemeClr val="bg1"/>
          </a:solidFill>
        </p:spPr>
        <p:txBody>
          <a:bodyPr wrap="none" rtlCol="0">
            <a:spAutoFit/>
          </a:bodyPr>
          <a:lstStyle/>
          <a:p>
            <a:pPr algn="l"/>
            <a:r>
              <a:rPr lang="ja-JP" altLang="en-US" sz="2400" dirty="0">
                <a:solidFill>
                  <a:schemeClr val="tx1">
                    <a:lumMod val="90000"/>
                    <a:lumOff val="10000"/>
                  </a:schemeClr>
                </a:solidFill>
              </a:rPr>
              <a:t>減算</a:t>
            </a:r>
            <a:r>
              <a:rPr kumimoji="1" lang="ja-JP" altLang="en-US" sz="2400" dirty="0">
                <a:solidFill>
                  <a:schemeClr val="tx1">
                    <a:lumMod val="90000"/>
                    <a:lumOff val="10000"/>
                  </a:schemeClr>
                </a:solidFill>
              </a:rPr>
              <a:t>回路</a:t>
            </a:r>
          </a:p>
        </p:txBody>
      </p:sp>
      <p:sp>
        <p:nvSpPr>
          <p:cNvPr id="16" name="テキスト ボックス 15">
            <a:extLst>
              <a:ext uri="{FF2B5EF4-FFF2-40B4-BE49-F238E27FC236}">
                <a16:creationId xmlns:a16="http://schemas.microsoft.com/office/drawing/2014/main" id="{6E7EA6C5-31D7-4D33-C1DD-94123A7D0798}"/>
              </a:ext>
            </a:extLst>
          </p:cNvPr>
          <p:cNvSpPr txBox="1"/>
          <p:nvPr/>
        </p:nvSpPr>
        <p:spPr>
          <a:xfrm>
            <a:off x="5562105" y="3875385"/>
            <a:ext cx="2031325" cy="461665"/>
          </a:xfrm>
          <a:prstGeom prst="rect">
            <a:avLst/>
          </a:prstGeom>
          <a:solidFill>
            <a:schemeClr val="bg1"/>
          </a:solidFill>
        </p:spPr>
        <p:txBody>
          <a:bodyPr wrap="none" rtlCol="0">
            <a:spAutoFit/>
          </a:bodyPr>
          <a:lstStyle/>
          <a:p>
            <a:pPr algn="l"/>
            <a:r>
              <a:rPr kumimoji="1" lang="ja-JP" altLang="en-US" sz="2400" dirty="0">
                <a:solidFill>
                  <a:schemeClr val="tx1">
                    <a:lumMod val="90000"/>
                    <a:lumOff val="10000"/>
                  </a:schemeClr>
                </a:solidFill>
              </a:rPr>
              <a:t>反転積分回路</a:t>
            </a:r>
          </a:p>
        </p:txBody>
      </p:sp>
      <p:sp>
        <p:nvSpPr>
          <p:cNvPr id="17" name="テキスト ボックス 16">
            <a:extLst>
              <a:ext uri="{FF2B5EF4-FFF2-40B4-BE49-F238E27FC236}">
                <a16:creationId xmlns:a16="http://schemas.microsoft.com/office/drawing/2014/main" id="{F6771033-3450-CFA3-C7F8-E8446CE4F335}"/>
              </a:ext>
            </a:extLst>
          </p:cNvPr>
          <p:cNvSpPr txBox="1"/>
          <p:nvPr/>
        </p:nvSpPr>
        <p:spPr>
          <a:xfrm>
            <a:off x="7969067" y="4041259"/>
            <a:ext cx="2031325" cy="461665"/>
          </a:xfrm>
          <a:prstGeom prst="rect">
            <a:avLst/>
          </a:prstGeom>
          <a:solidFill>
            <a:schemeClr val="bg1"/>
          </a:solidFill>
        </p:spPr>
        <p:txBody>
          <a:bodyPr wrap="none" rtlCol="0">
            <a:spAutoFit/>
          </a:bodyPr>
          <a:lstStyle/>
          <a:p>
            <a:pPr algn="l"/>
            <a:r>
              <a:rPr kumimoji="1" lang="ja-JP" altLang="en-US" sz="2400" dirty="0">
                <a:solidFill>
                  <a:schemeClr val="tx1">
                    <a:lumMod val="90000"/>
                    <a:lumOff val="10000"/>
                  </a:schemeClr>
                </a:solidFill>
              </a:rPr>
              <a:t>反転増幅回路</a:t>
            </a:r>
          </a:p>
        </p:txBody>
      </p:sp>
      <p:sp>
        <p:nvSpPr>
          <p:cNvPr id="18" name="右中かっこ 17">
            <a:extLst>
              <a:ext uri="{FF2B5EF4-FFF2-40B4-BE49-F238E27FC236}">
                <a16:creationId xmlns:a16="http://schemas.microsoft.com/office/drawing/2014/main" id="{93BF58DC-2928-3275-1E7B-4E85A39A6BD9}"/>
              </a:ext>
            </a:extLst>
          </p:cNvPr>
          <p:cNvSpPr/>
          <p:nvPr/>
        </p:nvSpPr>
        <p:spPr>
          <a:xfrm rot="5400000">
            <a:off x="3317240" y="3691209"/>
            <a:ext cx="350520" cy="2653428"/>
          </a:xfrm>
          <a:prstGeom prst="rightBrace">
            <a:avLst>
              <a:gd name="adj1" fmla="val 31521"/>
              <a:gd name="adj2" fmla="val 50000"/>
            </a:avLst>
          </a:prstGeom>
          <a:ln w="1905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kumimoji="1" lang="ja-JP" altLang="en-US"/>
          </a:p>
        </p:txBody>
      </p:sp>
      <p:sp>
        <p:nvSpPr>
          <p:cNvPr id="19" name="テキスト ボックス 18">
            <a:extLst>
              <a:ext uri="{FF2B5EF4-FFF2-40B4-BE49-F238E27FC236}">
                <a16:creationId xmlns:a16="http://schemas.microsoft.com/office/drawing/2014/main" id="{0537F854-A6E3-1CA2-06D8-EED89F7D1E4C}"/>
              </a:ext>
            </a:extLst>
          </p:cNvPr>
          <p:cNvSpPr txBox="1"/>
          <p:nvPr/>
        </p:nvSpPr>
        <p:spPr>
          <a:xfrm>
            <a:off x="3297575" y="5265042"/>
            <a:ext cx="389850" cy="461665"/>
          </a:xfrm>
          <a:prstGeom prst="rect">
            <a:avLst/>
          </a:prstGeom>
          <a:noFill/>
        </p:spPr>
        <p:txBody>
          <a:bodyPr wrap="none" rtlCol="0">
            <a:spAutoFit/>
          </a:bodyPr>
          <a:lstStyle/>
          <a:p>
            <a:pPr algn="l"/>
            <a:r>
              <a:rPr kumimoji="1" lang="en-US" altLang="ja-JP" sz="2400" dirty="0">
                <a:solidFill>
                  <a:schemeClr val="tx1">
                    <a:lumMod val="90000"/>
                    <a:lumOff val="10000"/>
                  </a:schemeClr>
                </a:solidFill>
              </a:rPr>
              <a:t>Δ</a:t>
            </a:r>
            <a:endParaRPr kumimoji="1" lang="ja-JP" altLang="en-US" sz="2400" dirty="0">
              <a:solidFill>
                <a:schemeClr val="tx1">
                  <a:lumMod val="90000"/>
                  <a:lumOff val="10000"/>
                </a:schemeClr>
              </a:solidFill>
            </a:endParaRPr>
          </a:p>
        </p:txBody>
      </p:sp>
      <p:sp>
        <p:nvSpPr>
          <p:cNvPr id="20" name="右中かっこ 19">
            <a:extLst>
              <a:ext uri="{FF2B5EF4-FFF2-40B4-BE49-F238E27FC236}">
                <a16:creationId xmlns:a16="http://schemas.microsoft.com/office/drawing/2014/main" id="{BF86E19B-C4E6-1335-F744-DA425D6EDF2F}"/>
              </a:ext>
            </a:extLst>
          </p:cNvPr>
          <p:cNvSpPr/>
          <p:nvPr/>
        </p:nvSpPr>
        <p:spPr>
          <a:xfrm rot="5400000">
            <a:off x="7620000" y="2607463"/>
            <a:ext cx="350520" cy="4820919"/>
          </a:xfrm>
          <a:prstGeom prst="rightBrace">
            <a:avLst>
              <a:gd name="adj1" fmla="val 31521"/>
              <a:gd name="adj2" fmla="val 50000"/>
            </a:avLst>
          </a:prstGeom>
          <a:ln w="1905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kumimoji="1" lang="ja-JP" altLang="en-US"/>
          </a:p>
        </p:txBody>
      </p:sp>
      <p:sp>
        <p:nvSpPr>
          <p:cNvPr id="21" name="テキスト ボックス 20">
            <a:extLst>
              <a:ext uri="{FF2B5EF4-FFF2-40B4-BE49-F238E27FC236}">
                <a16:creationId xmlns:a16="http://schemas.microsoft.com/office/drawing/2014/main" id="{854CD0C7-69DB-C78C-4091-13B8F72B6BBF}"/>
              </a:ext>
            </a:extLst>
          </p:cNvPr>
          <p:cNvSpPr txBox="1"/>
          <p:nvPr/>
        </p:nvSpPr>
        <p:spPr>
          <a:xfrm>
            <a:off x="7607548" y="5265042"/>
            <a:ext cx="375424" cy="461665"/>
          </a:xfrm>
          <a:prstGeom prst="rect">
            <a:avLst/>
          </a:prstGeom>
          <a:noFill/>
        </p:spPr>
        <p:txBody>
          <a:bodyPr wrap="none" rtlCol="0">
            <a:spAutoFit/>
          </a:bodyPr>
          <a:lstStyle/>
          <a:p>
            <a:pPr algn="l"/>
            <a:r>
              <a:rPr kumimoji="1" lang="en-US" altLang="ja-JP" sz="2400" dirty="0">
                <a:solidFill>
                  <a:schemeClr val="tx1">
                    <a:lumMod val="90000"/>
                    <a:lumOff val="10000"/>
                  </a:schemeClr>
                </a:solidFill>
              </a:rPr>
              <a:t>Σ</a:t>
            </a:r>
            <a:endParaRPr kumimoji="1" lang="ja-JP" altLang="en-US" sz="2400" dirty="0">
              <a:solidFill>
                <a:schemeClr val="tx1">
                  <a:lumMod val="90000"/>
                  <a:lumOff val="10000"/>
                </a:schemeClr>
              </a:solidFill>
            </a:endParaRPr>
          </a:p>
        </p:txBody>
      </p:sp>
    </p:spTree>
    <p:extLst>
      <p:ext uri="{BB962C8B-B14F-4D97-AF65-F5344CB8AC3E}">
        <p14:creationId xmlns:p14="http://schemas.microsoft.com/office/powerpoint/2010/main" val="352749137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ED7533E-8DA6-5F63-1C8F-AC8AA98DFE7C}"/>
              </a:ext>
            </a:extLst>
          </p:cNvPr>
          <p:cNvSpPr>
            <a:spLocks noGrp="1"/>
          </p:cNvSpPr>
          <p:nvPr>
            <p:ph type="title"/>
          </p:nvPr>
        </p:nvSpPr>
        <p:spPr/>
        <p:txBody>
          <a:bodyPr/>
          <a:lstStyle/>
          <a:p>
            <a:r>
              <a:rPr kumimoji="1" lang="ja-JP" altLang="en-US" dirty="0"/>
              <a:t>回路をよく見てみる</a:t>
            </a:r>
            <a:r>
              <a:rPr kumimoji="1" lang="en-US" altLang="ja-JP" dirty="0"/>
              <a:t>2</a:t>
            </a:r>
            <a:endParaRPr kumimoji="1" lang="ja-JP" altLang="en-US" dirty="0"/>
          </a:p>
        </p:txBody>
      </p:sp>
      <p:sp>
        <p:nvSpPr>
          <p:cNvPr id="3" name="スライド番号プレースホルダー 2">
            <a:extLst>
              <a:ext uri="{FF2B5EF4-FFF2-40B4-BE49-F238E27FC236}">
                <a16:creationId xmlns:a16="http://schemas.microsoft.com/office/drawing/2014/main" id="{C3190180-1A4D-E878-6EBB-D2FF8ECDDA50}"/>
              </a:ext>
            </a:extLst>
          </p:cNvPr>
          <p:cNvSpPr>
            <a:spLocks noGrp="1"/>
          </p:cNvSpPr>
          <p:nvPr>
            <p:ph type="sldNum" sz="quarter" idx="12"/>
          </p:nvPr>
        </p:nvSpPr>
        <p:spPr/>
        <p:txBody>
          <a:bodyPr/>
          <a:lstStyle/>
          <a:p>
            <a:fld id="{336D103E-743F-4B05-B1B2-74D6FB9408BE}" type="slidenum">
              <a:rPr kumimoji="1" lang="ja-JP" altLang="en-US" smtClean="0"/>
              <a:t>31</a:t>
            </a:fld>
            <a:endParaRPr kumimoji="1" lang="ja-JP" altLang="en-US"/>
          </a:p>
        </p:txBody>
      </p:sp>
      <p:pic>
        <p:nvPicPr>
          <p:cNvPr id="5" name="図 4">
            <a:extLst>
              <a:ext uri="{FF2B5EF4-FFF2-40B4-BE49-F238E27FC236}">
                <a16:creationId xmlns:a16="http://schemas.microsoft.com/office/drawing/2014/main" id="{9018D53A-BB97-9420-4724-011D33BB3367}"/>
              </a:ext>
            </a:extLst>
          </p:cNvPr>
          <p:cNvPicPr>
            <a:picLocks noChangeAspect="1"/>
          </p:cNvPicPr>
          <p:nvPr/>
        </p:nvPicPr>
        <p:blipFill>
          <a:blip r:embed="rId2"/>
          <a:srcRect l="56804" t="11125" r="22122"/>
          <a:stretch>
            <a:fillRect/>
          </a:stretch>
        </p:blipFill>
        <p:spPr>
          <a:xfrm>
            <a:off x="3975450" y="1683139"/>
            <a:ext cx="4241099" cy="3808398"/>
          </a:xfrm>
          <a:prstGeom prst="rect">
            <a:avLst/>
          </a:prstGeom>
        </p:spPr>
      </p:pic>
      <p:sp>
        <p:nvSpPr>
          <p:cNvPr id="7" name="四角形: 角を丸くする 6">
            <a:extLst>
              <a:ext uri="{FF2B5EF4-FFF2-40B4-BE49-F238E27FC236}">
                <a16:creationId xmlns:a16="http://schemas.microsoft.com/office/drawing/2014/main" id="{2C35F174-0822-1CFC-8581-70A3A179EF84}"/>
              </a:ext>
            </a:extLst>
          </p:cNvPr>
          <p:cNvSpPr/>
          <p:nvPr/>
        </p:nvSpPr>
        <p:spPr>
          <a:xfrm>
            <a:off x="4718050" y="2600503"/>
            <a:ext cx="933450" cy="806450"/>
          </a:xfrm>
          <a:prstGeom prst="roundRect">
            <a:avLst>
              <a:gd name="adj" fmla="val 10000"/>
            </a:avLst>
          </a:prstGeom>
          <a:noFill/>
          <a:ln w="2857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四角形: 角を丸くする 8">
            <a:extLst>
              <a:ext uri="{FF2B5EF4-FFF2-40B4-BE49-F238E27FC236}">
                <a16:creationId xmlns:a16="http://schemas.microsoft.com/office/drawing/2014/main" id="{3A54D4F8-8776-959C-EA0B-23ABCA939725}"/>
              </a:ext>
            </a:extLst>
          </p:cNvPr>
          <p:cNvSpPr/>
          <p:nvPr/>
        </p:nvSpPr>
        <p:spPr>
          <a:xfrm>
            <a:off x="6394100" y="2164470"/>
            <a:ext cx="1706383" cy="1617133"/>
          </a:xfrm>
          <a:prstGeom prst="roundRect">
            <a:avLst>
              <a:gd name="adj" fmla="val 4203"/>
            </a:avLst>
          </a:prstGeom>
          <a:noFill/>
          <a:ln w="2857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テキスト ボックス 12">
            <a:extLst>
              <a:ext uri="{FF2B5EF4-FFF2-40B4-BE49-F238E27FC236}">
                <a16:creationId xmlns:a16="http://schemas.microsoft.com/office/drawing/2014/main" id="{4489C81B-093B-FBB5-01A3-FC1BB16E95E8}"/>
              </a:ext>
            </a:extLst>
          </p:cNvPr>
          <p:cNvSpPr txBox="1"/>
          <p:nvPr/>
        </p:nvSpPr>
        <p:spPr>
          <a:xfrm>
            <a:off x="517586" y="3061790"/>
            <a:ext cx="4092787" cy="830997"/>
          </a:xfrm>
          <a:prstGeom prst="rect">
            <a:avLst/>
          </a:prstGeom>
          <a:solidFill>
            <a:schemeClr val="bg1"/>
          </a:solidFill>
        </p:spPr>
        <p:txBody>
          <a:bodyPr wrap="none" rtlCol="0">
            <a:spAutoFit/>
          </a:bodyPr>
          <a:lstStyle/>
          <a:p>
            <a:pPr algn="l"/>
            <a:r>
              <a:rPr kumimoji="1" lang="ja-JP" altLang="en-US" sz="2400" dirty="0">
                <a:solidFill>
                  <a:schemeClr val="tx1">
                    <a:lumMod val="90000"/>
                    <a:lumOff val="10000"/>
                  </a:schemeClr>
                </a:solidFill>
              </a:rPr>
              <a:t>バッファ回路＝インバータ</a:t>
            </a:r>
            <a:r>
              <a:rPr kumimoji="1" lang="en-US" altLang="ja-JP" sz="2400" dirty="0">
                <a:solidFill>
                  <a:schemeClr val="tx1">
                    <a:lumMod val="90000"/>
                    <a:lumOff val="10000"/>
                  </a:schemeClr>
                </a:solidFill>
              </a:rPr>
              <a:t>2</a:t>
            </a:r>
            <a:r>
              <a:rPr kumimoji="1" lang="ja-JP" altLang="en-US" sz="2400" dirty="0">
                <a:solidFill>
                  <a:schemeClr val="tx1">
                    <a:lumMod val="90000"/>
                    <a:lumOff val="10000"/>
                  </a:schemeClr>
                </a:solidFill>
              </a:rPr>
              <a:t>段</a:t>
            </a:r>
            <a:endParaRPr kumimoji="1" lang="en-US" altLang="ja-JP" sz="2400" dirty="0">
              <a:solidFill>
                <a:schemeClr val="tx1">
                  <a:lumMod val="90000"/>
                  <a:lumOff val="10000"/>
                </a:schemeClr>
              </a:solidFill>
            </a:endParaRPr>
          </a:p>
          <a:p>
            <a:pPr algn="l"/>
            <a:r>
              <a:rPr lang="ja-JP" altLang="en-US" sz="2400" dirty="0">
                <a:solidFill>
                  <a:schemeClr val="tx1">
                    <a:lumMod val="90000"/>
                    <a:lumOff val="10000"/>
                  </a:schemeClr>
                </a:solidFill>
              </a:rPr>
              <a:t>→</a:t>
            </a:r>
            <a:r>
              <a:rPr lang="en-US" altLang="ja-JP" sz="2400" dirty="0">
                <a:solidFill>
                  <a:schemeClr val="tx1">
                    <a:lumMod val="90000"/>
                    <a:lumOff val="10000"/>
                  </a:schemeClr>
                </a:solidFill>
              </a:rPr>
              <a:t>2</a:t>
            </a:r>
            <a:r>
              <a:rPr lang="ja-JP" altLang="en-US" sz="2400" dirty="0">
                <a:solidFill>
                  <a:schemeClr val="tx1">
                    <a:lumMod val="90000"/>
                    <a:lumOff val="10000"/>
                  </a:schemeClr>
                </a:solidFill>
              </a:rPr>
              <a:t>値化器</a:t>
            </a:r>
            <a:endParaRPr kumimoji="1" lang="ja-JP" altLang="en-US" sz="2400" dirty="0">
              <a:solidFill>
                <a:schemeClr val="tx1">
                  <a:lumMod val="90000"/>
                  <a:lumOff val="10000"/>
                </a:schemeClr>
              </a:solidFill>
            </a:endParaRPr>
          </a:p>
        </p:txBody>
      </p:sp>
      <p:sp>
        <p:nvSpPr>
          <p:cNvPr id="14" name="テキスト ボックス 13">
            <a:extLst>
              <a:ext uri="{FF2B5EF4-FFF2-40B4-BE49-F238E27FC236}">
                <a16:creationId xmlns:a16="http://schemas.microsoft.com/office/drawing/2014/main" id="{2A4A6287-2CC0-FD82-3FF4-DF33B92D00A0}"/>
              </a:ext>
            </a:extLst>
          </p:cNvPr>
          <p:cNvSpPr txBox="1"/>
          <p:nvPr/>
        </p:nvSpPr>
        <p:spPr>
          <a:xfrm>
            <a:off x="7427600" y="1247262"/>
            <a:ext cx="4355356" cy="830997"/>
          </a:xfrm>
          <a:prstGeom prst="rect">
            <a:avLst/>
          </a:prstGeom>
          <a:solidFill>
            <a:schemeClr val="bg1"/>
          </a:solidFill>
        </p:spPr>
        <p:txBody>
          <a:bodyPr wrap="square" rtlCol="0">
            <a:spAutoFit/>
          </a:bodyPr>
          <a:lstStyle/>
          <a:p>
            <a:pPr algn="l"/>
            <a:r>
              <a:rPr kumimoji="1" lang="en-US" altLang="ja-JP" sz="2400" dirty="0">
                <a:solidFill>
                  <a:schemeClr val="tx1">
                    <a:lumMod val="90000"/>
                    <a:lumOff val="10000"/>
                  </a:schemeClr>
                </a:solidFill>
              </a:rPr>
              <a:t>D-FF</a:t>
            </a:r>
            <a:r>
              <a:rPr kumimoji="1" lang="ja-JP" altLang="en-US" sz="2400" dirty="0">
                <a:solidFill>
                  <a:schemeClr val="tx1">
                    <a:lumMod val="90000"/>
                    <a:lumOff val="10000"/>
                  </a:schemeClr>
                </a:solidFill>
              </a:rPr>
              <a:t>→積分器が連続なので、</a:t>
            </a:r>
            <a:r>
              <a:rPr lang="ja-JP" altLang="en-US" sz="2400" dirty="0">
                <a:solidFill>
                  <a:schemeClr val="tx1">
                    <a:lumMod val="90000"/>
                    <a:lumOff val="10000"/>
                  </a:schemeClr>
                </a:solidFill>
              </a:rPr>
              <a:t>離散化するのに使う</a:t>
            </a:r>
            <a:endParaRPr kumimoji="1" lang="ja-JP" altLang="en-US" sz="2400" dirty="0">
              <a:solidFill>
                <a:schemeClr val="tx1">
                  <a:lumMod val="90000"/>
                  <a:lumOff val="10000"/>
                </a:schemeClr>
              </a:solidFill>
            </a:endParaRPr>
          </a:p>
        </p:txBody>
      </p:sp>
    </p:spTree>
    <p:extLst>
      <p:ext uri="{BB962C8B-B14F-4D97-AF65-F5344CB8AC3E}">
        <p14:creationId xmlns:p14="http://schemas.microsoft.com/office/powerpoint/2010/main" val="39872518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82208A0-3EA4-1C0F-02EE-4114C5DCEA46}"/>
              </a:ext>
            </a:extLst>
          </p:cNvPr>
          <p:cNvSpPr>
            <a:spLocks noGrp="1"/>
          </p:cNvSpPr>
          <p:nvPr>
            <p:ph type="title"/>
          </p:nvPr>
        </p:nvSpPr>
        <p:spPr/>
        <p:txBody>
          <a:bodyPr/>
          <a:lstStyle/>
          <a:p>
            <a:r>
              <a:rPr kumimoji="1" lang="ja-JP" altLang="en-US" dirty="0"/>
              <a:t>回路をよく見てみる</a:t>
            </a:r>
            <a:r>
              <a:rPr kumimoji="1" lang="en-US" altLang="ja-JP" dirty="0"/>
              <a:t>3</a:t>
            </a:r>
            <a:endParaRPr kumimoji="1" lang="ja-JP" altLang="en-US" dirty="0"/>
          </a:p>
        </p:txBody>
      </p:sp>
      <p:sp>
        <p:nvSpPr>
          <p:cNvPr id="3" name="スライド番号プレースホルダー 2">
            <a:extLst>
              <a:ext uri="{FF2B5EF4-FFF2-40B4-BE49-F238E27FC236}">
                <a16:creationId xmlns:a16="http://schemas.microsoft.com/office/drawing/2014/main" id="{EA4571AD-DED3-97DB-9D9F-E6E77015608C}"/>
              </a:ext>
            </a:extLst>
          </p:cNvPr>
          <p:cNvSpPr>
            <a:spLocks noGrp="1"/>
          </p:cNvSpPr>
          <p:nvPr>
            <p:ph type="sldNum" sz="quarter" idx="12"/>
          </p:nvPr>
        </p:nvSpPr>
        <p:spPr/>
        <p:txBody>
          <a:bodyPr/>
          <a:lstStyle/>
          <a:p>
            <a:fld id="{336D103E-743F-4B05-B1B2-74D6FB9408BE}" type="slidenum">
              <a:rPr kumimoji="1" lang="ja-JP" altLang="en-US" smtClean="0"/>
              <a:t>32</a:t>
            </a:fld>
            <a:endParaRPr kumimoji="1" lang="ja-JP" altLang="en-US"/>
          </a:p>
        </p:txBody>
      </p:sp>
      <p:pic>
        <p:nvPicPr>
          <p:cNvPr id="5" name="図 4">
            <a:extLst>
              <a:ext uri="{FF2B5EF4-FFF2-40B4-BE49-F238E27FC236}">
                <a16:creationId xmlns:a16="http://schemas.microsoft.com/office/drawing/2014/main" id="{39B5325E-9336-4915-2E44-3163F6F9DF1B}"/>
              </a:ext>
            </a:extLst>
          </p:cNvPr>
          <p:cNvPicPr>
            <a:picLocks noChangeAspect="1"/>
          </p:cNvPicPr>
          <p:nvPr/>
        </p:nvPicPr>
        <p:blipFill>
          <a:blip r:embed="rId2"/>
          <a:srcRect l="201" t="248" r="65133" b="19612"/>
          <a:stretch>
            <a:fillRect/>
          </a:stretch>
        </p:blipFill>
        <p:spPr>
          <a:xfrm>
            <a:off x="2336507" y="1903701"/>
            <a:ext cx="6976533" cy="3434137"/>
          </a:xfrm>
          <a:prstGeom prst="rect">
            <a:avLst/>
          </a:prstGeom>
        </p:spPr>
      </p:pic>
      <p:sp>
        <p:nvSpPr>
          <p:cNvPr id="7" name="四角形: 角を丸くする 6">
            <a:extLst>
              <a:ext uri="{FF2B5EF4-FFF2-40B4-BE49-F238E27FC236}">
                <a16:creationId xmlns:a16="http://schemas.microsoft.com/office/drawing/2014/main" id="{50E6B6AE-CB76-4396-B3F5-7FEDB823E7D7}"/>
              </a:ext>
            </a:extLst>
          </p:cNvPr>
          <p:cNvSpPr/>
          <p:nvPr/>
        </p:nvSpPr>
        <p:spPr>
          <a:xfrm>
            <a:off x="2219324" y="1855647"/>
            <a:ext cx="3438525" cy="1368247"/>
          </a:xfrm>
          <a:prstGeom prst="roundRect">
            <a:avLst>
              <a:gd name="adj" fmla="val 10000"/>
            </a:avLst>
          </a:prstGeom>
          <a:noFill/>
          <a:ln w="2857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四角形: 角を丸くする 8">
            <a:extLst>
              <a:ext uri="{FF2B5EF4-FFF2-40B4-BE49-F238E27FC236}">
                <a16:creationId xmlns:a16="http://schemas.microsoft.com/office/drawing/2014/main" id="{B3A75EF3-5B61-9F4A-6D4B-078B47D00A52}"/>
              </a:ext>
            </a:extLst>
          </p:cNvPr>
          <p:cNvSpPr/>
          <p:nvPr/>
        </p:nvSpPr>
        <p:spPr>
          <a:xfrm>
            <a:off x="3327401" y="3259424"/>
            <a:ext cx="2554288" cy="2126467"/>
          </a:xfrm>
          <a:prstGeom prst="roundRect">
            <a:avLst>
              <a:gd name="adj" fmla="val 10000"/>
            </a:avLst>
          </a:prstGeom>
          <a:noFill/>
          <a:ln w="2857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テキスト ボックス 12">
            <a:extLst>
              <a:ext uri="{FF2B5EF4-FFF2-40B4-BE49-F238E27FC236}">
                <a16:creationId xmlns:a16="http://schemas.microsoft.com/office/drawing/2014/main" id="{9225100C-7F58-EC6C-9A31-0E3CBA961C4C}"/>
              </a:ext>
            </a:extLst>
          </p:cNvPr>
          <p:cNvSpPr txBox="1"/>
          <p:nvPr/>
        </p:nvSpPr>
        <p:spPr>
          <a:xfrm>
            <a:off x="3784026" y="5472251"/>
            <a:ext cx="1415772" cy="461665"/>
          </a:xfrm>
          <a:prstGeom prst="rect">
            <a:avLst/>
          </a:prstGeom>
          <a:solidFill>
            <a:schemeClr val="bg1"/>
          </a:solidFill>
        </p:spPr>
        <p:txBody>
          <a:bodyPr wrap="none" rtlCol="0">
            <a:spAutoFit/>
          </a:bodyPr>
          <a:lstStyle/>
          <a:p>
            <a:pPr algn="l"/>
            <a:r>
              <a:rPr kumimoji="1" lang="ja-JP" altLang="en-US" sz="2400" dirty="0">
                <a:solidFill>
                  <a:schemeClr val="tx1">
                    <a:lumMod val="90000"/>
                    <a:lumOff val="10000"/>
                  </a:schemeClr>
                </a:solidFill>
              </a:rPr>
              <a:t>入力信号</a:t>
            </a:r>
          </a:p>
        </p:txBody>
      </p:sp>
      <p:sp>
        <p:nvSpPr>
          <p:cNvPr id="14" name="テキスト ボックス 13">
            <a:extLst>
              <a:ext uri="{FF2B5EF4-FFF2-40B4-BE49-F238E27FC236}">
                <a16:creationId xmlns:a16="http://schemas.microsoft.com/office/drawing/2014/main" id="{29B18C64-412C-8CBD-AC1C-6FB8FC1D16D0}"/>
              </a:ext>
            </a:extLst>
          </p:cNvPr>
          <p:cNvSpPr txBox="1"/>
          <p:nvPr/>
        </p:nvSpPr>
        <p:spPr>
          <a:xfrm>
            <a:off x="1503107" y="986344"/>
            <a:ext cx="5085653" cy="830997"/>
          </a:xfrm>
          <a:prstGeom prst="rect">
            <a:avLst/>
          </a:prstGeom>
          <a:solidFill>
            <a:schemeClr val="bg1"/>
          </a:solidFill>
        </p:spPr>
        <p:txBody>
          <a:bodyPr wrap="square" rtlCol="0">
            <a:spAutoFit/>
          </a:bodyPr>
          <a:lstStyle/>
          <a:p>
            <a:pPr algn="l"/>
            <a:r>
              <a:rPr kumimoji="1" lang="en-US" altLang="ja-JP" sz="2400" dirty="0">
                <a:solidFill>
                  <a:schemeClr val="tx1">
                    <a:lumMod val="90000"/>
                    <a:lumOff val="10000"/>
                  </a:schemeClr>
                </a:solidFill>
              </a:rPr>
              <a:t>D-FF</a:t>
            </a:r>
            <a:r>
              <a:rPr kumimoji="1" lang="ja-JP" altLang="en-US" sz="2400" dirty="0">
                <a:solidFill>
                  <a:schemeClr val="tx1">
                    <a:lumMod val="90000"/>
                    <a:lumOff val="10000"/>
                  </a:schemeClr>
                </a:solidFill>
              </a:rPr>
              <a:t>の出力を</a:t>
            </a:r>
            <a:r>
              <a:rPr kumimoji="1" lang="en-US" altLang="ja-JP" sz="2400" dirty="0">
                <a:solidFill>
                  <a:schemeClr val="tx1">
                    <a:lumMod val="90000"/>
                    <a:lumOff val="10000"/>
                  </a:schemeClr>
                </a:solidFill>
              </a:rPr>
              <a:t>0</a:t>
            </a:r>
            <a:r>
              <a:rPr kumimoji="1" lang="ja-JP" altLang="en-US" sz="2400" dirty="0">
                <a:solidFill>
                  <a:schemeClr val="tx1">
                    <a:lumMod val="90000"/>
                    <a:lumOff val="10000"/>
                  </a:schemeClr>
                </a:solidFill>
              </a:rPr>
              <a:t>と</a:t>
            </a:r>
            <a:r>
              <a:rPr kumimoji="1" lang="en-US" altLang="ja-JP" sz="2400" dirty="0">
                <a:solidFill>
                  <a:schemeClr val="tx1">
                    <a:lumMod val="90000"/>
                    <a:lumOff val="10000"/>
                  </a:schemeClr>
                </a:solidFill>
              </a:rPr>
              <a:t>1</a:t>
            </a:r>
            <a:r>
              <a:rPr kumimoji="1" lang="ja-JP" altLang="en-US" sz="2400" dirty="0">
                <a:solidFill>
                  <a:schemeClr val="tx1">
                    <a:lumMod val="90000"/>
                    <a:lumOff val="10000"/>
                  </a:schemeClr>
                </a:solidFill>
              </a:rPr>
              <a:t>から</a:t>
            </a:r>
            <a:r>
              <a:rPr kumimoji="1" lang="en-US" altLang="ja-JP" sz="2400" dirty="0">
                <a:solidFill>
                  <a:schemeClr val="tx1">
                    <a:lumMod val="90000"/>
                    <a:lumOff val="10000"/>
                  </a:schemeClr>
                </a:solidFill>
              </a:rPr>
              <a:t>-3.3</a:t>
            </a:r>
            <a:r>
              <a:rPr kumimoji="1" lang="ja-JP" altLang="en-US" sz="2400" dirty="0">
                <a:solidFill>
                  <a:schemeClr val="tx1">
                    <a:lumMod val="90000"/>
                    <a:lumOff val="10000"/>
                  </a:schemeClr>
                </a:solidFill>
              </a:rPr>
              <a:t>と</a:t>
            </a:r>
            <a:r>
              <a:rPr kumimoji="1" lang="en-US" altLang="ja-JP" sz="2400" dirty="0">
                <a:solidFill>
                  <a:schemeClr val="tx1">
                    <a:lumMod val="90000"/>
                    <a:lumOff val="10000"/>
                  </a:schemeClr>
                </a:solidFill>
              </a:rPr>
              <a:t>3.3</a:t>
            </a:r>
            <a:r>
              <a:rPr kumimoji="1" lang="ja-JP" altLang="en-US" sz="2400" dirty="0">
                <a:solidFill>
                  <a:schemeClr val="tx1">
                    <a:lumMod val="90000"/>
                    <a:lumOff val="10000"/>
                  </a:schemeClr>
                </a:solidFill>
              </a:rPr>
              <a:t>に変換するビヘイビアボルテージソース</a:t>
            </a:r>
          </a:p>
        </p:txBody>
      </p:sp>
      <p:sp>
        <p:nvSpPr>
          <p:cNvPr id="15" name="テキスト ボックス 14">
            <a:extLst>
              <a:ext uri="{FF2B5EF4-FFF2-40B4-BE49-F238E27FC236}">
                <a16:creationId xmlns:a16="http://schemas.microsoft.com/office/drawing/2014/main" id="{DF43EE54-94BC-4D3F-40CD-5049A40D453D}"/>
              </a:ext>
            </a:extLst>
          </p:cNvPr>
          <p:cNvSpPr txBox="1"/>
          <p:nvPr/>
        </p:nvSpPr>
        <p:spPr>
          <a:xfrm>
            <a:off x="1221909" y="6218394"/>
            <a:ext cx="9748181" cy="523220"/>
          </a:xfrm>
          <a:prstGeom prst="rect">
            <a:avLst/>
          </a:prstGeom>
          <a:noFill/>
        </p:spPr>
        <p:txBody>
          <a:bodyPr wrap="none" rtlCol="0">
            <a:spAutoFit/>
          </a:bodyPr>
          <a:lstStyle/>
          <a:p>
            <a:pPr algn="l"/>
            <a:r>
              <a:rPr kumimoji="1" lang="ja-JP" altLang="en-US" sz="2800" dirty="0">
                <a:solidFill>
                  <a:schemeClr val="tx1">
                    <a:lumMod val="90000"/>
                    <a:lumOff val="10000"/>
                  </a:schemeClr>
                </a:solidFill>
              </a:rPr>
              <a:t>オペアンプを</a:t>
            </a:r>
            <a:r>
              <a:rPr kumimoji="1" lang="en-US" altLang="ja-JP" sz="2800" dirty="0">
                <a:solidFill>
                  <a:schemeClr val="tx1">
                    <a:lumMod val="90000"/>
                    <a:lumOff val="10000"/>
                  </a:schemeClr>
                </a:solidFill>
              </a:rPr>
              <a:t>3</a:t>
            </a:r>
            <a:r>
              <a:rPr kumimoji="1" lang="ja-JP" altLang="en-US" sz="2800" dirty="0">
                <a:solidFill>
                  <a:schemeClr val="tx1">
                    <a:lumMod val="90000"/>
                    <a:lumOff val="10000"/>
                  </a:schemeClr>
                </a:solidFill>
              </a:rPr>
              <a:t>個も使うのでもっと簡単な回路で実現したい！</a:t>
            </a:r>
          </a:p>
        </p:txBody>
      </p:sp>
    </p:spTree>
    <p:extLst>
      <p:ext uri="{BB962C8B-B14F-4D97-AF65-F5344CB8AC3E}">
        <p14:creationId xmlns:p14="http://schemas.microsoft.com/office/powerpoint/2010/main" val="401828834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4B1C216-880B-E533-2C45-A9779EB5E1F1}"/>
              </a:ext>
            </a:extLst>
          </p:cNvPr>
          <p:cNvSpPr>
            <a:spLocks noGrp="1"/>
          </p:cNvSpPr>
          <p:nvPr>
            <p:ph type="title"/>
          </p:nvPr>
        </p:nvSpPr>
        <p:spPr/>
        <p:txBody>
          <a:bodyPr/>
          <a:lstStyle/>
          <a:p>
            <a:r>
              <a:rPr kumimoji="1" lang="ja-JP" altLang="en-US" dirty="0"/>
              <a:t>パッシブ素子だけで</a:t>
            </a:r>
            <a:r>
              <a:rPr kumimoji="1" lang="en-US" altLang="ja-JP" dirty="0"/>
              <a:t>ΔΣ</a:t>
            </a:r>
            <a:endParaRPr kumimoji="1" lang="ja-JP" altLang="en-US" dirty="0"/>
          </a:p>
        </p:txBody>
      </p:sp>
      <p:sp>
        <p:nvSpPr>
          <p:cNvPr id="3" name="スライド番号プレースホルダー 2">
            <a:extLst>
              <a:ext uri="{FF2B5EF4-FFF2-40B4-BE49-F238E27FC236}">
                <a16:creationId xmlns:a16="http://schemas.microsoft.com/office/drawing/2014/main" id="{17CBC0F0-F44C-6BFC-DEB8-C90310CFCC20}"/>
              </a:ext>
            </a:extLst>
          </p:cNvPr>
          <p:cNvSpPr>
            <a:spLocks noGrp="1"/>
          </p:cNvSpPr>
          <p:nvPr>
            <p:ph type="sldNum" sz="quarter" idx="12"/>
          </p:nvPr>
        </p:nvSpPr>
        <p:spPr/>
        <p:txBody>
          <a:bodyPr/>
          <a:lstStyle/>
          <a:p>
            <a:fld id="{336D103E-743F-4B05-B1B2-74D6FB9408BE}" type="slidenum">
              <a:rPr kumimoji="1" lang="ja-JP" altLang="en-US" smtClean="0"/>
              <a:t>33</a:t>
            </a:fld>
            <a:endParaRPr kumimoji="1" lang="ja-JP" altLang="en-US"/>
          </a:p>
        </p:txBody>
      </p:sp>
      <p:pic>
        <p:nvPicPr>
          <p:cNvPr id="5" name="図 4">
            <a:extLst>
              <a:ext uri="{FF2B5EF4-FFF2-40B4-BE49-F238E27FC236}">
                <a16:creationId xmlns:a16="http://schemas.microsoft.com/office/drawing/2014/main" id="{3224C13A-7019-DA18-E36D-48B8380CEA14}"/>
              </a:ext>
            </a:extLst>
          </p:cNvPr>
          <p:cNvPicPr>
            <a:picLocks noChangeAspect="1"/>
          </p:cNvPicPr>
          <p:nvPr/>
        </p:nvPicPr>
        <p:blipFill>
          <a:blip r:embed="rId2"/>
          <a:stretch>
            <a:fillRect/>
          </a:stretch>
        </p:blipFill>
        <p:spPr>
          <a:xfrm>
            <a:off x="334963" y="1120716"/>
            <a:ext cx="11520488" cy="4198047"/>
          </a:xfrm>
          <a:prstGeom prst="rect">
            <a:avLst/>
          </a:prstGeom>
        </p:spPr>
      </p:pic>
      <p:sp>
        <p:nvSpPr>
          <p:cNvPr id="7" name="四角形: 角を丸くする 6">
            <a:extLst>
              <a:ext uri="{FF2B5EF4-FFF2-40B4-BE49-F238E27FC236}">
                <a16:creationId xmlns:a16="http://schemas.microsoft.com/office/drawing/2014/main" id="{9156D49D-93E4-BA36-0AA4-297601B0EBBE}"/>
              </a:ext>
            </a:extLst>
          </p:cNvPr>
          <p:cNvSpPr/>
          <p:nvPr/>
        </p:nvSpPr>
        <p:spPr>
          <a:xfrm>
            <a:off x="2865966" y="2201332"/>
            <a:ext cx="1214967" cy="2146301"/>
          </a:xfrm>
          <a:prstGeom prst="roundRect">
            <a:avLst>
              <a:gd name="adj" fmla="val 0"/>
            </a:avLst>
          </a:prstGeom>
          <a:noFill/>
          <a:ln w="2857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フリーフォーム: 図形 11">
            <a:extLst>
              <a:ext uri="{FF2B5EF4-FFF2-40B4-BE49-F238E27FC236}">
                <a16:creationId xmlns:a16="http://schemas.microsoft.com/office/drawing/2014/main" id="{E085089F-9C37-517E-C071-B87139C63D6E}"/>
              </a:ext>
            </a:extLst>
          </p:cNvPr>
          <p:cNvSpPr/>
          <p:nvPr/>
        </p:nvSpPr>
        <p:spPr>
          <a:xfrm>
            <a:off x="3898899" y="1128182"/>
            <a:ext cx="5274734" cy="2178051"/>
          </a:xfrm>
          <a:custGeom>
            <a:avLst/>
            <a:gdLst>
              <a:gd name="csX0" fmla="*/ 0 w 5274734"/>
              <a:gd name="csY0" fmla="*/ 0 h 2178051"/>
              <a:gd name="csX1" fmla="*/ 5274734 w 5274734"/>
              <a:gd name="csY1" fmla="*/ 0 h 2178051"/>
              <a:gd name="csX2" fmla="*/ 5274734 w 5274734"/>
              <a:gd name="csY2" fmla="*/ 776819 h 2178051"/>
              <a:gd name="csX3" fmla="*/ 5274734 w 5274734"/>
              <a:gd name="csY3" fmla="*/ 785286 h 2178051"/>
              <a:gd name="csX4" fmla="*/ 5274734 w 5274734"/>
              <a:gd name="csY4" fmla="*/ 2178051 h 2178051"/>
              <a:gd name="csX5" fmla="*/ 4212170 w 5274734"/>
              <a:gd name="csY5" fmla="*/ 2178051 h 2178051"/>
              <a:gd name="csX6" fmla="*/ 4212170 w 5274734"/>
              <a:gd name="csY6" fmla="*/ 785286 h 2178051"/>
              <a:gd name="csX7" fmla="*/ 0 w 5274734"/>
              <a:gd name="csY7" fmla="*/ 785286 h 217805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5274734" h="2178051">
                <a:moveTo>
                  <a:pt x="0" y="0"/>
                </a:moveTo>
                <a:lnTo>
                  <a:pt x="5274734" y="0"/>
                </a:lnTo>
                <a:lnTo>
                  <a:pt x="5274734" y="776819"/>
                </a:lnTo>
                <a:lnTo>
                  <a:pt x="5274734" y="785286"/>
                </a:lnTo>
                <a:lnTo>
                  <a:pt x="5274734" y="2178051"/>
                </a:lnTo>
                <a:lnTo>
                  <a:pt x="4212170" y="2178051"/>
                </a:lnTo>
                <a:lnTo>
                  <a:pt x="4212170" y="785286"/>
                </a:lnTo>
                <a:lnTo>
                  <a:pt x="0" y="785286"/>
                </a:lnTo>
                <a:close/>
              </a:path>
            </a:pathLst>
          </a:custGeom>
          <a:noFill/>
          <a:ln w="2857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a:p>
        </p:txBody>
      </p:sp>
      <p:sp>
        <p:nvSpPr>
          <p:cNvPr id="13" name="テキスト ボックス 12">
            <a:extLst>
              <a:ext uri="{FF2B5EF4-FFF2-40B4-BE49-F238E27FC236}">
                <a16:creationId xmlns:a16="http://schemas.microsoft.com/office/drawing/2014/main" id="{541F7795-8C14-17D9-71CC-29FCBEF10270}"/>
              </a:ext>
            </a:extLst>
          </p:cNvPr>
          <p:cNvSpPr txBox="1"/>
          <p:nvPr/>
        </p:nvSpPr>
        <p:spPr>
          <a:xfrm>
            <a:off x="3285737" y="4407515"/>
            <a:ext cx="375424" cy="461665"/>
          </a:xfrm>
          <a:prstGeom prst="rect">
            <a:avLst/>
          </a:prstGeom>
          <a:solidFill>
            <a:schemeClr val="bg1"/>
          </a:solidFill>
        </p:spPr>
        <p:txBody>
          <a:bodyPr wrap="none" rtlCol="0">
            <a:spAutoFit/>
          </a:bodyPr>
          <a:lstStyle/>
          <a:p>
            <a:pPr algn="l"/>
            <a:r>
              <a:rPr kumimoji="1" lang="en-US" altLang="ja-JP" sz="2400" dirty="0">
                <a:solidFill>
                  <a:schemeClr val="tx1">
                    <a:lumMod val="90000"/>
                    <a:lumOff val="10000"/>
                  </a:schemeClr>
                </a:solidFill>
              </a:rPr>
              <a:t>Σ</a:t>
            </a:r>
            <a:endParaRPr kumimoji="1" lang="ja-JP" altLang="en-US" sz="2400" dirty="0">
              <a:solidFill>
                <a:schemeClr val="tx1">
                  <a:lumMod val="90000"/>
                  <a:lumOff val="10000"/>
                </a:schemeClr>
              </a:solidFill>
            </a:endParaRPr>
          </a:p>
        </p:txBody>
      </p:sp>
      <p:sp>
        <p:nvSpPr>
          <p:cNvPr id="15" name="テキスト ボックス 14">
            <a:extLst>
              <a:ext uri="{FF2B5EF4-FFF2-40B4-BE49-F238E27FC236}">
                <a16:creationId xmlns:a16="http://schemas.microsoft.com/office/drawing/2014/main" id="{E9F34F27-7E71-E99E-F846-44F3A665185C}"/>
              </a:ext>
            </a:extLst>
          </p:cNvPr>
          <p:cNvSpPr txBox="1"/>
          <p:nvPr/>
        </p:nvSpPr>
        <p:spPr>
          <a:xfrm>
            <a:off x="9227625" y="1220814"/>
            <a:ext cx="389850" cy="461665"/>
          </a:xfrm>
          <a:prstGeom prst="rect">
            <a:avLst/>
          </a:prstGeom>
          <a:solidFill>
            <a:schemeClr val="bg1"/>
          </a:solidFill>
        </p:spPr>
        <p:txBody>
          <a:bodyPr wrap="none" rtlCol="0">
            <a:spAutoFit/>
          </a:bodyPr>
          <a:lstStyle/>
          <a:p>
            <a:pPr algn="l"/>
            <a:r>
              <a:rPr lang="en-US" altLang="ja-JP" sz="2400" dirty="0">
                <a:solidFill>
                  <a:schemeClr val="tx1">
                    <a:lumMod val="90000"/>
                    <a:lumOff val="10000"/>
                  </a:schemeClr>
                </a:solidFill>
              </a:rPr>
              <a:t>Δ</a:t>
            </a:r>
            <a:endParaRPr kumimoji="1" lang="ja-JP" altLang="en-US" sz="2400" dirty="0">
              <a:solidFill>
                <a:schemeClr val="tx1">
                  <a:lumMod val="90000"/>
                  <a:lumOff val="10000"/>
                </a:schemeClr>
              </a:solidFill>
            </a:endParaRPr>
          </a:p>
        </p:txBody>
      </p:sp>
      <p:sp>
        <p:nvSpPr>
          <p:cNvPr id="16" name="テキスト ボックス 15">
            <a:extLst>
              <a:ext uri="{FF2B5EF4-FFF2-40B4-BE49-F238E27FC236}">
                <a16:creationId xmlns:a16="http://schemas.microsoft.com/office/drawing/2014/main" id="{7A39A662-4F7F-3B39-3834-5A07D085EA77}"/>
              </a:ext>
            </a:extLst>
          </p:cNvPr>
          <p:cNvSpPr txBox="1"/>
          <p:nvPr/>
        </p:nvSpPr>
        <p:spPr>
          <a:xfrm>
            <a:off x="4003127" y="5558587"/>
            <a:ext cx="4184159" cy="830997"/>
          </a:xfrm>
          <a:prstGeom prst="rect">
            <a:avLst/>
          </a:prstGeom>
          <a:noFill/>
        </p:spPr>
        <p:txBody>
          <a:bodyPr wrap="none" rtlCol="0">
            <a:spAutoFit/>
          </a:bodyPr>
          <a:lstStyle/>
          <a:p>
            <a:pPr marL="342900" indent="-342900" algn="l">
              <a:buFont typeface="Arial" panose="020B0604020202020204" pitchFamily="34" charset="0"/>
              <a:buChar char="•"/>
            </a:pPr>
            <a:r>
              <a:rPr kumimoji="1" lang="en-US" altLang="ja-JP" sz="2400" dirty="0">
                <a:solidFill>
                  <a:schemeClr val="tx1">
                    <a:lumMod val="90000"/>
                    <a:lumOff val="10000"/>
                  </a:schemeClr>
                </a:solidFill>
              </a:rPr>
              <a:t>Σ</a:t>
            </a:r>
            <a:r>
              <a:rPr kumimoji="1" lang="ja-JP" altLang="en-US" sz="2400" dirty="0">
                <a:solidFill>
                  <a:schemeClr val="tx1">
                    <a:lumMod val="90000"/>
                    <a:lumOff val="10000"/>
                  </a:schemeClr>
                </a:solidFill>
              </a:rPr>
              <a:t>は</a:t>
            </a:r>
            <a:r>
              <a:rPr kumimoji="1" lang="en-US" altLang="ja-JP" sz="2400" dirty="0">
                <a:solidFill>
                  <a:schemeClr val="tx1">
                    <a:lumMod val="90000"/>
                    <a:lumOff val="10000"/>
                  </a:schemeClr>
                </a:solidFill>
              </a:rPr>
              <a:t>RC</a:t>
            </a:r>
            <a:r>
              <a:rPr kumimoji="1" lang="ja-JP" altLang="en-US" sz="2400" dirty="0">
                <a:solidFill>
                  <a:schemeClr val="tx1">
                    <a:lumMod val="90000"/>
                    <a:lumOff val="10000"/>
                  </a:schemeClr>
                </a:solidFill>
              </a:rPr>
              <a:t>ローパスフィルタ</a:t>
            </a:r>
            <a:endParaRPr lang="en-US" altLang="ja-JP" sz="2400" dirty="0">
              <a:solidFill>
                <a:schemeClr val="tx1">
                  <a:lumMod val="90000"/>
                  <a:lumOff val="10000"/>
                </a:schemeClr>
              </a:solidFill>
            </a:endParaRPr>
          </a:p>
          <a:p>
            <a:pPr marL="342900" indent="-342900" algn="l">
              <a:buFont typeface="Arial" panose="020B0604020202020204" pitchFamily="34" charset="0"/>
              <a:buChar char="•"/>
            </a:pPr>
            <a:r>
              <a:rPr kumimoji="1" lang="en-US" altLang="ja-JP" sz="2400" dirty="0">
                <a:solidFill>
                  <a:schemeClr val="tx1">
                    <a:lumMod val="90000"/>
                    <a:lumOff val="10000"/>
                  </a:schemeClr>
                </a:solidFill>
              </a:rPr>
              <a:t>Δ</a:t>
            </a:r>
            <a:r>
              <a:rPr kumimoji="1" lang="ja-JP" altLang="en-US" sz="2400" dirty="0">
                <a:solidFill>
                  <a:schemeClr val="tx1">
                    <a:lumMod val="90000"/>
                    <a:lumOff val="10000"/>
                  </a:schemeClr>
                </a:solidFill>
              </a:rPr>
              <a:t>は</a:t>
            </a:r>
            <a:r>
              <a:rPr kumimoji="1" lang="en-US" altLang="ja-JP" sz="2400" dirty="0">
                <a:solidFill>
                  <a:schemeClr val="tx1">
                    <a:lumMod val="90000"/>
                    <a:lumOff val="10000"/>
                  </a:schemeClr>
                </a:solidFill>
              </a:rPr>
              <a:t>D-FF</a:t>
            </a:r>
            <a:r>
              <a:rPr kumimoji="1" lang="ja-JP" altLang="en-US" sz="2400" dirty="0">
                <a:solidFill>
                  <a:schemeClr val="tx1">
                    <a:lumMod val="90000"/>
                    <a:lumOff val="10000"/>
                  </a:schemeClr>
                </a:solidFill>
              </a:rPr>
              <a:t>の反転出力と抵抗</a:t>
            </a:r>
            <a:endParaRPr kumimoji="1" lang="en-US" altLang="ja-JP" sz="2400" dirty="0">
              <a:solidFill>
                <a:schemeClr val="tx1">
                  <a:lumMod val="90000"/>
                  <a:lumOff val="10000"/>
                </a:schemeClr>
              </a:solidFill>
            </a:endParaRPr>
          </a:p>
        </p:txBody>
      </p:sp>
    </p:spTree>
    <p:extLst>
      <p:ext uri="{BB962C8B-B14F-4D97-AF65-F5344CB8AC3E}">
        <p14:creationId xmlns:p14="http://schemas.microsoft.com/office/powerpoint/2010/main" val="361005915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ADF7E40-D262-F8E4-61F5-A7123DC8D7F7}"/>
              </a:ext>
            </a:extLst>
          </p:cNvPr>
          <p:cNvSpPr>
            <a:spLocks noGrp="1"/>
          </p:cNvSpPr>
          <p:nvPr>
            <p:ph type="title"/>
          </p:nvPr>
        </p:nvSpPr>
        <p:spPr/>
        <p:txBody>
          <a:bodyPr/>
          <a:lstStyle/>
          <a:p>
            <a:r>
              <a:rPr lang="ja-JP" altLang="en-US" dirty="0"/>
              <a:t>シミュレーション結果</a:t>
            </a:r>
            <a:endParaRPr kumimoji="1" lang="ja-JP" altLang="en-US" dirty="0"/>
          </a:p>
        </p:txBody>
      </p:sp>
      <p:sp>
        <p:nvSpPr>
          <p:cNvPr id="3" name="スライド番号プレースホルダー 2">
            <a:extLst>
              <a:ext uri="{FF2B5EF4-FFF2-40B4-BE49-F238E27FC236}">
                <a16:creationId xmlns:a16="http://schemas.microsoft.com/office/drawing/2014/main" id="{4F3748D7-2007-6BB4-0D11-260E473F6415}"/>
              </a:ext>
            </a:extLst>
          </p:cNvPr>
          <p:cNvSpPr>
            <a:spLocks noGrp="1"/>
          </p:cNvSpPr>
          <p:nvPr>
            <p:ph type="sldNum" sz="quarter" idx="12"/>
          </p:nvPr>
        </p:nvSpPr>
        <p:spPr/>
        <p:txBody>
          <a:bodyPr/>
          <a:lstStyle/>
          <a:p>
            <a:fld id="{336D103E-743F-4B05-B1B2-74D6FB9408BE}" type="slidenum">
              <a:rPr kumimoji="1" lang="ja-JP" altLang="en-US" smtClean="0"/>
              <a:t>34</a:t>
            </a:fld>
            <a:endParaRPr kumimoji="1" lang="ja-JP" altLang="en-US"/>
          </a:p>
        </p:txBody>
      </p:sp>
      <p:pic>
        <p:nvPicPr>
          <p:cNvPr id="5" name="図 4">
            <a:extLst>
              <a:ext uri="{FF2B5EF4-FFF2-40B4-BE49-F238E27FC236}">
                <a16:creationId xmlns:a16="http://schemas.microsoft.com/office/drawing/2014/main" id="{5BD221CB-7FD5-2733-9FEC-FBB6304DED5C}"/>
              </a:ext>
            </a:extLst>
          </p:cNvPr>
          <p:cNvPicPr>
            <a:picLocks noChangeAspect="1"/>
          </p:cNvPicPr>
          <p:nvPr/>
        </p:nvPicPr>
        <p:blipFill>
          <a:blip r:embed="rId2"/>
          <a:stretch>
            <a:fillRect/>
          </a:stretch>
        </p:blipFill>
        <p:spPr>
          <a:xfrm>
            <a:off x="336551" y="1070880"/>
            <a:ext cx="11520487" cy="2660899"/>
          </a:xfrm>
          <a:prstGeom prst="rect">
            <a:avLst/>
          </a:prstGeom>
        </p:spPr>
      </p:pic>
      <p:sp>
        <p:nvSpPr>
          <p:cNvPr id="6" name="テキスト ボックス 5">
            <a:extLst>
              <a:ext uri="{FF2B5EF4-FFF2-40B4-BE49-F238E27FC236}">
                <a16:creationId xmlns:a16="http://schemas.microsoft.com/office/drawing/2014/main" id="{AE17A1C4-B464-C5CE-AC67-BDCFF1CE9896}"/>
              </a:ext>
            </a:extLst>
          </p:cNvPr>
          <p:cNvSpPr txBox="1"/>
          <p:nvPr/>
        </p:nvSpPr>
        <p:spPr>
          <a:xfrm>
            <a:off x="336551" y="4060713"/>
            <a:ext cx="5960286" cy="461665"/>
          </a:xfrm>
          <a:prstGeom prst="rect">
            <a:avLst/>
          </a:prstGeom>
          <a:noFill/>
        </p:spPr>
        <p:txBody>
          <a:bodyPr wrap="none" rtlCol="0">
            <a:spAutoFit/>
          </a:bodyPr>
          <a:lstStyle/>
          <a:p>
            <a:pPr algn="l"/>
            <a:r>
              <a:rPr kumimoji="1" lang="ja-JP" altLang="en-US" sz="2400" dirty="0">
                <a:solidFill>
                  <a:schemeClr val="tx1">
                    <a:lumMod val="90000"/>
                    <a:lumOff val="10000"/>
                  </a:schemeClr>
                </a:solidFill>
              </a:rPr>
              <a:t>パッシブ素子だけでも</a:t>
            </a:r>
            <a:r>
              <a:rPr kumimoji="1" lang="en-US" altLang="ja-JP" sz="2400" dirty="0">
                <a:solidFill>
                  <a:schemeClr val="tx1">
                    <a:lumMod val="90000"/>
                    <a:lumOff val="10000"/>
                  </a:schemeClr>
                </a:solidFill>
              </a:rPr>
              <a:t>ΔΣ</a:t>
            </a:r>
            <a:r>
              <a:rPr kumimoji="1" lang="ja-JP" altLang="en-US" sz="2400" dirty="0">
                <a:solidFill>
                  <a:schemeClr val="tx1">
                    <a:lumMod val="90000"/>
                    <a:lumOff val="10000"/>
                  </a:schemeClr>
                </a:solidFill>
              </a:rPr>
              <a:t>変調ができている</a:t>
            </a:r>
          </a:p>
        </p:txBody>
      </p:sp>
      <p:sp>
        <p:nvSpPr>
          <p:cNvPr id="8" name="テキスト ボックス 7">
            <a:extLst>
              <a:ext uri="{FF2B5EF4-FFF2-40B4-BE49-F238E27FC236}">
                <a16:creationId xmlns:a16="http://schemas.microsoft.com/office/drawing/2014/main" id="{EFF29249-234D-4DDA-761D-FC49EA0DFF35}"/>
              </a:ext>
            </a:extLst>
          </p:cNvPr>
          <p:cNvSpPr txBox="1"/>
          <p:nvPr/>
        </p:nvSpPr>
        <p:spPr>
          <a:xfrm>
            <a:off x="336551" y="4663352"/>
            <a:ext cx="4184159" cy="830997"/>
          </a:xfrm>
          <a:prstGeom prst="rect">
            <a:avLst/>
          </a:prstGeom>
          <a:noFill/>
        </p:spPr>
        <p:txBody>
          <a:bodyPr wrap="none" rtlCol="0">
            <a:spAutoFit/>
          </a:bodyPr>
          <a:lstStyle/>
          <a:p>
            <a:pPr marL="342900" indent="-342900" algn="l">
              <a:buFont typeface="Arial" panose="020B0604020202020204" pitchFamily="34" charset="0"/>
              <a:buChar char="•"/>
            </a:pPr>
            <a:r>
              <a:rPr kumimoji="1" lang="en-US" altLang="ja-JP" sz="2400" dirty="0">
                <a:solidFill>
                  <a:schemeClr val="tx1">
                    <a:lumMod val="90000"/>
                    <a:lumOff val="10000"/>
                  </a:schemeClr>
                </a:solidFill>
              </a:rPr>
              <a:t>Σ</a:t>
            </a:r>
            <a:r>
              <a:rPr kumimoji="1" lang="ja-JP" altLang="en-US" sz="2400" dirty="0">
                <a:solidFill>
                  <a:schemeClr val="tx1">
                    <a:lumMod val="90000"/>
                    <a:lumOff val="10000"/>
                  </a:schemeClr>
                </a:solidFill>
              </a:rPr>
              <a:t>は</a:t>
            </a:r>
            <a:r>
              <a:rPr kumimoji="1" lang="en-US" altLang="ja-JP" sz="2400" dirty="0">
                <a:solidFill>
                  <a:schemeClr val="tx1">
                    <a:lumMod val="90000"/>
                    <a:lumOff val="10000"/>
                  </a:schemeClr>
                </a:solidFill>
              </a:rPr>
              <a:t>RC</a:t>
            </a:r>
            <a:r>
              <a:rPr kumimoji="1" lang="ja-JP" altLang="en-US" sz="2400" dirty="0">
                <a:solidFill>
                  <a:schemeClr val="tx1">
                    <a:lumMod val="90000"/>
                    <a:lumOff val="10000"/>
                  </a:schemeClr>
                </a:solidFill>
              </a:rPr>
              <a:t>ローパスフィルタ</a:t>
            </a:r>
            <a:endParaRPr lang="en-US" altLang="ja-JP" sz="2400" dirty="0">
              <a:solidFill>
                <a:schemeClr val="tx1">
                  <a:lumMod val="90000"/>
                  <a:lumOff val="10000"/>
                </a:schemeClr>
              </a:solidFill>
            </a:endParaRPr>
          </a:p>
          <a:p>
            <a:pPr marL="342900" indent="-342900" algn="l">
              <a:buFont typeface="Arial" panose="020B0604020202020204" pitchFamily="34" charset="0"/>
              <a:buChar char="•"/>
            </a:pPr>
            <a:r>
              <a:rPr kumimoji="1" lang="en-US" altLang="ja-JP" sz="2400" dirty="0">
                <a:solidFill>
                  <a:schemeClr val="tx1">
                    <a:lumMod val="90000"/>
                    <a:lumOff val="10000"/>
                  </a:schemeClr>
                </a:solidFill>
              </a:rPr>
              <a:t>Δ</a:t>
            </a:r>
            <a:r>
              <a:rPr kumimoji="1" lang="ja-JP" altLang="en-US" sz="2400" dirty="0">
                <a:solidFill>
                  <a:schemeClr val="tx1">
                    <a:lumMod val="90000"/>
                    <a:lumOff val="10000"/>
                  </a:schemeClr>
                </a:solidFill>
              </a:rPr>
              <a:t>は</a:t>
            </a:r>
            <a:r>
              <a:rPr kumimoji="1" lang="en-US" altLang="ja-JP" sz="2400" dirty="0">
                <a:solidFill>
                  <a:schemeClr val="tx1">
                    <a:lumMod val="90000"/>
                    <a:lumOff val="10000"/>
                  </a:schemeClr>
                </a:solidFill>
              </a:rPr>
              <a:t>D-FF</a:t>
            </a:r>
            <a:r>
              <a:rPr kumimoji="1" lang="ja-JP" altLang="en-US" sz="2400" dirty="0">
                <a:solidFill>
                  <a:schemeClr val="tx1">
                    <a:lumMod val="90000"/>
                    <a:lumOff val="10000"/>
                  </a:schemeClr>
                </a:solidFill>
              </a:rPr>
              <a:t>の反転出力と抵抗</a:t>
            </a:r>
            <a:endParaRPr kumimoji="1" lang="en-US" altLang="ja-JP" sz="2400" dirty="0">
              <a:solidFill>
                <a:schemeClr val="tx1">
                  <a:lumMod val="90000"/>
                  <a:lumOff val="10000"/>
                </a:schemeClr>
              </a:solidFill>
            </a:endParaRPr>
          </a:p>
        </p:txBody>
      </p:sp>
      <p:sp>
        <p:nvSpPr>
          <p:cNvPr id="10" name="十字形 9">
            <a:extLst>
              <a:ext uri="{FF2B5EF4-FFF2-40B4-BE49-F238E27FC236}">
                <a16:creationId xmlns:a16="http://schemas.microsoft.com/office/drawing/2014/main" id="{178FF2CA-F6A2-C032-B054-715888314C3E}"/>
              </a:ext>
            </a:extLst>
          </p:cNvPr>
          <p:cNvSpPr/>
          <p:nvPr/>
        </p:nvSpPr>
        <p:spPr>
          <a:xfrm>
            <a:off x="2203450" y="5521629"/>
            <a:ext cx="377825" cy="377825"/>
          </a:xfrm>
          <a:prstGeom prst="plus">
            <a:avLst>
              <a:gd name="adj" fmla="val 41319"/>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テキスト ボックス 11">
            <a:extLst>
              <a:ext uri="{FF2B5EF4-FFF2-40B4-BE49-F238E27FC236}">
                <a16:creationId xmlns:a16="http://schemas.microsoft.com/office/drawing/2014/main" id="{C5042F92-BEE0-EB56-E37D-7B6E66C07687}"/>
              </a:ext>
            </a:extLst>
          </p:cNvPr>
          <p:cNvSpPr txBox="1"/>
          <p:nvPr/>
        </p:nvSpPr>
        <p:spPr>
          <a:xfrm>
            <a:off x="336551" y="5926735"/>
            <a:ext cx="3467616" cy="830997"/>
          </a:xfrm>
          <a:prstGeom prst="rect">
            <a:avLst/>
          </a:prstGeom>
          <a:noFill/>
        </p:spPr>
        <p:txBody>
          <a:bodyPr wrap="none" rtlCol="0">
            <a:spAutoFit/>
          </a:bodyPr>
          <a:lstStyle/>
          <a:p>
            <a:pPr marL="342900" indent="-342900" algn="l">
              <a:buFont typeface="Arial" panose="020B0604020202020204" pitchFamily="34" charset="0"/>
              <a:buChar char="•"/>
            </a:pPr>
            <a:r>
              <a:rPr kumimoji="1" lang="ja-JP" altLang="en-US" sz="2400" dirty="0">
                <a:solidFill>
                  <a:schemeClr val="tx1">
                    <a:lumMod val="90000"/>
                    <a:lumOff val="10000"/>
                  </a:schemeClr>
                </a:solidFill>
              </a:rPr>
              <a:t>コンパレータは</a:t>
            </a:r>
            <a:r>
              <a:rPr kumimoji="1" lang="en-US" altLang="ja-JP" sz="2400" dirty="0">
                <a:solidFill>
                  <a:schemeClr val="tx1">
                    <a:lumMod val="90000"/>
                    <a:lumOff val="10000"/>
                  </a:schemeClr>
                </a:solidFill>
              </a:rPr>
              <a:t>IO</a:t>
            </a:r>
            <a:r>
              <a:rPr kumimoji="1" lang="ja-JP" altLang="en-US" sz="2400" dirty="0">
                <a:solidFill>
                  <a:schemeClr val="tx1">
                    <a:lumMod val="90000"/>
                    <a:lumOff val="10000"/>
                  </a:schemeClr>
                </a:solidFill>
              </a:rPr>
              <a:t>端子</a:t>
            </a:r>
            <a:endParaRPr kumimoji="1" lang="en-US" altLang="ja-JP" sz="2400" dirty="0">
              <a:solidFill>
                <a:schemeClr val="tx1">
                  <a:lumMod val="90000"/>
                  <a:lumOff val="10000"/>
                </a:schemeClr>
              </a:solidFill>
            </a:endParaRPr>
          </a:p>
          <a:p>
            <a:pPr marL="342900" indent="-342900" algn="l">
              <a:buFont typeface="Arial" panose="020B0604020202020204" pitchFamily="34" charset="0"/>
              <a:buChar char="•"/>
            </a:pPr>
            <a:r>
              <a:rPr lang="en-US" altLang="ja-JP" sz="2400" dirty="0">
                <a:solidFill>
                  <a:schemeClr val="tx1">
                    <a:lumMod val="90000"/>
                    <a:lumOff val="10000"/>
                  </a:schemeClr>
                </a:solidFill>
              </a:rPr>
              <a:t>D-FF</a:t>
            </a:r>
            <a:r>
              <a:rPr lang="ja-JP" altLang="en-US" sz="2400" dirty="0">
                <a:solidFill>
                  <a:schemeClr val="tx1">
                    <a:lumMod val="90000"/>
                    <a:lumOff val="10000"/>
                  </a:schemeClr>
                </a:solidFill>
              </a:rPr>
              <a:t>はレジスタ</a:t>
            </a:r>
            <a:endParaRPr kumimoji="1" lang="en-US" altLang="ja-JP" sz="2400" dirty="0">
              <a:solidFill>
                <a:schemeClr val="tx1">
                  <a:lumMod val="90000"/>
                  <a:lumOff val="10000"/>
                </a:schemeClr>
              </a:solidFill>
            </a:endParaRPr>
          </a:p>
        </p:txBody>
      </p:sp>
      <p:sp>
        <p:nvSpPr>
          <p:cNvPr id="13" name="矢印: 右 12">
            <a:extLst>
              <a:ext uri="{FF2B5EF4-FFF2-40B4-BE49-F238E27FC236}">
                <a16:creationId xmlns:a16="http://schemas.microsoft.com/office/drawing/2014/main" id="{E7818D57-B67F-B7D6-2FB7-54AA9DB57E07}"/>
              </a:ext>
            </a:extLst>
          </p:cNvPr>
          <p:cNvSpPr/>
          <p:nvPr/>
        </p:nvSpPr>
        <p:spPr>
          <a:xfrm>
            <a:off x="4734560" y="5325201"/>
            <a:ext cx="817880" cy="484632"/>
          </a:xfrm>
          <a:prstGeom prst="rightArrow">
            <a:avLst>
              <a:gd name="adj1" fmla="val 50000"/>
              <a:gd name="adj2" fmla="val 90881"/>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テキスト ボックス 13">
            <a:extLst>
              <a:ext uri="{FF2B5EF4-FFF2-40B4-BE49-F238E27FC236}">
                <a16:creationId xmlns:a16="http://schemas.microsoft.com/office/drawing/2014/main" id="{E43D6479-97B2-44CB-C1BB-B1ABBE74A0C5}"/>
              </a:ext>
            </a:extLst>
          </p:cNvPr>
          <p:cNvSpPr txBox="1"/>
          <p:nvPr/>
        </p:nvSpPr>
        <p:spPr>
          <a:xfrm>
            <a:off x="5924551" y="5275129"/>
            <a:ext cx="4136069" cy="584775"/>
          </a:xfrm>
          <a:prstGeom prst="rect">
            <a:avLst/>
          </a:prstGeom>
          <a:noFill/>
        </p:spPr>
        <p:txBody>
          <a:bodyPr wrap="none" rtlCol="0">
            <a:spAutoFit/>
          </a:bodyPr>
          <a:lstStyle/>
          <a:p>
            <a:pPr algn="l"/>
            <a:r>
              <a:rPr lang="en-US" altLang="ja-JP" sz="3200" b="1" dirty="0">
                <a:solidFill>
                  <a:schemeClr val="tx1">
                    <a:lumMod val="90000"/>
                    <a:lumOff val="10000"/>
                  </a:schemeClr>
                </a:solidFill>
              </a:rPr>
              <a:t>FPGA</a:t>
            </a:r>
            <a:r>
              <a:rPr lang="ja-JP" altLang="en-US" sz="3200" dirty="0">
                <a:solidFill>
                  <a:schemeClr val="tx1">
                    <a:lumMod val="90000"/>
                    <a:lumOff val="10000"/>
                  </a:schemeClr>
                </a:solidFill>
              </a:rPr>
              <a:t>でも実現できる</a:t>
            </a:r>
            <a:endParaRPr kumimoji="1" lang="en-US" altLang="ja-JP" sz="3200" dirty="0">
              <a:solidFill>
                <a:schemeClr val="tx1">
                  <a:lumMod val="90000"/>
                  <a:lumOff val="10000"/>
                </a:schemeClr>
              </a:solidFill>
            </a:endParaRPr>
          </a:p>
        </p:txBody>
      </p:sp>
    </p:spTree>
    <p:extLst>
      <p:ext uri="{BB962C8B-B14F-4D97-AF65-F5344CB8AC3E}">
        <p14:creationId xmlns:p14="http://schemas.microsoft.com/office/powerpoint/2010/main" val="100407439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3">
            <a:extLst>
              <a:ext uri="{FF2B5EF4-FFF2-40B4-BE49-F238E27FC236}">
                <a16:creationId xmlns:a16="http://schemas.microsoft.com/office/drawing/2014/main" id="{DEC36EC9-A151-C469-1478-8CF50D7D98F2}"/>
              </a:ext>
            </a:extLst>
          </p:cNvPr>
          <p:cNvSpPr>
            <a:spLocks noGrp="1"/>
          </p:cNvSpPr>
          <p:nvPr>
            <p:ph type="title"/>
          </p:nvPr>
        </p:nvSpPr>
        <p:spPr/>
        <p:txBody>
          <a:bodyPr/>
          <a:lstStyle/>
          <a:p>
            <a:r>
              <a:rPr lang="en-US" altLang="ja-JP" dirty="0"/>
              <a:t>FPGA</a:t>
            </a:r>
            <a:r>
              <a:rPr lang="ja-JP" altLang="en-US" dirty="0"/>
              <a:t>で</a:t>
            </a:r>
            <a:r>
              <a:rPr lang="en-US" altLang="ja-JP" dirty="0"/>
              <a:t>ΔΣ</a:t>
            </a:r>
            <a:r>
              <a:rPr lang="ja-JP" altLang="en-US" dirty="0"/>
              <a:t>変調</a:t>
            </a:r>
          </a:p>
        </p:txBody>
      </p:sp>
      <p:sp>
        <p:nvSpPr>
          <p:cNvPr id="5" name="テキスト プレースホルダー 4">
            <a:extLst>
              <a:ext uri="{FF2B5EF4-FFF2-40B4-BE49-F238E27FC236}">
                <a16:creationId xmlns:a16="http://schemas.microsoft.com/office/drawing/2014/main" id="{564255E6-BA23-5643-33FD-E795BAB74398}"/>
              </a:ext>
            </a:extLst>
          </p:cNvPr>
          <p:cNvSpPr>
            <a:spLocks noGrp="1"/>
          </p:cNvSpPr>
          <p:nvPr>
            <p:ph type="body" idx="1"/>
          </p:nvPr>
        </p:nvSpPr>
        <p:spPr/>
        <p:txBody>
          <a:bodyPr/>
          <a:lstStyle/>
          <a:p>
            <a:endParaRPr lang="ja-JP" altLang="en-US"/>
          </a:p>
        </p:txBody>
      </p:sp>
      <p:sp>
        <p:nvSpPr>
          <p:cNvPr id="3" name="スライド番号プレースホルダー 2">
            <a:extLst>
              <a:ext uri="{FF2B5EF4-FFF2-40B4-BE49-F238E27FC236}">
                <a16:creationId xmlns:a16="http://schemas.microsoft.com/office/drawing/2014/main" id="{6FC2E643-7CDF-8502-C1B5-08705031A847}"/>
              </a:ext>
            </a:extLst>
          </p:cNvPr>
          <p:cNvSpPr>
            <a:spLocks noGrp="1"/>
          </p:cNvSpPr>
          <p:nvPr>
            <p:ph type="sldNum" sz="quarter" idx="12"/>
          </p:nvPr>
        </p:nvSpPr>
        <p:spPr/>
        <p:txBody>
          <a:bodyPr/>
          <a:lstStyle/>
          <a:p>
            <a:fld id="{336D103E-743F-4B05-B1B2-74D6FB9408BE}" type="slidenum">
              <a:rPr kumimoji="1" lang="ja-JP" altLang="en-US" smtClean="0"/>
              <a:t>35</a:t>
            </a:fld>
            <a:endParaRPr kumimoji="1" lang="ja-JP" altLang="en-US"/>
          </a:p>
        </p:txBody>
      </p:sp>
    </p:spTree>
    <p:extLst>
      <p:ext uri="{BB962C8B-B14F-4D97-AF65-F5344CB8AC3E}">
        <p14:creationId xmlns:p14="http://schemas.microsoft.com/office/powerpoint/2010/main" val="290653972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488BF3E-7D1C-5461-3042-059868D279A2}"/>
              </a:ext>
            </a:extLst>
          </p:cNvPr>
          <p:cNvSpPr>
            <a:spLocks noGrp="1"/>
          </p:cNvSpPr>
          <p:nvPr>
            <p:ph type="title"/>
          </p:nvPr>
        </p:nvSpPr>
        <p:spPr/>
        <p:txBody>
          <a:bodyPr/>
          <a:lstStyle/>
          <a:p>
            <a:r>
              <a:rPr kumimoji="1" lang="ja-JP" altLang="en-US" dirty="0"/>
              <a:t>回路</a:t>
            </a:r>
          </a:p>
        </p:txBody>
      </p:sp>
      <p:sp>
        <p:nvSpPr>
          <p:cNvPr id="3" name="スライド番号プレースホルダー 2">
            <a:extLst>
              <a:ext uri="{FF2B5EF4-FFF2-40B4-BE49-F238E27FC236}">
                <a16:creationId xmlns:a16="http://schemas.microsoft.com/office/drawing/2014/main" id="{9AA312CA-4E70-0B20-5CEC-BB3D7592B257}"/>
              </a:ext>
            </a:extLst>
          </p:cNvPr>
          <p:cNvSpPr>
            <a:spLocks noGrp="1"/>
          </p:cNvSpPr>
          <p:nvPr>
            <p:ph type="sldNum" sz="quarter" idx="12"/>
          </p:nvPr>
        </p:nvSpPr>
        <p:spPr/>
        <p:txBody>
          <a:bodyPr/>
          <a:lstStyle/>
          <a:p>
            <a:fld id="{336D103E-743F-4B05-B1B2-74D6FB9408BE}" type="slidenum">
              <a:rPr kumimoji="1" lang="ja-JP" altLang="en-US" smtClean="0"/>
              <a:t>36</a:t>
            </a:fld>
            <a:endParaRPr kumimoji="1" lang="ja-JP" altLang="en-US"/>
          </a:p>
        </p:txBody>
      </p:sp>
      <p:sp>
        <p:nvSpPr>
          <p:cNvPr id="4" name="テキスト ボックス 3">
            <a:extLst>
              <a:ext uri="{FF2B5EF4-FFF2-40B4-BE49-F238E27FC236}">
                <a16:creationId xmlns:a16="http://schemas.microsoft.com/office/drawing/2014/main" id="{48089BC0-D6AB-4124-EF24-6CF6887F0350}"/>
              </a:ext>
            </a:extLst>
          </p:cNvPr>
          <p:cNvSpPr txBox="1"/>
          <p:nvPr/>
        </p:nvSpPr>
        <p:spPr>
          <a:xfrm>
            <a:off x="2168283" y="1445799"/>
            <a:ext cx="482824" cy="307777"/>
          </a:xfrm>
          <a:prstGeom prst="rect">
            <a:avLst/>
          </a:prstGeom>
          <a:noFill/>
        </p:spPr>
        <p:txBody>
          <a:bodyPr wrap="none" rtlCol="0">
            <a:spAutoFit/>
          </a:bodyPr>
          <a:lstStyle/>
          <a:p>
            <a:pPr algn="l"/>
            <a:r>
              <a:rPr kumimoji="1" lang="en-US" altLang="ja-JP" sz="1400" dirty="0">
                <a:solidFill>
                  <a:sysClr val="windowText" lastClr="000000"/>
                </a:solidFill>
                <a:latin typeface="Consolas" panose="020B0609020204030204" pitchFamily="49" charset="0"/>
              </a:rPr>
              <a:t>VIO</a:t>
            </a:r>
            <a:endParaRPr kumimoji="1" lang="ja-JP" altLang="en-US" sz="1400" dirty="0">
              <a:solidFill>
                <a:sysClr val="windowText" lastClr="000000"/>
              </a:solidFill>
              <a:latin typeface="Consolas" panose="020B0609020204030204" pitchFamily="49" charset="0"/>
            </a:endParaRPr>
          </a:p>
        </p:txBody>
      </p:sp>
      <p:cxnSp>
        <p:nvCxnSpPr>
          <p:cNvPr id="5" name="コネクタ: カギ線 4">
            <a:extLst>
              <a:ext uri="{FF2B5EF4-FFF2-40B4-BE49-F238E27FC236}">
                <a16:creationId xmlns:a16="http://schemas.microsoft.com/office/drawing/2014/main" id="{5F0013B3-CBCF-3BA8-2B75-2DDCBC899EB5}"/>
              </a:ext>
            </a:extLst>
          </p:cNvPr>
          <p:cNvCxnSpPr>
            <a:cxnSpLocks/>
            <a:stCxn id="17" idx="6"/>
            <a:endCxn id="48" idx="1"/>
          </p:cNvCxnSpPr>
          <p:nvPr/>
        </p:nvCxnSpPr>
        <p:spPr>
          <a:xfrm>
            <a:off x="2097729" y="2598881"/>
            <a:ext cx="1848039" cy="833340"/>
          </a:xfrm>
          <a:prstGeom prst="bentConnector3">
            <a:avLst>
              <a:gd name="adj1" fmla="val 23199"/>
            </a:avLst>
          </a:prstGeom>
        </p:spPr>
        <p:style>
          <a:lnRef idx="3">
            <a:schemeClr val="dk1"/>
          </a:lnRef>
          <a:fillRef idx="0">
            <a:schemeClr val="dk1"/>
          </a:fillRef>
          <a:effectRef idx="2">
            <a:schemeClr val="dk1"/>
          </a:effectRef>
          <a:fontRef idx="minor">
            <a:schemeClr val="tx1"/>
          </a:fontRef>
        </p:style>
      </p:cxnSp>
      <p:sp>
        <p:nvSpPr>
          <p:cNvPr id="6" name="テキスト ボックス 5">
            <a:extLst>
              <a:ext uri="{FF2B5EF4-FFF2-40B4-BE49-F238E27FC236}">
                <a16:creationId xmlns:a16="http://schemas.microsoft.com/office/drawing/2014/main" id="{0A04EB42-8085-2720-5098-777199FFDBAE}"/>
              </a:ext>
            </a:extLst>
          </p:cNvPr>
          <p:cNvSpPr txBox="1"/>
          <p:nvPr/>
        </p:nvSpPr>
        <p:spPr>
          <a:xfrm>
            <a:off x="2382261" y="3448862"/>
            <a:ext cx="979755" cy="307777"/>
          </a:xfrm>
          <a:prstGeom prst="rect">
            <a:avLst/>
          </a:prstGeom>
          <a:noFill/>
        </p:spPr>
        <p:txBody>
          <a:bodyPr wrap="none" rtlCol="0">
            <a:spAutoFit/>
          </a:bodyPr>
          <a:lstStyle/>
          <a:p>
            <a:pPr algn="l"/>
            <a:r>
              <a:rPr kumimoji="1" lang="en-US" altLang="ja-JP" sz="1400" dirty="0">
                <a:solidFill>
                  <a:sysClr val="windowText" lastClr="000000"/>
                </a:solidFill>
                <a:latin typeface="Consolas" panose="020B0609020204030204" pitchFamily="49" charset="0"/>
              </a:rPr>
              <a:t>GPIOR_03</a:t>
            </a:r>
            <a:endParaRPr kumimoji="1" lang="ja-JP" altLang="en-US" sz="1400" dirty="0">
              <a:solidFill>
                <a:sysClr val="windowText" lastClr="000000"/>
              </a:solidFill>
              <a:latin typeface="Consolas" panose="020B0609020204030204" pitchFamily="49" charset="0"/>
            </a:endParaRPr>
          </a:p>
        </p:txBody>
      </p:sp>
      <p:sp>
        <p:nvSpPr>
          <p:cNvPr id="7" name="テキスト ボックス 6">
            <a:extLst>
              <a:ext uri="{FF2B5EF4-FFF2-40B4-BE49-F238E27FC236}">
                <a16:creationId xmlns:a16="http://schemas.microsoft.com/office/drawing/2014/main" id="{F9924CA4-7F69-A2B9-6B93-73DFB6635A5D}"/>
              </a:ext>
            </a:extLst>
          </p:cNvPr>
          <p:cNvSpPr txBox="1"/>
          <p:nvPr/>
        </p:nvSpPr>
        <p:spPr>
          <a:xfrm>
            <a:off x="8836513" y="3213424"/>
            <a:ext cx="979755" cy="307777"/>
          </a:xfrm>
          <a:prstGeom prst="rect">
            <a:avLst/>
          </a:prstGeom>
          <a:noFill/>
        </p:spPr>
        <p:txBody>
          <a:bodyPr wrap="none" rtlCol="0">
            <a:spAutoFit/>
          </a:bodyPr>
          <a:lstStyle/>
          <a:p>
            <a:pPr algn="l"/>
            <a:r>
              <a:rPr kumimoji="1" lang="en-US" altLang="ja-JP" sz="1400" dirty="0">
                <a:solidFill>
                  <a:sysClr val="windowText" lastClr="000000"/>
                </a:solidFill>
                <a:latin typeface="Consolas" panose="020B0609020204030204" pitchFamily="49" charset="0"/>
              </a:rPr>
              <a:t>GPIOL_19</a:t>
            </a:r>
            <a:endParaRPr kumimoji="1" lang="ja-JP" altLang="en-US" sz="1400" dirty="0">
              <a:solidFill>
                <a:sysClr val="windowText" lastClr="000000"/>
              </a:solidFill>
              <a:latin typeface="Consolas" panose="020B0609020204030204" pitchFamily="49" charset="0"/>
            </a:endParaRPr>
          </a:p>
        </p:txBody>
      </p:sp>
      <p:sp>
        <p:nvSpPr>
          <p:cNvPr id="8" name="正方形/長方形 7">
            <a:extLst>
              <a:ext uri="{FF2B5EF4-FFF2-40B4-BE49-F238E27FC236}">
                <a16:creationId xmlns:a16="http://schemas.microsoft.com/office/drawing/2014/main" id="{C0D01F68-9934-6F0F-4947-A104BC0FACFA}"/>
              </a:ext>
            </a:extLst>
          </p:cNvPr>
          <p:cNvSpPr/>
          <p:nvPr/>
        </p:nvSpPr>
        <p:spPr>
          <a:xfrm>
            <a:off x="3324990" y="1501821"/>
            <a:ext cx="5542020" cy="3651158"/>
          </a:xfrm>
          <a:prstGeom prst="rect">
            <a:avLst/>
          </a:prstGeom>
          <a:noFill/>
          <a:ln w="28575">
            <a:solidFill>
              <a:schemeClr val="tx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テキスト ボックス 8">
            <a:extLst>
              <a:ext uri="{FF2B5EF4-FFF2-40B4-BE49-F238E27FC236}">
                <a16:creationId xmlns:a16="http://schemas.microsoft.com/office/drawing/2014/main" id="{655F56AB-C04D-AAC1-C524-D820A27321F4}"/>
              </a:ext>
            </a:extLst>
          </p:cNvPr>
          <p:cNvSpPr txBox="1"/>
          <p:nvPr/>
        </p:nvSpPr>
        <p:spPr>
          <a:xfrm>
            <a:off x="4374380" y="1761080"/>
            <a:ext cx="2563522" cy="461665"/>
          </a:xfrm>
          <a:prstGeom prst="rect">
            <a:avLst/>
          </a:prstGeom>
          <a:noFill/>
        </p:spPr>
        <p:txBody>
          <a:bodyPr wrap="none" rtlCol="0">
            <a:spAutoFit/>
          </a:bodyPr>
          <a:lstStyle/>
          <a:p>
            <a:pPr algn="l"/>
            <a:r>
              <a:rPr lang="en-US" altLang="ja-JP" sz="2400">
                <a:latin typeface="Consolas" panose="020B0609020204030204" pitchFamily="49" charset="0"/>
              </a:rPr>
              <a:t>module </a:t>
            </a:r>
            <a:r>
              <a:rPr lang="en-US" altLang="ja-JP" sz="2400" dirty="0" err="1">
                <a:latin typeface="Consolas" panose="020B0609020204030204" pitchFamily="49" charset="0"/>
              </a:rPr>
              <a:t>pwm_top</a:t>
            </a:r>
            <a:endParaRPr lang="ja-JP" altLang="en-US" sz="2400" dirty="0">
              <a:latin typeface="Consolas" panose="020B0609020204030204" pitchFamily="49" charset="0"/>
            </a:endParaRPr>
          </a:p>
        </p:txBody>
      </p:sp>
      <p:grpSp>
        <p:nvGrpSpPr>
          <p:cNvPr id="11" name="グループ化 10">
            <a:extLst>
              <a:ext uri="{FF2B5EF4-FFF2-40B4-BE49-F238E27FC236}">
                <a16:creationId xmlns:a16="http://schemas.microsoft.com/office/drawing/2014/main" id="{2B878806-A7F9-9C61-79E0-E3D68CDB1756}"/>
              </a:ext>
            </a:extLst>
          </p:cNvPr>
          <p:cNvGrpSpPr/>
          <p:nvPr/>
        </p:nvGrpSpPr>
        <p:grpSpPr>
          <a:xfrm>
            <a:off x="1924122" y="1542409"/>
            <a:ext cx="315152" cy="2035032"/>
            <a:chOff x="3529103" y="2440346"/>
            <a:chExt cx="194192" cy="1253956"/>
          </a:xfrm>
        </p:grpSpPr>
        <p:grpSp>
          <p:nvGrpSpPr>
            <p:cNvPr id="12" name="グループ化 11">
              <a:extLst>
                <a:ext uri="{FF2B5EF4-FFF2-40B4-BE49-F238E27FC236}">
                  <a16:creationId xmlns:a16="http://schemas.microsoft.com/office/drawing/2014/main" id="{3B650D5B-D603-CA1B-4F5C-A1A8D0146796}"/>
                </a:ext>
              </a:extLst>
            </p:cNvPr>
            <p:cNvGrpSpPr/>
            <p:nvPr/>
          </p:nvGrpSpPr>
          <p:grpSpPr>
            <a:xfrm>
              <a:off x="3607502" y="3123833"/>
              <a:ext cx="115793" cy="486913"/>
              <a:chOff x="1980856" y="3601173"/>
              <a:chExt cx="57705" cy="303485"/>
            </a:xfrm>
          </p:grpSpPr>
          <p:cxnSp>
            <p:nvCxnSpPr>
              <p:cNvPr id="20" name="直線コネクタ 19">
                <a:extLst>
                  <a:ext uri="{FF2B5EF4-FFF2-40B4-BE49-F238E27FC236}">
                    <a16:creationId xmlns:a16="http://schemas.microsoft.com/office/drawing/2014/main" id="{7F4D0464-35B6-C9CA-26CA-401CCACE1DA3}"/>
                  </a:ext>
                </a:extLst>
              </p:cNvPr>
              <p:cNvCxnSpPr>
                <a:cxnSpLocks/>
              </p:cNvCxnSpPr>
              <p:nvPr/>
            </p:nvCxnSpPr>
            <p:spPr>
              <a:xfrm rot="5400000" flipH="1">
                <a:off x="1929296" y="3652734"/>
                <a:ext cx="103121" cy="0"/>
              </a:xfrm>
              <a:prstGeom prst="line">
                <a:avLst/>
              </a:prstGeom>
              <a:ln w="19050"/>
            </p:spPr>
            <p:style>
              <a:lnRef idx="3">
                <a:schemeClr val="dk1"/>
              </a:lnRef>
              <a:fillRef idx="0">
                <a:schemeClr val="dk1"/>
              </a:fillRef>
              <a:effectRef idx="2">
                <a:schemeClr val="dk1"/>
              </a:effectRef>
              <a:fontRef idx="minor">
                <a:schemeClr val="tx1"/>
              </a:fontRef>
            </p:style>
          </p:cxnSp>
          <p:cxnSp>
            <p:nvCxnSpPr>
              <p:cNvPr id="21" name="直線コネクタ 20">
                <a:extLst>
                  <a:ext uri="{FF2B5EF4-FFF2-40B4-BE49-F238E27FC236}">
                    <a16:creationId xmlns:a16="http://schemas.microsoft.com/office/drawing/2014/main" id="{F0877620-5FF8-61A7-4353-E2BF8C36931D}"/>
                  </a:ext>
                </a:extLst>
              </p:cNvPr>
              <p:cNvCxnSpPr>
                <a:cxnSpLocks/>
              </p:cNvCxnSpPr>
              <p:nvPr/>
            </p:nvCxnSpPr>
            <p:spPr>
              <a:xfrm rot="5400000" flipH="1">
                <a:off x="1929296" y="3853098"/>
                <a:ext cx="103121" cy="0"/>
              </a:xfrm>
              <a:prstGeom prst="line">
                <a:avLst/>
              </a:prstGeom>
              <a:ln w="19050"/>
            </p:spPr>
            <p:style>
              <a:lnRef idx="3">
                <a:schemeClr val="dk1"/>
              </a:lnRef>
              <a:fillRef idx="0">
                <a:schemeClr val="dk1"/>
              </a:fillRef>
              <a:effectRef idx="2">
                <a:schemeClr val="dk1"/>
              </a:effectRef>
              <a:fontRef idx="minor">
                <a:schemeClr val="tx1"/>
              </a:fontRef>
            </p:style>
          </p:cxnSp>
          <p:cxnSp>
            <p:nvCxnSpPr>
              <p:cNvPr id="22" name="直線コネクタ 21">
                <a:extLst>
                  <a:ext uri="{FF2B5EF4-FFF2-40B4-BE49-F238E27FC236}">
                    <a16:creationId xmlns:a16="http://schemas.microsoft.com/office/drawing/2014/main" id="{224F45E9-29F5-6282-8A62-AA4F6BD0C50A}"/>
                  </a:ext>
                </a:extLst>
              </p:cNvPr>
              <p:cNvCxnSpPr>
                <a:cxnSpLocks/>
              </p:cNvCxnSpPr>
              <p:nvPr/>
            </p:nvCxnSpPr>
            <p:spPr>
              <a:xfrm rot="5400000" flipH="1">
                <a:off x="1954701" y="3730450"/>
                <a:ext cx="89382" cy="37071"/>
              </a:xfrm>
              <a:prstGeom prst="line">
                <a:avLst/>
              </a:prstGeom>
              <a:ln w="19050"/>
            </p:spPr>
            <p:style>
              <a:lnRef idx="3">
                <a:schemeClr val="dk1"/>
              </a:lnRef>
              <a:fillRef idx="0">
                <a:schemeClr val="dk1"/>
              </a:fillRef>
              <a:effectRef idx="2">
                <a:schemeClr val="dk1"/>
              </a:effectRef>
              <a:fontRef idx="minor">
                <a:schemeClr val="tx1"/>
              </a:fontRef>
            </p:style>
          </p:cxnSp>
          <p:cxnSp>
            <p:nvCxnSpPr>
              <p:cNvPr id="23" name="直線コネクタ 22">
                <a:extLst>
                  <a:ext uri="{FF2B5EF4-FFF2-40B4-BE49-F238E27FC236}">
                    <a16:creationId xmlns:a16="http://schemas.microsoft.com/office/drawing/2014/main" id="{F9E3CC16-C2E3-8B84-2B15-5AF7EF0ED7A1}"/>
                  </a:ext>
                </a:extLst>
              </p:cNvPr>
              <p:cNvCxnSpPr>
                <a:cxnSpLocks/>
              </p:cNvCxnSpPr>
              <p:nvPr/>
            </p:nvCxnSpPr>
            <p:spPr>
              <a:xfrm rot="5400000" flipH="1">
                <a:off x="2017927" y="3729176"/>
                <a:ext cx="0" cy="37070"/>
              </a:xfrm>
              <a:prstGeom prst="line">
                <a:avLst/>
              </a:prstGeom>
              <a:ln w="19050"/>
            </p:spPr>
            <p:style>
              <a:lnRef idx="3">
                <a:schemeClr val="dk1"/>
              </a:lnRef>
              <a:fillRef idx="0">
                <a:schemeClr val="dk1"/>
              </a:fillRef>
              <a:effectRef idx="2">
                <a:schemeClr val="dk1"/>
              </a:effectRef>
              <a:fontRef idx="minor">
                <a:schemeClr val="tx1"/>
              </a:fontRef>
            </p:style>
          </p:cxnSp>
          <p:cxnSp>
            <p:nvCxnSpPr>
              <p:cNvPr id="24" name="直線コネクタ 23">
                <a:extLst>
                  <a:ext uri="{FF2B5EF4-FFF2-40B4-BE49-F238E27FC236}">
                    <a16:creationId xmlns:a16="http://schemas.microsoft.com/office/drawing/2014/main" id="{CA10B031-7EA6-D60C-D948-D7F70AF72109}"/>
                  </a:ext>
                </a:extLst>
              </p:cNvPr>
              <p:cNvCxnSpPr>
                <a:cxnSpLocks/>
              </p:cNvCxnSpPr>
              <p:nvPr/>
            </p:nvCxnSpPr>
            <p:spPr>
              <a:xfrm rot="5400000" flipH="1">
                <a:off x="1987000" y="3747711"/>
                <a:ext cx="103121" cy="0"/>
              </a:xfrm>
              <a:prstGeom prst="line">
                <a:avLst/>
              </a:prstGeom>
              <a:ln w="19050"/>
            </p:spPr>
            <p:style>
              <a:lnRef idx="3">
                <a:schemeClr val="dk1"/>
              </a:lnRef>
              <a:fillRef idx="0">
                <a:schemeClr val="dk1"/>
              </a:fillRef>
              <a:effectRef idx="2">
                <a:schemeClr val="dk1"/>
              </a:effectRef>
              <a:fontRef idx="minor">
                <a:schemeClr val="tx1"/>
              </a:fontRef>
            </p:style>
          </p:cxnSp>
        </p:grpSp>
        <p:sp>
          <p:nvSpPr>
            <p:cNvPr id="13" name="正方形/長方形 12">
              <a:extLst>
                <a:ext uri="{FF2B5EF4-FFF2-40B4-BE49-F238E27FC236}">
                  <a16:creationId xmlns:a16="http://schemas.microsoft.com/office/drawing/2014/main" id="{EEB41BB6-E1D6-7C99-F00B-952ECE24C802}"/>
                </a:ext>
              </a:extLst>
            </p:cNvPr>
            <p:cNvSpPr/>
            <p:nvPr/>
          </p:nvSpPr>
          <p:spPr>
            <a:xfrm>
              <a:off x="3529103" y="2619240"/>
              <a:ext cx="154940" cy="342900"/>
            </a:xfrm>
            <a:prstGeom prst="rect">
              <a:avLst/>
            </a:prstGeom>
            <a:solidFill>
              <a:schemeClr val="bg1"/>
            </a:solidFill>
            <a:ln w="19050">
              <a:solidFill>
                <a:schemeClr val="tx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vert="vert" rtlCol="0" anchor="ctr"/>
            <a:lstStyle/>
            <a:p>
              <a:pPr algn="ctr"/>
              <a:r>
                <a:rPr lang="en-US" altLang="ja-JP" sz="1600" dirty="0">
                  <a:solidFill>
                    <a:sysClr val="windowText" lastClr="000000"/>
                  </a:solidFill>
                  <a:latin typeface="Consolas" panose="020B0609020204030204" pitchFamily="49" charset="0"/>
                </a:rPr>
                <a:t>1k</a:t>
              </a:r>
              <a:endParaRPr kumimoji="1" lang="ja-JP" altLang="en-US" sz="1600" dirty="0">
                <a:solidFill>
                  <a:sysClr val="windowText" lastClr="000000"/>
                </a:solidFill>
                <a:latin typeface="Consolas" panose="020B0609020204030204" pitchFamily="49" charset="0"/>
              </a:endParaRPr>
            </a:p>
          </p:txBody>
        </p:sp>
        <p:sp>
          <p:nvSpPr>
            <p:cNvPr id="14" name="二等辺三角形 13">
              <a:extLst>
                <a:ext uri="{FF2B5EF4-FFF2-40B4-BE49-F238E27FC236}">
                  <a16:creationId xmlns:a16="http://schemas.microsoft.com/office/drawing/2014/main" id="{7B236ED1-116D-D751-1BF1-4988E176659E}"/>
                </a:ext>
              </a:extLst>
            </p:cNvPr>
            <p:cNvSpPr/>
            <p:nvPr/>
          </p:nvSpPr>
          <p:spPr>
            <a:xfrm rot="10800000">
              <a:off x="3558240" y="3609368"/>
              <a:ext cx="98524" cy="84934"/>
            </a:xfrm>
            <a:prstGeom prst="triangle">
              <a:avLst/>
            </a:prstGeom>
            <a:solidFill>
              <a:schemeClr val="bg1"/>
            </a:solidFill>
            <a:ln w="19050">
              <a:solidFill>
                <a:schemeClr val="tx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3200"/>
            </a:p>
          </p:txBody>
        </p:sp>
        <p:cxnSp>
          <p:nvCxnSpPr>
            <p:cNvPr id="15" name="直線コネクタ 14">
              <a:extLst>
                <a:ext uri="{FF2B5EF4-FFF2-40B4-BE49-F238E27FC236}">
                  <a16:creationId xmlns:a16="http://schemas.microsoft.com/office/drawing/2014/main" id="{6AD4D4E5-19DD-F88E-C0F2-A4741D7C2064}"/>
                </a:ext>
              </a:extLst>
            </p:cNvPr>
            <p:cNvCxnSpPr>
              <a:cxnSpLocks/>
            </p:cNvCxnSpPr>
            <p:nvPr/>
          </p:nvCxnSpPr>
          <p:spPr>
            <a:xfrm>
              <a:off x="3529103" y="2478147"/>
              <a:ext cx="168592" cy="0"/>
            </a:xfrm>
            <a:prstGeom prst="line">
              <a:avLst/>
            </a:prstGeom>
            <a:ln w="19050"/>
          </p:spPr>
          <p:style>
            <a:lnRef idx="3">
              <a:schemeClr val="dk1"/>
            </a:lnRef>
            <a:fillRef idx="0">
              <a:schemeClr val="dk1"/>
            </a:fillRef>
            <a:effectRef idx="2">
              <a:schemeClr val="dk1"/>
            </a:effectRef>
            <a:fontRef idx="minor">
              <a:schemeClr val="tx1"/>
            </a:fontRef>
          </p:style>
        </p:cxnSp>
        <p:sp>
          <p:nvSpPr>
            <p:cNvPr id="16" name="楕円 15">
              <a:extLst>
                <a:ext uri="{FF2B5EF4-FFF2-40B4-BE49-F238E27FC236}">
                  <a16:creationId xmlns:a16="http://schemas.microsoft.com/office/drawing/2014/main" id="{4016E687-9610-5ED9-5350-168F382770CE}"/>
                </a:ext>
              </a:extLst>
            </p:cNvPr>
            <p:cNvSpPr/>
            <p:nvPr/>
          </p:nvSpPr>
          <p:spPr>
            <a:xfrm>
              <a:off x="3571727" y="2440346"/>
              <a:ext cx="72000" cy="72000"/>
            </a:xfrm>
            <a:prstGeom prst="ellipse">
              <a:avLst/>
            </a:prstGeom>
            <a:noFill/>
            <a:ln w="19050">
              <a:solidFill>
                <a:schemeClr val="tx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3200"/>
            </a:p>
          </p:txBody>
        </p:sp>
        <p:sp>
          <p:nvSpPr>
            <p:cNvPr id="17" name="楕円 16">
              <a:extLst>
                <a:ext uri="{FF2B5EF4-FFF2-40B4-BE49-F238E27FC236}">
                  <a16:creationId xmlns:a16="http://schemas.microsoft.com/office/drawing/2014/main" id="{AC9779E2-433C-5D3C-CBB1-11D9B6F295F1}"/>
                </a:ext>
              </a:extLst>
            </p:cNvPr>
            <p:cNvSpPr/>
            <p:nvPr/>
          </p:nvSpPr>
          <p:spPr>
            <a:xfrm>
              <a:off x="3578927" y="3062753"/>
              <a:ext cx="57150" cy="57150"/>
            </a:xfrm>
            <a:prstGeom prst="ellipse">
              <a:avLst/>
            </a:prstGeom>
            <a:noFill/>
            <a:ln w="19050">
              <a:solidFill>
                <a:schemeClr val="tx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3200"/>
            </a:p>
          </p:txBody>
        </p:sp>
        <p:cxnSp>
          <p:nvCxnSpPr>
            <p:cNvPr id="18" name="直線コネクタ 17">
              <a:extLst>
                <a:ext uri="{FF2B5EF4-FFF2-40B4-BE49-F238E27FC236}">
                  <a16:creationId xmlns:a16="http://schemas.microsoft.com/office/drawing/2014/main" id="{43EC7C81-572D-9C8C-90D0-06FA74BEB3C0}"/>
                </a:ext>
              </a:extLst>
            </p:cNvPr>
            <p:cNvCxnSpPr>
              <a:cxnSpLocks/>
              <a:stCxn id="17" idx="0"/>
              <a:endCxn id="13" idx="2"/>
            </p:cNvCxnSpPr>
            <p:nvPr/>
          </p:nvCxnSpPr>
          <p:spPr>
            <a:xfrm flipH="1" flipV="1">
              <a:off x="3606573" y="2962140"/>
              <a:ext cx="929" cy="100613"/>
            </a:xfrm>
            <a:prstGeom prst="line">
              <a:avLst/>
            </a:prstGeom>
            <a:ln w="19050"/>
          </p:spPr>
          <p:style>
            <a:lnRef idx="3">
              <a:schemeClr val="dk1"/>
            </a:lnRef>
            <a:fillRef idx="0">
              <a:schemeClr val="dk1"/>
            </a:fillRef>
            <a:effectRef idx="2">
              <a:schemeClr val="dk1"/>
            </a:effectRef>
            <a:fontRef idx="minor">
              <a:schemeClr val="tx1"/>
            </a:fontRef>
          </p:style>
        </p:cxnSp>
        <p:cxnSp>
          <p:nvCxnSpPr>
            <p:cNvPr id="19" name="直線コネクタ 18">
              <a:extLst>
                <a:ext uri="{FF2B5EF4-FFF2-40B4-BE49-F238E27FC236}">
                  <a16:creationId xmlns:a16="http://schemas.microsoft.com/office/drawing/2014/main" id="{CDF8E8E6-0E3C-6B69-33D3-1104F75ECC52}"/>
                </a:ext>
              </a:extLst>
            </p:cNvPr>
            <p:cNvCxnSpPr>
              <a:cxnSpLocks/>
              <a:stCxn id="13" idx="0"/>
              <a:endCxn id="16" idx="4"/>
            </p:cNvCxnSpPr>
            <p:nvPr/>
          </p:nvCxnSpPr>
          <p:spPr>
            <a:xfrm flipV="1">
              <a:off x="3606573" y="2512346"/>
              <a:ext cx="1154" cy="106894"/>
            </a:xfrm>
            <a:prstGeom prst="line">
              <a:avLst/>
            </a:prstGeom>
            <a:ln w="19050"/>
          </p:spPr>
          <p:style>
            <a:lnRef idx="3">
              <a:schemeClr val="dk1"/>
            </a:lnRef>
            <a:fillRef idx="0">
              <a:schemeClr val="dk1"/>
            </a:fillRef>
            <a:effectRef idx="2">
              <a:schemeClr val="dk1"/>
            </a:effectRef>
            <a:fontRef idx="minor">
              <a:schemeClr val="tx1"/>
            </a:fontRef>
          </p:style>
        </p:cxnSp>
      </p:grpSp>
      <p:cxnSp>
        <p:nvCxnSpPr>
          <p:cNvPr id="35" name="コネクタ: カギ線 34">
            <a:extLst>
              <a:ext uri="{FF2B5EF4-FFF2-40B4-BE49-F238E27FC236}">
                <a16:creationId xmlns:a16="http://schemas.microsoft.com/office/drawing/2014/main" id="{963A6907-D90B-D312-505D-16AE6A22E690}"/>
              </a:ext>
            </a:extLst>
          </p:cNvPr>
          <p:cNvCxnSpPr>
            <a:cxnSpLocks/>
            <a:stCxn id="39" idx="4"/>
            <a:endCxn id="47" idx="1"/>
          </p:cNvCxnSpPr>
          <p:nvPr/>
        </p:nvCxnSpPr>
        <p:spPr>
          <a:xfrm rot="16200000" flipH="1">
            <a:off x="3655095" y="2250396"/>
            <a:ext cx="371396" cy="209950"/>
          </a:xfrm>
          <a:prstGeom prst="bentConnector2">
            <a:avLst/>
          </a:prstGeom>
        </p:spPr>
        <p:style>
          <a:lnRef idx="3">
            <a:schemeClr val="dk1"/>
          </a:lnRef>
          <a:fillRef idx="0">
            <a:schemeClr val="dk1"/>
          </a:fillRef>
          <a:effectRef idx="2">
            <a:schemeClr val="dk1"/>
          </a:effectRef>
          <a:fontRef idx="minor">
            <a:schemeClr val="tx1"/>
          </a:fontRef>
        </p:style>
      </p:cxnSp>
      <p:sp>
        <p:nvSpPr>
          <p:cNvPr id="36" name="テキスト ボックス 35">
            <a:extLst>
              <a:ext uri="{FF2B5EF4-FFF2-40B4-BE49-F238E27FC236}">
                <a16:creationId xmlns:a16="http://schemas.microsoft.com/office/drawing/2014/main" id="{0EE824E6-8DA3-45F2-94F6-C4EA3C79463B}"/>
              </a:ext>
            </a:extLst>
          </p:cNvPr>
          <p:cNvSpPr txBox="1"/>
          <p:nvPr/>
        </p:nvSpPr>
        <p:spPr>
          <a:xfrm>
            <a:off x="3394625" y="2931276"/>
            <a:ext cx="979755" cy="307777"/>
          </a:xfrm>
          <a:prstGeom prst="rect">
            <a:avLst/>
          </a:prstGeom>
          <a:noFill/>
        </p:spPr>
        <p:txBody>
          <a:bodyPr wrap="none" rtlCol="0">
            <a:spAutoFit/>
          </a:bodyPr>
          <a:lstStyle/>
          <a:p>
            <a:pPr algn="l"/>
            <a:r>
              <a:rPr kumimoji="1" lang="en-US" altLang="ja-JP" sz="1400" dirty="0">
                <a:solidFill>
                  <a:sysClr val="windowText" lastClr="000000"/>
                </a:solidFill>
                <a:latin typeface="Consolas" panose="020B0609020204030204" pitchFamily="49" charset="0"/>
              </a:rPr>
              <a:t>GPIO</a:t>
            </a:r>
            <a:r>
              <a:rPr kumimoji="1" lang="en-US" altLang="ja-JP" sz="1400" dirty="0">
                <a:solidFill>
                  <a:schemeClr val="accent6"/>
                </a:solidFill>
                <a:latin typeface="Consolas" panose="020B0609020204030204" pitchFamily="49" charset="0"/>
              </a:rPr>
              <a:t>L</a:t>
            </a:r>
            <a:r>
              <a:rPr kumimoji="1" lang="en-US" altLang="ja-JP" sz="1400" dirty="0">
                <a:solidFill>
                  <a:sysClr val="windowText" lastClr="000000"/>
                </a:solidFill>
                <a:latin typeface="Consolas" panose="020B0609020204030204" pitchFamily="49" charset="0"/>
              </a:rPr>
              <a:t>_16</a:t>
            </a:r>
            <a:endParaRPr kumimoji="1" lang="ja-JP" altLang="en-US" sz="1400" dirty="0">
              <a:solidFill>
                <a:sysClr val="windowText" lastClr="000000"/>
              </a:solidFill>
              <a:latin typeface="Consolas" panose="020B0609020204030204" pitchFamily="49" charset="0"/>
            </a:endParaRPr>
          </a:p>
        </p:txBody>
      </p:sp>
      <p:sp>
        <p:nvSpPr>
          <p:cNvPr id="37" name="テキスト ボックス 36">
            <a:extLst>
              <a:ext uri="{FF2B5EF4-FFF2-40B4-BE49-F238E27FC236}">
                <a16:creationId xmlns:a16="http://schemas.microsoft.com/office/drawing/2014/main" id="{A58A1CF1-EC0E-2211-8AA0-91E7FBB4C2A5}"/>
              </a:ext>
            </a:extLst>
          </p:cNvPr>
          <p:cNvSpPr txBox="1"/>
          <p:nvPr/>
        </p:nvSpPr>
        <p:spPr>
          <a:xfrm>
            <a:off x="3479205" y="1564712"/>
            <a:ext cx="681597" cy="307777"/>
          </a:xfrm>
          <a:prstGeom prst="rect">
            <a:avLst/>
          </a:prstGeom>
          <a:noFill/>
        </p:spPr>
        <p:txBody>
          <a:bodyPr wrap="none" rtlCol="0">
            <a:spAutoFit/>
          </a:bodyPr>
          <a:lstStyle/>
          <a:p>
            <a:pPr algn="l"/>
            <a:r>
              <a:rPr kumimoji="1" lang="en-US" altLang="ja-JP" sz="1400" dirty="0">
                <a:solidFill>
                  <a:sysClr val="windowText" lastClr="000000"/>
                </a:solidFill>
                <a:latin typeface="Consolas" panose="020B0609020204030204" pitchFamily="49" charset="0"/>
              </a:rPr>
              <a:t>25MHz</a:t>
            </a:r>
            <a:endParaRPr kumimoji="1" lang="ja-JP" altLang="en-US" sz="1400" dirty="0">
              <a:solidFill>
                <a:sysClr val="windowText" lastClr="000000"/>
              </a:solidFill>
              <a:latin typeface="Consolas" panose="020B0609020204030204" pitchFamily="49" charset="0"/>
            </a:endParaRPr>
          </a:p>
        </p:txBody>
      </p:sp>
      <p:grpSp>
        <p:nvGrpSpPr>
          <p:cNvPr id="38" name="グループ化 37">
            <a:extLst>
              <a:ext uri="{FF2B5EF4-FFF2-40B4-BE49-F238E27FC236}">
                <a16:creationId xmlns:a16="http://schemas.microsoft.com/office/drawing/2014/main" id="{B766154F-6D45-775B-E59A-45D2717947B2}"/>
              </a:ext>
            </a:extLst>
          </p:cNvPr>
          <p:cNvGrpSpPr/>
          <p:nvPr/>
        </p:nvGrpSpPr>
        <p:grpSpPr>
          <a:xfrm>
            <a:off x="3566780" y="1831597"/>
            <a:ext cx="338076" cy="338076"/>
            <a:chOff x="3137155" y="2094722"/>
            <a:chExt cx="338076" cy="338076"/>
          </a:xfrm>
        </p:grpSpPr>
        <p:sp>
          <p:nvSpPr>
            <p:cNvPr id="39" name="楕円 38">
              <a:extLst>
                <a:ext uri="{FF2B5EF4-FFF2-40B4-BE49-F238E27FC236}">
                  <a16:creationId xmlns:a16="http://schemas.microsoft.com/office/drawing/2014/main" id="{77474B5C-7455-9860-E624-BF67BDEB87ED}"/>
                </a:ext>
              </a:extLst>
            </p:cNvPr>
            <p:cNvSpPr/>
            <p:nvPr/>
          </p:nvSpPr>
          <p:spPr>
            <a:xfrm>
              <a:off x="3137155" y="2094722"/>
              <a:ext cx="338076" cy="338076"/>
            </a:xfrm>
            <a:prstGeom prst="ellipse">
              <a:avLst/>
            </a:prstGeom>
            <a:noFill/>
            <a:ln w="28575">
              <a:solidFill>
                <a:schemeClr val="tx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0" name="フリーフォーム: 図形 39">
              <a:extLst>
                <a:ext uri="{FF2B5EF4-FFF2-40B4-BE49-F238E27FC236}">
                  <a16:creationId xmlns:a16="http://schemas.microsoft.com/office/drawing/2014/main" id="{A529B921-6A65-D2BF-F16D-BE7C1020B2FE}"/>
                </a:ext>
              </a:extLst>
            </p:cNvPr>
            <p:cNvSpPr/>
            <p:nvPr/>
          </p:nvSpPr>
          <p:spPr>
            <a:xfrm>
              <a:off x="3204274" y="2135614"/>
              <a:ext cx="203838" cy="256292"/>
            </a:xfrm>
            <a:custGeom>
              <a:avLst/>
              <a:gdLst>
                <a:gd name="connsiteX0" fmla="*/ 0 w 127635"/>
                <a:gd name="connsiteY0" fmla="*/ 136751 h 218959"/>
                <a:gd name="connsiteX1" fmla="*/ 38100 w 127635"/>
                <a:gd name="connsiteY1" fmla="*/ 1496 h 218959"/>
                <a:gd name="connsiteX2" fmla="*/ 81915 w 127635"/>
                <a:gd name="connsiteY2" fmla="*/ 214856 h 218959"/>
                <a:gd name="connsiteX3" fmla="*/ 127635 w 127635"/>
                <a:gd name="connsiteY3" fmla="*/ 121511 h 218959"/>
              </a:gdLst>
              <a:ahLst/>
              <a:cxnLst>
                <a:cxn ang="0">
                  <a:pos x="connsiteX0" y="connsiteY0"/>
                </a:cxn>
                <a:cxn ang="0">
                  <a:pos x="connsiteX1" y="connsiteY1"/>
                </a:cxn>
                <a:cxn ang="0">
                  <a:pos x="connsiteX2" y="connsiteY2"/>
                </a:cxn>
                <a:cxn ang="0">
                  <a:pos x="connsiteX3" y="connsiteY3"/>
                </a:cxn>
              </a:cxnLst>
              <a:rect l="l" t="t" r="r" b="b"/>
              <a:pathLst>
                <a:path w="127635" h="218959">
                  <a:moveTo>
                    <a:pt x="0" y="136751"/>
                  </a:moveTo>
                  <a:cubicBezTo>
                    <a:pt x="12224" y="62615"/>
                    <a:pt x="24448" y="-11521"/>
                    <a:pt x="38100" y="1496"/>
                  </a:cubicBezTo>
                  <a:cubicBezTo>
                    <a:pt x="51752" y="14513"/>
                    <a:pt x="66993" y="194854"/>
                    <a:pt x="81915" y="214856"/>
                  </a:cubicBezTo>
                  <a:cubicBezTo>
                    <a:pt x="96838" y="234859"/>
                    <a:pt x="112236" y="178185"/>
                    <a:pt x="127635" y="121511"/>
                  </a:cubicBezTo>
                </a:path>
              </a:pathLst>
            </a:custGeom>
            <a:noFill/>
            <a:ln w="28575">
              <a:solidFill>
                <a:schemeClr val="tx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41" name="正方形/長方形 40">
            <a:extLst>
              <a:ext uri="{FF2B5EF4-FFF2-40B4-BE49-F238E27FC236}">
                <a16:creationId xmlns:a16="http://schemas.microsoft.com/office/drawing/2014/main" id="{A7E24B1B-8F31-966F-7A81-83D56080CA67}"/>
              </a:ext>
            </a:extLst>
          </p:cNvPr>
          <p:cNvSpPr/>
          <p:nvPr/>
        </p:nvSpPr>
        <p:spPr>
          <a:xfrm>
            <a:off x="4311274" y="2143768"/>
            <a:ext cx="3349037" cy="2543548"/>
          </a:xfrm>
          <a:prstGeom prst="rect">
            <a:avLst/>
          </a:prstGeom>
          <a:noFill/>
          <a:ln w="28575">
            <a:solidFill>
              <a:schemeClr val="tx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7" name="矢印: 五方向 46">
            <a:extLst>
              <a:ext uri="{FF2B5EF4-FFF2-40B4-BE49-F238E27FC236}">
                <a16:creationId xmlns:a16="http://schemas.microsoft.com/office/drawing/2014/main" id="{4CB986B9-5638-7B5E-99AB-BCFEECF9BCCB}"/>
              </a:ext>
            </a:extLst>
          </p:cNvPr>
          <p:cNvSpPr/>
          <p:nvPr/>
        </p:nvSpPr>
        <p:spPr>
          <a:xfrm>
            <a:off x="3945768" y="2298753"/>
            <a:ext cx="978408" cy="484632"/>
          </a:xfrm>
          <a:prstGeom prst="homePlate">
            <a:avLst>
              <a:gd name="adj" fmla="val 60613"/>
            </a:avLst>
          </a:prstGeom>
          <a:solidFill>
            <a:schemeClr val="bg1"/>
          </a:solidFill>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kumimoji="1" lang="en-US" altLang="ja-JP" sz="1400" b="1" dirty="0">
                <a:latin typeface="Consolas" panose="020B0609020204030204" pitchFamily="49" charset="0"/>
              </a:rPr>
              <a:t>clk</a:t>
            </a:r>
            <a:endParaRPr kumimoji="1" lang="ja-JP" altLang="en-US" sz="1400" b="1" dirty="0">
              <a:latin typeface="Consolas" panose="020B0609020204030204" pitchFamily="49" charset="0"/>
            </a:endParaRPr>
          </a:p>
        </p:txBody>
      </p:sp>
      <p:sp>
        <p:nvSpPr>
          <p:cNvPr id="48" name="矢印: 五方向 47">
            <a:extLst>
              <a:ext uri="{FF2B5EF4-FFF2-40B4-BE49-F238E27FC236}">
                <a16:creationId xmlns:a16="http://schemas.microsoft.com/office/drawing/2014/main" id="{2517F2D1-C66C-1A33-C106-3416E492032F}"/>
              </a:ext>
            </a:extLst>
          </p:cNvPr>
          <p:cNvSpPr/>
          <p:nvPr/>
        </p:nvSpPr>
        <p:spPr>
          <a:xfrm>
            <a:off x="3945768" y="3189905"/>
            <a:ext cx="978408" cy="484632"/>
          </a:xfrm>
          <a:prstGeom prst="homePlate">
            <a:avLst>
              <a:gd name="adj" fmla="val 60613"/>
            </a:avLst>
          </a:prstGeom>
          <a:solidFill>
            <a:schemeClr val="bg1"/>
          </a:solidFill>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kumimoji="1" lang="en-US" altLang="ja-JP" sz="1400" b="1" dirty="0" err="1">
                <a:latin typeface="Consolas" panose="020B0609020204030204" pitchFamily="49" charset="0"/>
              </a:rPr>
              <a:t>rst</a:t>
            </a:r>
            <a:endParaRPr kumimoji="1" lang="ja-JP" altLang="en-US" sz="1400" b="1" dirty="0">
              <a:latin typeface="Consolas" panose="020B0609020204030204" pitchFamily="49" charset="0"/>
            </a:endParaRPr>
          </a:p>
        </p:txBody>
      </p:sp>
      <p:sp>
        <p:nvSpPr>
          <p:cNvPr id="51" name="楕円 50">
            <a:extLst>
              <a:ext uri="{FF2B5EF4-FFF2-40B4-BE49-F238E27FC236}">
                <a16:creationId xmlns:a16="http://schemas.microsoft.com/office/drawing/2014/main" id="{8E4ADB71-F131-FA58-4FB1-9E6BCD7E6A02}"/>
              </a:ext>
            </a:extLst>
          </p:cNvPr>
          <p:cNvSpPr/>
          <p:nvPr/>
        </p:nvSpPr>
        <p:spPr>
          <a:xfrm flipV="1">
            <a:off x="7385607" y="2653902"/>
            <a:ext cx="148348" cy="148348"/>
          </a:xfrm>
          <a:prstGeom prst="ellipse">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4" name="楕円 53">
            <a:extLst>
              <a:ext uri="{FF2B5EF4-FFF2-40B4-BE49-F238E27FC236}">
                <a16:creationId xmlns:a16="http://schemas.microsoft.com/office/drawing/2014/main" id="{A5A53963-B8EF-A760-6235-429CFAF1D0E4}"/>
              </a:ext>
            </a:extLst>
          </p:cNvPr>
          <p:cNvSpPr/>
          <p:nvPr/>
        </p:nvSpPr>
        <p:spPr>
          <a:xfrm flipV="1">
            <a:off x="7385607" y="3371804"/>
            <a:ext cx="148348" cy="148348"/>
          </a:xfrm>
          <a:prstGeom prst="ellipse">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4" name="矢印: 五方向 63">
            <a:extLst>
              <a:ext uri="{FF2B5EF4-FFF2-40B4-BE49-F238E27FC236}">
                <a16:creationId xmlns:a16="http://schemas.microsoft.com/office/drawing/2014/main" id="{30062E84-FF75-9E35-7B2A-8B0F76B61BFF}"/>
              </a:ext>
            </a:extLst>
          </p:cNvPr>
          <p:cNvSpPr/>
          <p:nvPr/>
        </p:nvSpPr>
        <p:spPr>
          <a:xfrm>
            <a:off x="3945768" y="4081058"/>
            <a:ext cx="978408" cy="484632"/>
          </a:xfrm>
          <a:prstGeom prst="homePlate">
            <a:avLst>
              <a:gd name="adj" fmla="val 60613"/>
            </a:avLst>
          </a:prstGeom>
          <a:solidFill>
            <a:schemeClr val="bg1"/>
          </a:solidFill>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kumimoji="1" lang="en-US" altLang="ja-JP" sz="1400" b="1" dirty="0" err="1">
                <a:latin typeface="Consolas" panose="020B0609020204030204" pitchFamily="49" charset="0"/>
              </a:rPr>
              <a:t>dsm_in</a:t>
            </a:r>
            <a:endParaRPr kumimoji="1" lang="ja-JP" altLang="en-US" sz="1400" b="1" dirty="0">
              <a:latin typeface="Consolas" panose="020B0609020204030204" pitchFamily="49" charset="0"/>
            </a:endParaRPr>
          </a:p>
        </p:txBody>
      </p:sp>
      <p:sp>
        <p:nvSpPr>
          <p:cNvPr id="68" name="矢印: 五方向 67">
            <a:extLst>
              <a:ext uri="{FF2B5EF4-FFF2-40B4-BE49-F238E27FC236}">
                <a16:creationId xmlns:a16="http://schemas.microsoft.com/office/drawing/2014/main" id="{AD65B1B7-8B47-9379-960B-82703A0C6E5A}"/>
              </a:ext>
            </a:extLst>
          </p:cNvPr>
          <p:cNvSpPr/>
          <p:nvPr/>
        </p:nvSpPr>
        <p:spPr>
          <a:xfrm>
            <a:off x="7235451" y="2961346"/>
            <a:ext cx="1037763" cy="484632"/>
          </a:xfrm>
          <a:prstGeom prst="homePlate">
            <a:avLst>
              <a:gd name="adj" fmla="val 60613"/>
            </a:avLst>
          </a:prstGeom>
          <a:solidFill>
            <a:schemeClr val="bg1"/>
          </a:solidFill>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altLang="ja-JP" sz="1400" b="1" dirty="0" err="1">
                <a:latin typeface="Consolas" panose="020B0609020204030204" pitchFamily="49" charset="0"/>
              </a:rPr>
              <a:t>pdm_out</a:t>
            </a:r>
            <a:endParaRPr kumimoji="1" lang="ja-JP" altLang="en-US" sz="1400" b="1" dirty="0">
              <a:latin typeface="Consolas" panose="020B0609020204030204" pitchFamily="49" charset="0"/>
            </a:endParaRPr>
          </a:p>
        </p:txBody>
      </p:sp>
      <p:sp>
        <p:nvSpPr>
          <p:cNvPr id="69" name="矢印: 五方向 68">
            <a:extLst>
              <a:ext uri="{FF2B5EF4-FFF2-40B4-BE49-F238E27FC236}">
                <a16:creationId xmlns:a16="http://schemas.microsoft.com/office/drawing/2014/main" id="{D57ADCBF-AEE7-DAE4-D111-10447D2E1C4C}"/>
              </a:ext>
            </a:extLst>
          </p:cNvPr>
          <p:cNvSpPr/>
          <p:nvPr/>
        </p:nvSpPr>
        <p:spPr>
          <a:xfrm>
            <a:off x="7235451" y="3838741"/>
            <a:ext cx="1037763" cy="484632"/>
          </a:xfrm>
          <a:prstGeom prst="homePlate">
            <a:avLst>
              <a:gd name="adj" fmla="val 60613"/>
            </a:avLst>
          </a:prstGeom>
          <a:solidFill>
            <a:schemeClr val="bg1"/>
          </a:solidFill>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kumimoji="1" lang="en-US" altLang="ja-JP" sz="1400" b="1" dirty="0" err="1">
                <a:latin typeface="Consolas" panose="020B0609020204030204" pitchFamily="49" charset="0"/>
              </a:rPr>
              <a:t>dsm_</a:t>
            </a:r>
            <a:r>
              <a:rPr lang="en-US" altLang="ja-JP" sz="1400" b="1" dirty="0" err="1">
                <a:latin typeface="Consolas" panose="020B0609020204030204" pitchFamily="49" charset="0"/>
              </a:rPr>
              <a:t>fb</a:t>
            </a:r>
            <a:endParaRPr kumimoji="1" lang="ja-JP" altLang="en-US" sz="1400" b="1" dirty="0">
              <a:latin typeface="Consolas" panose="020B0609020204030204" pitchFamily="49" charset="0"/>
            </a:endParaRPr>
          </a:p>
        </p:txBody>
      </p:sp>
      <p:cxnSp>
        <p:nvCxnSpPr>
          <p:cNvPr id="73" name="コネクタ: カギ線 72">
            <a:extLst>
              <a:ext uri="{FF2B5EF4-FFF2-40B4-BE49-F238E27FC236}">
                <a16:creationId xmlns:a16="http://schemas.microsoft.com/office/drawing/2014/main" id="{B25B0374-F136-0B63-EDF8-661DF777FCB1}"/>
              </a:ext>
            </a:extLst>
          </p:cNvPr>
          <p:cNvCxnSpPr>
            <a:cxnSpLocks/>
            <a:stCxn id="89" idx="4"/>
            <a:endCxn id="48" idx="3"/>
          </p:cNvCxnSpPr>
          <p:nvPr/>
        </p:nvCxnSpPr>
        <p:spPr>
          <a:xfrm rot="5400000" flipH="1">
            <a:off x="5388772" y="2967626"/>
            <a:ext cx="154908" cy="1084099"/>
          </a:xfrm>
          <a:prstGeom prst="bentConnector4">
            <a:avLst>
              <a:gd name="adj1" fmla="val -147571"/>
              <a:gd name="adj2" fmla="val 83761"/>
            </a:avLst>
          </a:prstGeom>
        </p:spPr>
        <p:style>
          <a:lnRef idx="3">
            <a:schemeClr val="dk1"/>
          </a:lnRef>
          <a:fillRef idx="0">
            <a:schemeClr val="dk1"/>
          </a:fillRef>
          <a:effectRef idx="2">
            <a:schemeClr val="dk1"/>
          </a:effectRef>
          <a:fontRef idx="minor">
            <a:schemeClr val="tx1"/>
          </a:fontRef>
        </p:style>
      </p:cxnSp>
      <p:cxnSp>
        <p:nvCxnSpPr>
          <p:cNvPr id="78" name="コネクタ: カギ線 77">
            <a:extLst>
              <a:ext uri="{FF2B5EF4-FFF2-40B4-BE49-F238E27FC236}">
                <a16:creationId xmlns:a16="http://schemas.microsoft.com/office/drawing/2014/main" id="{0399D651-89E4-CF9C-F70E-E936BE0FB360}"/>
              </a:ext>
            </a:extLst>
          </p:cNvPr>
          <p:cNvCxnSpPr>
            <a:cxnSpLocks/>
            <a:stCxn id="72" idx="3"/>
            <a:endCxn id="47" idx="3"/>
          </p:cNvCxnSpPr>
          <p:nvPr/>
        </p:nvCxnSpPr>
        <p:spPr>
          <a:xfrm rot="16200000" flipV="1">
            <a:off x="5384991" y="2080255"/>
            <a:ext cx="162473" cy="1084101"/>
          </a:xfrm>
          <a:prstGeom prst="bentConnector2">
            <a:avLst/>
          </a:prstGeom>
        </p:spPr>
        <p:style>
          <a:lnRef idx="3">
            <a:schemeClr val="dk1"/>
          </a:lnRef>
          <a:fillRef idx="0">
            <a:schemeClr val="dk1"/>
          </a:fillRef>
          <a:effectRef idx="2">
            <a:schemeClr val="dk1"/>
          </a:effectRef>
          <a:fontRef idx="minor">
            <a:schemeClr val="tx1"/>
          </a:fontRef>
        </p:style>
      </p:cxnSp>
      <p:cxnSp>
        <p:nvCxnSpPr>
          <p:cNvPr id="81" name="コネクタ: カギ線 80">
            <a:extLst>
              <a:ext uri="{FF2B5EF4-FFF2-40B4-BE49-F238E27FC236}">
                <a16:creationId xmlns:a16="http://schemas.microsoft.com/office/drawing/2014/main" id="{038DE3F8-33B0-959B-1A03-E111D10EF92D}"/>
              </a:ext>
            </a:extLst>
          </p:cNvPr>
          <p:cNvCxnSpPr>
            <a:cxnSpLocks/>
            <a:stCxn id="71" idx="3"/>
            <a:endCxn id="64" idx="3"/>
          </p:cNvCxnSpPr>
          <p:nvPr/>
        </p:nvCxnSpPr>
        <p:spPr>
          <a:xfrm rot="10800000" flipV="1">
            <a:off x="4924176" y="3111846"/>
            <a:ext cx="752630" cy="1211527"/>
          </a:xfrm>
          <a:prstGeom prst="bentConnector3">
            <a:avLst>
              <a:gd name="adj1" fmla="val 50000"/>
            </a:avLst>
          </a:prstGeom>
        </p:spPr>
        <p:style>
          <a:lnRef idx="3">
            <a:schemeClr val="dk1"/>
          </a:lnRef>
          <a:fillRef idx="0">
            <a:schemeClr val="dk1"/>
          </a:fillRef>
          <a:effectRef idx="2">
            <a:schemeClr val="dk1"/>
          </a:effectRef>
          <a:fontRef idx="minor">
            <a:schemeClr val="tx1"/>
          </a:fontRef>
        </p:style>
      </p:cxnSp>
      <p:grpSp>
        <p:nvGrpSpPr>
          <p:cNvPr id="92" name="グループ化 91">
            <a:extLst>
              <a:ext uri="{FF2B5EF4-FFF2-40B4-BE49-F238E27FC236}">
                <a16:creationId xmlns:a16="http://schemas.microsoft.com/office/drawing/2014/main" id="{24473169-086C-5169-937B-0A384FF1F202}"/>
              </a:ext>
            </a:extLst>
          </p:cNvPr>
          <p:cNvGrpSpPr/>
          <p:nvPr/>
        </p:nvGrpSpPr>
        <p:grpSpPr>
          <a:xfrm>
            <a:off x="5676806" y="2703542"/>
            <a:ext cx="662940" cy="883587"/>
            <a:chOff x="4785998" y="3058126"/>
            <a:chExt cx="662940" cy="883587"/>
          </a:xfrm>
        </p:grpSpPr>
        <p:grpSp>
          <p:nvGrpSpPr>
            <p:cNvPr id="70" name="グループ化 69">
              <a:extLst>
                <a:ext uri="{FF2B5EF4-FFF2-40B4-BE49-F238E27FC236}">
                  <a16:creationId xmlns:a16="http://schemas.microsoft.com/office/drawing/2014/main" id="{DB792EA4-C1EC-6903-89FC-BB789C2AE922}"/>
                </a:ext>
              </a:extLst>
            </p:cNvPr>
            <p:cNvGrpSpPr/>
            <p:nvPr/>
          </p:nvGrpSpPr>
          <p:grpSpPr>
            <a:xfrm rot="10800000" flipV="1">
              <a:off x="4785998" y="3058126"/>
              <a:ext cx="662940" cy="816610"/>
              <a:chOff x="9274810" y="4104640"/>
              <a:chExt cx="662940" cy="816610"/>
            </a:xfrm>
          </p:grpSpPr>
          <p:sp>
            <p:nvSpPr>
              <p:cNvPr id="71" name="正方形/長方形 70">
                <a:extLst>
                  <a:ext uri="{FF2B5EF4-FFF2-40B4-BE49-F238E27FC236}">
                    <a16:creationId xmlns:a16="http://schemas.microsoft.com/office/drawing/2014/main" id="{DC8A7555-2D24-0CFF-E766-61D7069E5023}"/>
                  </a:ext>
                </a:extLst>
              </p:cNvPr>
              <p:cNvSpPr/>
              <p:nvPr/>
            </p:nvSpPr>
            <p:spPr>
              <a:xfrm>
                <a:off x="9274810" y="4104640"/>
                <a:ext cx="662940" cy="816610"/>
              </a:xfrm>
              <a:prstGeom prst="rect">
                <a:avLst/>
              </a:prstGeom>
              <a:noFill/>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kumimoji="1" lang="ja-JP" altLang="en-US"/>
              </a:p>
            </p:txBody>
          </p:sp>
          <p:sp>
            <p:nvSpPr>
              <p:cNvPr id="72" name="二等辺三角形 71">
                <a:extLst>
                  <a:ext uri="{FF2B5EF4-FFF2-40B4-BE49-F238E27FC236}">
                    <a16:creationId xmlns:a16="http://schemas.microsoft.com/office/drawing/2014/main" id="{7252987A-11BB-2D53-BAF8-44C1264606AF}"/>
                  </a:ext>
                </a:extLst>
              </p:cNvPr>
              <p:cNvSpPr/>
              <p:nvPr/>
            </p:nvSpPr>
            <p:spPr>
              <a:xfrm rot="10800000">
                <a:off x="9439592" y="4104640"/>
                <a:ext cx="333375" cy="161925"/>
              </a:xfrm>
              <a:prstGeom prst="triangle">
                <a:avLst/>
              </a:prstGeom>
              <a:noFill/>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kumimoji="1" lang="ja-JP" altLang="en-US"/>
              </a:p>
            </p:txBody>
          </p:sp>
        </p:grpSp>
        <mc:AlternateContent xmlns:mc="http://schemas.openxmlformats.org/markup-compatibility/2006" xmlns:a14="http://schemas.microsoft.com/office/drawing/2010/main">
          <mc:Choice Requires="a14">
            <p:sp>
              <p:nvSpPr>
                <p:cNvPr id="86" name="テキスト ボックス 85">
                  <a:extLst>
                    <a:ext uri="{FF2B5EF4-FFF2-40B4-BE49-F238E27FC236}">
                      <a16:creationId xmlns:a16="http://schemas.microsoft.com/office/drawing/2014/main" id="{8AC202A5-1785-352C-908C-6802EF79D4FF}"/>
                    </a:ext>
                  </a:extLst>
                </p:cNvPr>
                <p:cNvSpPr txBox="1"/>
                <p:nvPr/>
              </p:nvSpPr>
              <p:spPr>
                <a:xfrm>
                  <a:off x="5292415" y="3200889"/>
                  <a:ext cx="151965" cy="184666"/>
                </a:xfrm>
                <a:prstGeom prst="rect">
                  <a:avLst/>
                </a:prstGeom>
                <a:noFill/>
              </p:spPr>
              <p:txBody>
                <a:bodyPr wrap="none" lIns="0" tIns="0" rIns="0" bIns="0" rtlCol="0">
                  <a:spAutoFit/>
                </a:bodyPr>
                <a:lstStyle/>
                <a:p>
                  <a:pPr algn="l"/>
                  <a14:m>
                    <m:oMathPara xmlns:m="http://schemas.openxmlformats.org/officeDocument/2006/math">
                      <m:oMath>
                        <m:r>
                          <a:rPr kumimoji="1" lang="en-US" altLang="ja-JP" sz="1200" b="0" i="1" smtClean="0">
                            <a:solidFill>
                              <a:schemeClr val="tx1">
                                <a:lumMod val="90000"/>
                                <a:lumOff val="10000"/>
                              </a:schemeClr>
                            </a:solidFill>
                            <a:latin typeface="Cambria Math" panose="02040503050406030204" pitchFamily="18" charset="0"/>
                          </a:rPr>
                          <m:t>𝑄</m:t>
                        </m:r>
                      </m:oMath>
                    </m:oMathPara>
                  </a14:m>
                  <a:endParaRPr kumimoji="1" lang="ja-JP" altLang="en-US" sz="1200" dirty="0">
                    <a:solidFill>
                      <a:schemeClr val="tx1">
                        <a:lumMod val="90000"/>
                        <a:lumOff val="10000"/>
                      </a:schemeClr>
                    </a:solidFill>
                  </a:endParaRPr>
                </a:p>
              </p:txBody>
            </p:sp>
          </mc:Choice>
          <mc:Fallback xmlns="">
            <p:sp>
              <p:nvSpPr>
                <p:cNvPr id="86" name="テキスト ボックス 85">
                  <a:extLst>
                    <a:ext uri="{FF2B5EF4-FFF2-40B4-BE49-F238E27FC236}">
                      <a16:creationId xmlns:a16="http://schemas.microsoft.com/office/drawing/2014/main" id="{8AC202A5-1785-352C-908C-6802EF79D4FF}"/>
                    </a:ext>
                  </a:extLst>
                </p:cNvPr>
                <p:cNvSpPr txBox="1">
                  <a:spLocks noRot="1" noChangeAspect="1" noMove="1" noResize="1" noEditPoints="1" noAdjustHandles="1" noChangeArrowheads="1" noChangeShapeType="1" noTextEdit="1"/>
                </p:cNvSpPr>
                <p:nvPr/>
              </p:nvSpPr>
              <p:spPr>
                <a:xfrm>
                  <a:off x="5292415" y="3200889"/>
                  <a:ext cx="151965" cy="184666"/>
                </a:xfrm>
                <a:prstGeom prst="rect">
                  <a:avLst/>
                </a:prstGeom>
                <a:blipFill>
                  <a:blip r:embed="rId2"/>
                  <a:stretch>
                    <a:fillRect l="-28000" r="-28000" b="-30000"/>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88" name="テキスト ボックス 87">
                  <a:extLst>
                    <a:ext uri="{FF2B5EF4-FFF2-40B4-BE49-F238E27FC236}">
                      <a16:creationId xmlns:a16="http://schemas.microsoft.com/office/drawing/2014/main" id="{002D736C-166F-E447-3D91-7E94E2CC3627}"/>
                    </a:ext>
                  </a:extLst>
                </p:cNvPr>
                <p:cNvSpPr txBox="1"/>
                <p:nvPr/>
              </p:nvSpPr>
              <p:spPr>
                <a:xfrm>
                  <a:off x="5292415" y="3608322"/>
                  <a:ext cx="151965" cy="185051"/>
                </a:xfrm>
                <a:prstGeom prst="rect">
                  <a:avLst/>
                </a:prstGeom>
                <a:noFill/>
              </p:spPr>
              <p:txBody>
                <a:bodyPr wrap="none" lIns="0" tIns="0" rIns="0" bIns="0" rtlCol="0">
                  <a:spAutoFit/>
                </a:bodyPr>
                <a:lstStyle/>
                <a:p>
                  <a:pPr algn="l"/>
                  <a14:m>
                    <m:oMathPara xmlns:m="http://schemas.openxmlformats.org/officeDocument/2006/math">
                      <m:oMath>
                        <m:acc>
                          <m:accPr>
                            <m:chr m:val="̅"/>
                            <m:ctrlPr>
                              <a:rPr kumimoji="1" lang="en-US" altLang="ja-JP" sz="1200" b="0" i="1" smtClean="0">
                                <a:solidFill>
                                  <a:schemeClr val="tx1">
                                    <a:lumMod val="90000"/>
                                    <a:lumOff val="10000"/>
                                  </a:schemeClr>
                                </a:solidFill>
                                <a:latin typeface="Cambria Math" panose="02040503050406030204" pitchFamily="18" charset="0"/>
                              </a:rPr>
                            </m:ctrlPr>
                          </m:accPr>
                          <m:e>
                            <m:r>
                              <a:rPr kumimoji="1" lang="en-US" altLang="ja-JP" sz="1200" b="0" i="1" smtClean="0">
                                <a:solidFill>
                                  <a:schemeClr val="tx1">
                                    <a:lumMod val="90000"/>
                                    <a:lumOff val="10000"/>
                                  </a:schemeClr>
                                </a:solidFill>
                                <a:latin typeface="Cambria Math" panose="02040503050406030204" pitchFamily="18" charset="0"/>
                              </a:rPr>
                              <m:t>𝑄</m:t>
                            </m:r>
                          </m:e>
                        </m:acc>
                      </m:oMath>
                    </m:oMathPara>
                  </a14:m>
                  <a:endParaRPr kumimoji="1" lang="ja-JP" altLang="en-US" sz="1200" dirty="0">
                    <a:solidFill>
                      <a:schemeClr val="tx1">
                        <a:lumMod val="90000"/>
                        <a:lumOff val="10000"/>
                      </a:schemeClr>
                    </a:solidFill>
                  </a:endParaRPr>
                </a:p>
              </p:txBody>
            </p:sp>
          </mc:Choice>
          <mc:Fallback xmlns="">
            <p:sp>
              <p:nvSpPr>
                <p:cNvPr id="88" name="テキスト ボックス 87">
                  <a:extLst>
                    <a:ext uri="{FF2B5EF4-FFF2-40B4-BE49-F238E27FC236}">
                      <a16:creationId xmlns:a16="http://schemas.microsoft.com/office/drawing/2014/main" id="{002D736C-166F-E447-3D91-7E94E2CC3627}"/>
                    </a:ext>
                  </a:extLst>
                </p:cNvPr>
                <p:cNvSpPr txBox="1">
                  <a:spLocks noRot="1" noChangeAspect="1" noMove="1" noResize="1" noEditPoints="1" noAdjustHandles="1" noChangeArrowheads="1" noChangeShapeType="1" noTextEdit="1"/>
                </p:cNvSpPr>
                <p:nvPr/>
              </p:nvSpPr>
              <p:spPr>
                <a:xfrm>
                  <a:off x="5292415" y="3608322"/>
                  <a:ext cx="151965" cy="185051"/>
                </a:xfrm>
                <a:prstGeom prst="rect">
                  <a:avLst/>
                </a:prstGeom>
                <a:blipFill>
                  <a:blip r:embed="rId3"/>
                  <a:stretch>
                    <a:fillRect l="-28000" r="-48000" b="-30000"/>
                  </a:stretch>
                </a:blipFill>
              </p:spPr>
              <p:txBody>
                <a:bodyPr/>
                <a:lstStyle/>
                <a:p>
                  <a:r>
                    <a:rPr lang="ja-JP" altLang="en-US">
                      <a:noFill/>
                    </a:rPr>
                    <a:t> </a:t>
                  </a:r>
                </a:p>
              </p:txBody>
            </p:sp>
          </mc:Fallback>
        </mc:AlternateContent>
        <p:sp>
          <p:nvSpPr>
            <p:cNvPr id="89" name="楕円 88">
              <a:extLst>
                <a:ext uri="{FF2B5EF4-FFF2-40B4-BE49-F238E27FC236}">
                  <a16:creationId xmlns:a16="http://schemas.microsoft.com/office/drawing/2014/main" id="{A0FEF6D7-56D4-2EEC-A860-BB89FACF9CDD}"/>
                </a:ext>
              </a:extLst>
            </p:cNvPr>
            <p:cNvSpPr/>
            <p:nvPr/>
          </p:nvSpPr>
          <p:spPr>
            <a:xfrm>
              <a:off x="5083978" y="3874736"/>
              <a:ext cx="66977" cy="66977"/>
            </a:xfrm>
            <a:prstGeom prst="ellipse">
              <a:avLst/>
            </a:prstGeom>
            <a:noFill/>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kumimoji="1" lang="ja-JP" altLang="en-US"/>
            </a:p>
          </p:txBody>
        </p:sp>
      </p:grpSp>
      <p:cxnSp>
        <p:nvCxnSpPr>
          <p:cNvPr id="95" name="コネクタ: カギ線 94">
            <a:extLst>
              <a:ext uri="{FF2B5EF4-FFF2-40B4-BE49-F238E27FC236}">
                <a16:creationId xmlns:a16="http://schemas.microsoft.com/office/drawing/2014/main" id="{B133BF62-746E-B3D1-C3DC-25C8E107CC3F}"/>
              </a:ext>
            </a:extLst>
          </p:cNvPr>
          <p:cNvCxnSpPr>
            <a:cxnSpLocks/>
            <a:stCxn id="86" idx="3"/>
            <a:endCxn id="68" idx="1"/>
          </p:cNvCxnSpPr>
          <p:nvPr/>
        </p:nvCxnSpPr>
        <p:spPr>
          <a:xfrm>
            <a:off x="6335188" y="2938638"/>
            <a:ext cx="900263" cy="265024"/>
          </a:xfrm>
          <a:prstGeom prst="bentConnector3">
            <a:avLst>
              <a:gd name="adj1" fmla="val 50000"/>
            </a:avLst>
          </a:prstGeom>
        </p:spPr>
        <p:style>
          <a:lnRef idx="3">
            <a:schemeClr val="dk1"/>
          </a:lnRef>
          <a:fillRef idx="0">
            <a:schemeClr val="dk1"/>
          </a:fillRef>
          <a:effectRef idx="2">
            <a:schemeClr val="dk1"/>
          </a:effectRef>
          <a:fontRef idx="minor">
            <a:schemeClr val="tx1"/>
          </a:fontRef>
        </p:style>
      </p:cxnSp>
      <p:cxnSp>
        <p:nvCxnSpPr>
          <p:cNvPr id="99" name="コネクタ: カギ線 98">
            <a:extLst>
              <a:ext uri="{FF2B5EF4-FFF2-40B4-BE49-F238E27FC236}">
                <a16:creationId xmlns:a16="http://schemas.microsoft.com/office/drawing/2014/main" id="{40A7B126-F30D-FB83-6F9C-0C3887ABF0E9}"/>
              </a:ext>
            </a:extLst>
          </p:cNvPr>
          <p:cNvCxnSpPr>
            <a:cxnSpLocks/>
            <a:stCxn id="88" idx="3"/>
            <a:endCxn id="69" idx="1"/>
          </p:cNvCxnSpPr>
          <p:nvPr/>
        </p:nvCxnSpPr>
        <p:spPr>
          <a:xfrm>
            <a:off x="6335188" y="3346264"/>
            <a:ext cx="900263" cy="734793"/>
          </a:xfrm>
          <a:prstGeom prst="bentConnector3">
            <a:avLst>
              <a:gd name="adj1" fmla="val 50000"/>
            </a:avLst>
          </a:prstGeom>
        </p:spPr>
        <p:style>
          <a:lnRef idx="3">
            <a:schemeClr val="dk1"/>
          </a:lnRef>
          <a:fillRef idx="0">
            <a:schemeClr val="dk1"/>
          </a:fillRef>
          <a:effectRef idx="2">
            <a:schemeClr val="dk1"/>
          </a:effectRef>
          <a:fontRef idx="minor">
            <a:schemeClr val="tx1"/>
          </a:fontRef>
        </p:style>
      </p:cxnSp>
      <p:sp>
        <p:nvSpPr>
          <p:cNvPr id="103" name="正方形/長方形 102">
            <a:extLst>
              <a:ext uri="{FF2B5EF4-FFF2-40B4-BE49-F238E27FC236}">
                <a16:creationId xmlns:a16="http://schemas.microsoft.com/office/drawing/2014/main" id="{66FFBC6B-ECEC-50DC-E001-50AF73B5F448}"/>
              </a:ext>
            </a:extLst>
          </p:cNvPr>
          <p:cNvSpPr/>
          <p:nvPr/>
        </p:nvSpPr>
        <p:spPr>
          <a:xfrm rot="16200000">
            <a:off x="1714322" y="4045128"/>
            <a:ext cx="251450" cy="556489"/>
          </a:xfrm>
          <a:prstGeom prst="rect">
            <a:avLst/>
          </a:prstGeom>
          <a:solidFill>
            <a:schemeClr val="bg1"/>
          </a:solidFill>
          <a:ln w="19050">
            <a:solidFill>
              <a:schemeClr val="tx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vert="vert" rtlCol="0" anchor="ctr"/>
          <a:lstStyle/>
          <a:p>
            <a:pPr algn="ctr"/>
            <a:r>
              <a:rPr lang="en-US" altLang="ja-JP" sz="1600" dirty="0">
                <a:solidFill>
                  <a:sysClr val="windowText" lastClr="000000"/>
                </a:solidFill>
                <a:latin typeface="Consolas" panose="020B0609020204030204" pitchFamily="49" charset="0"/>
              </a:rPr>
              <a:t>10k</a:t>
            </a:r>
            <a:endParaRPr kumimoji="1" lang="ja-JP" altLang="en-US" sz="1600" dirty="0">
              <a:solidFill>
                <a:sysClr val="windowText" lastClr="000000"/>
              </a:solidFill>
              <a:latin typeface="Consolas" panose="020B0609020204030204" pitchFamily="49" charset="0"/>
            </a:endParaRPr>
          </a:p>
        </p:txBody>
      </p:sp>
      <p:cxnSp>
        <p:nvCxnSpPr>
          <p:cNvPr id="108" name="直線コネクタ 107">
            <a:extLst>
              <a:ext uri="{FF2B5EF4-FFF2-40B4-BE49-F238E27FC236}">
                <a16:creationId xmlns:a16="http://schemas.microsoft.com/office/drawing/2014/main" id="{20A243ED-99A2-20D1-EA3B-A809540464BA}"/>
              </a:ext>
            </a:extLst>
          </p:cNvPr>
          <p:cNvCxnSpPr>
            <a:cxnSpLocks/>
            <a:stCxn id="103" idx="2"/>
            <a:endCxn id="64" idx="1"/>
          </p:cNvCxnSpPr>
          <p:nvPr/>
        </p:nvCxnSpPr>
        <p:spPr>
          <a:xfrm>
            <a:off x="2118292" y="4323373"/>
            <a:ext cx="1827476" cy="1"/>
          </a:xfrm>
          <a:prstGeom prst="line">
            <a:avLst/>
          </a:prstGeom>
          <a:ln w="19050" cap="flat" cmpd="sng" algn="ctr">
            <a:solidFill>
              <a:schemeClr val="tx1"/>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p:grpSp>
        <p:nvGrpSpPr>
          <p:cNvPr id="111" name="グループ化 110">
            <a:extLst>
              <a:ext uri="{FF2B5EF4-FFF2-40B4-BE49-F238E27FC236}">
                <a16:creationId xmlns:a16="http://schemas.microsoft.com/office/drawing/2014/main" id="{E1D1FD58-1CDD-A78C-6B42-B878D763FB9B}"/>
              </a:ext>
            </a:extLst>
          </p:cNvPr>
          <p:cNvGrpSpPr/>
          <p:nvPr/>
        </p:nvGrpSpPr>
        <p:grpSpPr>
          <a:xfrm>
            <a:off x="2377022" y="4695762"/>
            <a:ext cx="207434" cy="96837"/>
            <a:chOff x="2377022" y="4793271"/>
            <a:chExt cx="207434" cy="96837"/>
          </a:xfrm>
        </p:grpSpPr>
        <p:cxnSp>
          <p:nvCxnSpPr>
            <p:cNvPr id="105" name="直線コネクタ 104">
              <a:extLst>
                <a:ext uri="{FF2B5EF4-FFF2-40B4-BE49-F238E27FC236}">
                  <a16:creationId xmlns:a16="http://schemas.microsoft.com/office/drawing/2014/main" id="{480F712C-5B69-95D9-49C7-ACDFB0272920}"/>
                </a:ext>
              </a:extLst>
            </p:cNvPr>
            <p:cNvCxnSpPr/>
            <p:nvPr/>
          </p:nvCxnSpPr>
          <p:spPr>
            <a:xfrm>
              <a:off x="2377022" y="4793271"/>
              <a:ext cx="207434" cy="0"/>
            </a:xfrm>
            <a:prstGeom prst="line">
              <a:avLst/>
            </a:prstGeom>
            <a:ln w="2857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06" name="直線コネクタ 105">
              <a:extLst>
                <a:ext uri="{FF2B5EF4-FFF2-40B4-BE49-F238E27FC236}">
                  <a16:creationId xmlns:a16="http://schemas.microsoft.com/office/drawing/2014/main" id="{CF05D778-273F-2999-C700-B322FD33EC54}"/>
                </a:ext>
              </a:extLst>
            </p:cNvPr>
            <p:cNvCxnSpPr/>
            <p:nvPr/>
          </p:nvCxnSpPr>
          <p:spPr>
            <a:xfrm>
              <a:off x="2377022" y="4890108"/>
              <a:ext cx="207434" cy="0"/>
            </a:xfrm>
            <a:prstGeom prst="line">
              <a:avLst/>
            </a:prstGeom>
            <a:ln w="2857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110" name="楕円 109">
              <a:extLst>
                <a:ext uri="{FF2B5EF4-FFF2-40B4-BE49-F238E27FC236}">
                  <a16:creationId xmlns:a16="http://schemas.microsoft.com/office/drawing/2014/main" id="{F8E93627-6DD5-23E7-EE43-D323A7ABBCA1}"/>
                </a:ext>
              </a:extLst>
            </p:cNvPr>
            <p:cNvSpPr/>
            <p:nvPr/>
          </p:nvSpPr>
          <p:spPr>
            <a:xfrm>
              <a:off x="2441405" y="4802356"/>
              <a:ext cx="78668" cy="78668"/>
            </a:xfrm>
            <a:prstGeom prst="ellipse">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113" name="二等辺三角形 112">
            <a:extLst>
              <a:ext uri="{FF2B5EF4-FFF2-40B4-BE49-F238E27FC236}">
                <a16:creationId xmlns:a16="http://schemas.microsoft.com/office/drawing/2014/main" id="{97C30033-F2DF-EF2E-DA6F-12BAB9D8680B}"/>
              </a:ext>
            </a:extLst>
          </p:cNvPr>
          <p:cNvSpPr/>
          <p:nvPr/>
        </p:nvSpPr>
        <p:spPr>
          <a:xfrm rot="10800000">
            <a:off x="2400792" y="5131373"/>
            <a:ext cx="159893" cy="137838"/>
          </a:xfrm>
          <a:prstGeom prst="triangle">
            <a:avLst/>
          </a:prstGeom>
          <a:solidFill>
            <a:schemeClr val="bg1"/>
          </a:solidFill>
          <a:ln w="19050">
            <a:solidFill>
              <a:schemeClr val="tx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3200"/>
          </a:p>
        </p:txBody>
      </p:sp>
      <p:cxnSp>
        <p:nvCxnSpPr>
          <p:cNvPr id="114" name="直線コネクタ 113">
            <a:extLst>
              <a:ext uri="{FF2B5EF4-FFF2-40B4-BE49-F238E27FC236}">
                <a16:creationId xmlns:a16="http://schemas.microsoft.com/office/drawing/2014/main" id="{8C156BEF-8353-6419-8521-61832F4F2780}"/>
              </a:ext>
            </a:extLst>
          </p:cNvPr>
          <p:cNvCxnSpPr>
            <a:cxnSpLocks/>
            <a:stCxn id="110" idx="4"/>
            <a:endCxn id="113" idx="3"/>
          </p:cNvCxnSpPr>
          <p:nvPr/>
        </p:nvCxnSpPr>
        <p:spPr>
          <a:xfrm flipH="1">
            <a:off x="2480738" y="4783515"/>
            <a:ext cx="1" cy="347858"/>
          </a:xfrm>
          <a:prstGeom prst="line">
            <a:avLst/>
          </a:prstGeom>
          <a:ln w="19050"/>
        </p:spPr>
        <p:style>
          <a:lnRef idx="3">
            <a:schemeClr val="dk1"/>
          </a:lnRef>
          <a:fillRef idx="0">
            <a:schemeClr val="dk1"/>
          </a:fillRef>
          <a:effectRef idx="2">
            <a:schemeClr val="dk1"/>
          </a:effectRef>
          <a:fontRef idx="minor">
            <a:schemeClr val="tx1"/>
          </a:fontRef>
        </p:style>
      </p:cxnSp>
      <p:cxnSp>
        <p:nvCxnSpPr>
          <p:cNvPr id="117" name="コネクタ: カギ線 116">
            <a:extLst>
              <a:ext uri="{FF2B5EF4-FFF2-40B4-BE49-F238E27FC236}">
                <a16:creationId xmlns:a16="http://schemas.microsoft.com/office/drawing/2014/main" id="{4F1AAF74-29F2-67E8-7470-840E44AB5913}"/>
              </a:ext>
            </a:extLst>
          </p:cNvPr>
          <p:cNvCxnSpPr>
            <a:cxnSpLocks/>
            <a:stCxn id="110" idx="0"/>
            <a:endCxn id="103" idx="2"/>
          </p:cNvCxnSpPr>
          <p:nvPr/>
        </p:nvCxnSpPr>
        <p:spPr>
          <a:xfrm rot="16200000" flipV="1">
            <a:off x="2108779" y="4332886"/>
            <a:ext cx="381474" cy="362447"/>
          </a:xfrm>
          <a:prstGeom prst="bentConnector2">
            <a:avLst/>
          </a:prstGeom>
        </p:spPr>
        <p:style>
          <a:lnRef idx="3">
            <a:schemeClr val="dk1"/>
          </a:lnRef>
          <a:fillRef idx="0">
            <a:schemeClr val="dk1"/>
          </a:fillRef>
          <a:effectRef idx="2">
            <a:schemeClr val="dk1"/>
          </a:effectRef>
          <a:fontRef idx="minor">
            <a:schemeClr val="tx1"/>
          </a:fontRef>
        </p:style>
      </p:cxnSp>
      <p:sp>
        <p:nvSpPr>
          <p:cNvPr id="121" name="テキスト ボックス 120">
            <a:extLst>
              <a:ext uri="{FF2B5EF4-FFF2-40B4-BE49-F238E27FC236}">
                <a16:creationId xmlns:a16="http://schemas.microsoft.com/office/drawing/2014/main" id="{75B622EC-EA96-AB29-CD73-E5B72D085391}"/>
              </a:ext>
            </a:extLst>
          </p:cNvPr>
          <p:cNvSpPr txBox="1"/>
          <p:nvPr/>
        </p:nvSpPr>
        <p:spPr>
          <a:xfrm>
            <a:off x="1913464" y="4584621"/>
            <a:ext cx="409086" cy="338554"/>
          </a:xfrm>
          <a:prstGeom prst="rect">
            <a:avLst/>
          </a:prstGeom>
          <a:noFill/>
        </p:spPr>
        <p:txBody>
          <a:bodyPr wrap="none" rtlCol="0">
            <a:spAutoFit/>
          </a:bodyPr>
          <a:lstStyle/>
          <a:p>
            <a:pPr algn="l"/>
            <a:r>
              <a:rPr kumimoji="1" lang="en-US" altLang="ja-JP" sz="1600" dirty="0">
                <a:solidFill>
                  <a:schemeClr val="tx1">
                    <a:lumMod val="90000"/>
                    <a:lumOff val="10000"/>
                  </a:schemeClr>
                </a:solidFill>
                <a:latin typeface="Consolas" panose="020B0609020204030204" pitchFamily="49" charset="0"/>
              </a:rPr>
              <a:t>1n</a:t>
            </a:r>
            <a:endParaRPr kumimoji="1" lang="ja-JP" altLang="en-US" sz="1600" dirty="0">
              <a:solidFill>
                <a:schemeClr val="tx1">
                  <a:lumMod val="90000"/>
                  <a:lumOff val="10000"/>
                </a:schemeClr>
              </a:solidFill>
              <a:latin typeface="Consolas" panose="020B0609020204030204" pitchFamily="49" charset="0"/>
            </a:endParaRPr>
          </a:p>
        </p:txBody>
      </p:sp>
      <p:sp>
        <p:nvSpPr>
          <p:cNvPr id="124" name="正方形/長方形 123">
            <a:extLst>
              <a:ext uri="{FF2B5EF4-FFF2-40B4-BE49-F238E27FC236}">
                <a16:creationId xmlns:a16="http://schemas.microsoft.com/office/drawing/2014/main" id="{F2357FB1-9D9E-6679-B05C-DAB66D8807EE}"/>
              </a:ext>
            </a:extLst>
          </p:cNvPr>
          <p:cNvSpPr/>
          <p:nvPr/>
        </p:nvSpPr>
        <p:spPr>
          <a:xfrm rot="16200000">
            <a:off x="4896521" y="5441488"/>
            <a:ext cx="251450" cy="556489"/>
          </a:xfrm>
          <a:prstGeom prst="rect">
            <a:avLst/>
          </a:prstGeom>
          <a:solidFill>
            <a:schemeClr val="bg1"/>
          </a:solidFill>
          <a:ln w="19050">
            <a:solidFill>
              <a:schemeClr val="tx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vert="vert" rtlCol="0" anchor="ctr"/>
          <a:lstStyle/>
          <a:p>
            <a:pPr algn="ctr"/>
            <a:r>
              <a:rPr lang="en-US" altLang="ja-JP" sz="1600" dirty="0">
                <a:solidFill>
                  <a:sysClr val="windowText" lastClr="000000"/>
                </a:solidFill>
                <a:latin typeface="Consolas" panose="020B0609020204030204" pitchFamily="49" charset="0"/>
              </a:rPr>
              <a:t>10k</a:t>
            </a:r>
            <a:endParaRPr kumimoji="1" lang="ja-JP" altLang="en-US" sz="1600" dirty="0">
              <a:solidFill>
                <a:sysClr val="windowText" lastClr="000000"/>
              </a:solidFill>
              <a:latin typeface="Consolas" panose="020B0609020204030204" pitchFamily="49" charset="0"/>
            </a:endParaRPr>
          </a:p>
        </p:txBody>
      </p:sp>
      <p:cxnSp>
        <p:nvCxnSpPr>
          <p:cNvPr id="127" name="コネクタ: カギ線 126">
            <a:extLst>
              <a:ext uri="{FF2B5EF4-FFF2-40B4-BE49-F238E27FC236}">
                <a16:creationId xmlns:a16="http://schemas.microsoft.com/office/drawing/2014/main" id="{45940B1B-5A7F-F73F-9D00-B2F00BD7CDFA}"/>
              </a:ext>
            </a:extLst>
          </p:cNvPr>
          <p:cNvCxnSpPr>
            <a:cxnSpLocks/>
            <a:stCxn id="69" idx="3"/>
            <a:endCxn id="124" idx="2"/>
          </p:cNvCxnSpPr>
          <p:nvPr/>
        </p:nvCxnSpPr>
        <p:spPr>
          <a:xfrm flipH="1">
            <a:off x="5300491" y="4081057"/>
            <a:ext cx="2972723" cy="1638676"/>
          </a:xfrm>
          <a:prstGeom prst="bentConnector3">
            <a:avLst>
              <a:gd name="adj1" fmla="val -35203"/>
            </a:avLst>
          </a:prstGeom>
        </p:spPr>
        <p:style>
          <a:lnRef idx="3">
            <a:schemeClr val="dk1"/>
          </a:lnRef>
          <a:fillRef idx="0">
            <a:schemeClr val="dk1"/>
          </a:fillRef>
          <a:effectRef idx="2">
            <a:schemeClr val="dk1"/>
          </a:effectRef>
          <a:fontRef idx="minor">
            <a:schemeClr val="tx1"/>
          </a:fontRef>
        </p:style>
      </p:cxnSp>
      <p:cxnSp>
        <p:nvCxnSpPr>
          <p:cNvPr id="133" name="コネクタ: カギ線 132">
            <a:extLst>
              <a:ext uri="{FF2B5EF4-FFF2-40B4-BE49-F238E27FC236}">
                <a16:creationId xmlns:a16="http://schemas.microsoft.com/office/drawing/2014/main" id="{98B2D061-DA6A-7D9F-53B5-DD89E47479EC}"/>
              </a:ext>
            </a:extLst>
          </p:cNvPr>
          <p:cNvCxnSpPr>
            <a:cxnSpLocks/>
            <a:stCxn id="124" idx="0"/>
            <a:endCxn id="103" idx="2"/>
          </p:cNvCxnSpPr>
          <p:nvPr/>
        </p:nvCxnSpPr>
        <p:spPr>
          <a:xfrm rot="10800000">
            <a:off x="2118292" y="4323373"/>
            <a:ext cx="2625710" cy="1396360"/>
          </a:xfrm>
          <a:prstGeom prst="bentConnector3">
            <a:avLst>
              <a:gd name="adj1" fmla="val 69267"/>
            </a:avLst>
          </a:prstGeom>
        </p:spPr>
        <p:style>
          <a:lnRef idx="3">
            <a:schemeClr val="dk1"/>
          </a:lnRef>
          <a:fillRef idx="0">
            <a:schemeClr val="dk1"/>
          </a:fillRef>
          <a:effectRef idx="2">
            <a:schemeClr val="dk1"/>
          </a:effectRef>
          <a:fontRef idx="minor">
            <a:schemeClr val="tx1"/>
          </a:fontRef>
        </p:style>
      </p:cxnSp>
      <p:sp>
        <p:nvSpPr>
          <p:cNvPr id="137" name="楕円 136">
            <a:extLst>
              <a:ext uri="{FF2B5EF4-FFF2-40B4-BE49-F238E27FC236}">
                <a16:creationId xmlns:a16="http://schemas.microsoft.com/office/drawing/2014/main" id="{F7242C6F-921B-4368-1D95-6EB2A9DBB5B9}"/>
              </a:ext>
            </a:extLst>
          </p:cNvPr>
          <p:cNvSpPr/>
          <p:nvPr/>
        </p:nvSpPr>
        <p:spPr>
          <a:xfrm>
            <a:off x="2888240" y="4281760"/>
            <a:ext cx="77173" cy="77173"/>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
        <p:nvSpPr>
          <p:cNvPr id="138" name="楕円 137">
            <a:extLst>
              <a:ext uri="{FF2B5EF4-FFF2-40B4-BE49-F238E27FC236}">
                <a16:creationId xmlns:a16="http://schemas.microsoft.com/office/drawing/2014/main" id="{B5547A6B-B204-6DBE-7EFB-D06B1E0A99BC}"/>
              </a:ext>
            </a:extLst>
          </p:cNvPr>
          <p:cNvSpPr/>
          <p:nvPr/>
        </p:nvSpPr>
        <p:spPr>
          <a:xfrm>
            <a:off x="2442900" y="4281760"/>
            <a:ext cx="77173" cy="77173"/>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
        <p:nvSpPr>
          <p:cNvPr id="139" name="正方形/長方形 138">
            <a:extLst>
              <a:ext uri="{FF2B5EF4-FFF2-40B4-BE49-F238E27FC236}">
                <a16:creationId xmlns:a16="http://schemas.microsoft.com/office/drawing/2014/main" id="{2AD463F9-3B45-F286-3CB1-96B959DBFC1B}"/>
              </a:ext>
            </a:extLst>
          </p:cNvPr>
          <p:cNvSpPr/>
          <p:nvPr/>
        </p:nvSpPr>
        <p:spPr>
          <a:xfrm rot="16200000">
            <a:off x="9984379" y="2925417"/>
            <a:ext cx="251450" cy="556489"/>
          </a:xfrm>
          <a:prstGeom prst="rect">
            <a:avLst/>
          </a:prstGeom>
          <a:solidFill>
            <a:schemeClr val="bg1"/>
          </a:solidFill>
          <a:ln w="19050">
            <a:solidFill>
              <a:schemeClr val="tx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vert="vert" rtlCol="0" anchor="ctr"/>
          <a:lstStyle/>
          <a:p>
            <a:pPr algn="ctr"/>
            <a:r>
              <a:rPr lang="en-US" altLang="ja-JP" sz="1600" dirty="0">
                <a:solidFill>
                  <a:sysClr val="windowText" lastClr="000000"/>
                </a:solidFill>
                <a:latin typeface="Consolas" panose="020B0609020204030204" pitchFamily="49" charset="0"/>
              </a:rPr>
              <a:t>10k</a:t>
            </a:r>
            <a:endParaRPr kumimoji="1" lang="ja-JP" altLang="en-US" sz="1600" dirty="0">
              <a:solidFill>
                <a:sysClr val="windowText" lastClr="000000"/>
              </a:solidFill>
              <a:latin typeface="Consolas" panose="020B0609020204030204" pitchFamily="49" charset="0"/>
            </a:endParaRPr>
          </a:p>
        </p:txBody>
      </p:sp>
      <p:grpSp>
        <p:nvGrpSpPr>
          <p:cNvPr id="140" name="グループ化 139">
            <a:extLst>
              <a:ext uri="{FF2B5EF4-FFF2-40B4-BE49-F238E27FC236}">
                <a16:creationId xmlns:a16="http://schemas.microsoft.com/office/drawing/2014/main" id="{D3465237-99A1-A8AC-9791-9270FFF3229D}"/>
              </a:ext>
            </a:extLst>
          </p:cNvPr>
          <p:cNvGrpSpPr/>
          <p:nvPr/>
        </p:nvGrpSpPr>
        <p:grpSpPr>
          <a:xfrm>
            <a:off x="10647079" y="3576051"/>
            <a:ext cx="207434" cy="96837"/>
            <a:chOff x="2377022" y="4793271"/>
            <a:chExt cx="207434" cy="96837"/>
          </a:xfrm>
        </p:grpSpPr>
        <p:cxnSp>
          <p:nvCxnSpPr>
            <p:cNvPr id="141" name="直線コネクタ 140">
              <a:extLst>
                <a:ext uri="{FF2B5EF4-FFF2-40B4-BE49-F238E27FC236}">
                  <a16:creationId xmlns:a16="http://schemas.microsoft.com/office/drawing/2014/main" id="{B7F00CB9-9137-A298-1A7F-855361B0DB3E}"/>
                </a:ext>
              </a:extLst>
            </p:cNvPr>
            <p:cNvCxnSpPr/>
            <p:nvPr/>
          </p:nvCxnSpPr>
          <p:spPr>
            <a:xfrm>
              <a:off x="2377022" y="4793271"/>
              <a:ext cx="207434" cy="0"/>
            </a:xfrm>
            <a:prstGeom prst="line">
              <a:avLst/>
            </a:prstGeom>
            <a:ln w="2857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42" name="直線コネクタ 141">
              <a:extLst>
                <a:ext uri="{FF2B5EF4-FFF2-40B4-BE49-F238E27FC236}">
                  <a16:creationId xmlns:a16="http://schemas.microsoft.com/office/drawing/2014/main" id="{92611272-1345-B479-86D0-22952F1FED27}"/>
                </a:ext>
              </a:extLst>
            </p:cNvPr>
            <p:cNvCxnSpPr/>
            <p:nvPr/>
          </p:nvCxnSpPr>
          <p:spPr>
            <a:xfrm>
              <a:off x="2377022" y="4890108"/>
              <a:ext cx="207434" cy="0"/>
            </a:xfrm>
            <a:prstGeom prst="line">
              <a:avLst/>
            </a:prstGeom>
            <a:ln w="2857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143" name="楕円 142">
              <a:extLst>
                <a:ext uri="{FF2B5EF4-FFF2-40B4-BE49-F238E27FC236}">
                  <a16:creationId xmlns:a16="http://schemas.microsoft.com/office/drawing/2014/main" id="{F1245A57-ABA9-D2F0-91BB-A9444C87D8C3}"/>
                </a:ext>
              </a:extLst>
            </p:cNvPr>
            <p:cNvSpPr/>
            <p:nvPr/>
          </p:nvSpPr>
          <p:spPr>
            <a:xfrm>
              <a:off x="2441405" y="4802356"/>
              <a:ext cx="78668" cy="78668"/>
            </a:xfrm>
            <a:prstGeom prst="ellipse">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144" name="二等辺三角形 143">
            <a:extLst>
              <a:ext uri="{FF2B5EF4-FFF2-40B4-BE49-F238E27FC236}">
                <a16:creationId xmlns:a16="http://schemas.microsoft.com/office/drawing/2014/main" id="{7F4B7E64-0CF4-21A4-84F2-C4BA8554C6B0}"/>
              </a:ext>
            </a:extLst>
          </p:cNvPr>
          <p:cNvSpPr/>
          <p:nvPr/>
        </p:nvSpPr>
        <p:spPr>
          <a:xfrm rot="10800000">
            <a:off x="10670849" y="4011662"/>
            <a:ext cx="159893" cy="137838"/>
          </a:xfrm>
          <a:prstGeom prst="triangle">
            <a:avLst/>
          </a:prstGeom>
          <a:solidFill>
            <a:schemeClr val="bg1"/>
          </a:solidFill>
          <a:ln w="19050">
            <a:solidFill>
              <a:schemeClr val="tx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3200"/>
          </a:p>
        </p:txBody>
      </p:sp>
      <p:cxnSp>
        <p:nvCxnSpPr>
          <p:cNvPr id="145" name="直線コネクタ 144">
            <a:extLst>
              <a:ext uri="{FF2B5EF4-FFF2-40B4-BE49-F238E27FC236}">
                <a16:creationId xmlns:a16="http://schemas.microsoft.com/office/drawing/2014/main" id="{58C90424-4F91-CFC7-D5F7-3EE801047809}"/>
              </a:ext>
            </a:extLst>
          </p:cNvPr>
          <p:cNvCxnSpPr>
            <a:cxnSpLocks/>
            <a:stCxn id="143" idx="4"/>
            <a:endCxn id="144" idx="3"/>
          </p:cNvCxnSpPr>
          <p:nvPr/>
        </p:nvCxnSpPr>
        <p:spPr>
          <a:xfrm flipH="1">
            <a:off x="10750795" y="3663804"/>
            <a:ext cx="1" cy="347858"/>
          </a:xfrm>
          <a:prstGeom prst="line">
            <a:avLst/>
          </a:prstGeom>
          <a:ln w="19050"/>
        </p:spPr>
        <p:style>
          <a:lnRef idx="3">
            <a:schemeClr val="dk1"/>
          </a:lnRef>
          <a:fillRef idx="0">
            <a:schemeClr val="dk1"/>
          </a:fillRef>
          <a:effectRef idx="2">
            <a:schemeClr val="dk1"/>
          </a:effectRef>
          <a:fontRef idx="minor">
            <a:schemeClr val="tx1"/>
          </a:fontRef>
        </p:style>
      </p:cxnSp>
      <p:cxnSp>
        <p:nvCxnSpPr>
          <p:cNvPr id="146" name="コネクタ: カギ線 145">
            <a:extLst>
              <a:ext uri="{FF2B5EF4-FFF2-40B4-BE49-F238E27FC236}">
                <a16:creationId xmlns:a16="http://schemas.microsoft.com/office/drawing/2014/main" id="{2AE62142-1261-1AEB-65A9-82E4D813EA2A}"/>
              </a:ext>
            </a:extLst>
          </p:cNvPr>
          <p:cNvCxnSpPr>
            <a:cxnSpLocks/>
            <a:stCxn id="143" idx="0"/>
            <a:endCxn id="139" idx="2"/>
          </p:cNvCxnSpPr>
          <p:nvPr/>
        </p:nvCxnSpPr>
        <p:spPr>
          <a:xfrm rot="16200000" flipV="1">
            <a:off x="10378836" y="3213175"/>
            <a:ext cx="381474" cy="362447"/>
          </a:xfrm>
          <a:prstGeom prst="bentConnector2">
            <a:avLst/>
          </a:prstGeom>
        </p:spPr>
        <p:style>
          <a:lnRef idx="3">
            <a:schemeClr val="dk1"/>
          </a:lnRef>
          <a:fillRef idx="0">
            <a:schemeClr val="dk1"/>
          </a:fillRef>
          <a:effectRef idx="2">
            <a:schemeClr val="dk1"/>
          </a:effectRef>
          <a:fontRef idx="minor">
            <a:schemeClr val="tx1"/>
          </a:fontRef>
        </p:style>
      </p:cxnSp>
      <p:sp>
        <p:nvSpPr>
          <p:cNvPr id="147" name="テキスト ボックス 146">
            <a:extLst>
              <a:ext uri="{FF2B5EF4-FFF2-40B4-BE49-F238E27FC236}">
                <a16:creationId xmlns:a16="http://schemas.microsoft.com/office/drawing/2014/main" id="{47A1B046-A67A-E35A-8515-EF9B989C1F43}"/>
              </a:ext>
            </a:extLst>
          </p:cNvPr>
          <p:cNvSpPr txBox="1"/>
          <p:nvPr/>
        </p:nvSpPr>
        <p:spPr>
          <a:xfrm>
            <a:off x="10183521" y="3464910"/>
            <a:ext cx="409086" cy="338554"/>
          </a:xfrm>
          <a:prstGeom prst="rect">
            <a:avLst/>
          </a:prstGeom>
          <a:noFill/>
        </p:spPr>
        <p:txBody>
          <a:bodyPr wrap="none" rtlCol="0">
            <a:spAutoFit/>
          </a:bodyPr>
          <a:lstStyle/>
          <a:p>
            <a:pPr algn="l"/>
            <a:r>
              <a:rPr kumimoji="1" lang="en-US" altLang="ja-JP" sz="1600" dirty="0">
                <a:solidFill>
                  <a:schemeClr val="tx1">
                    <a:lumMod val="90000"/>
                    <a:lumOff val="10000"/>
                  </a:schemeClr>
                </a:solidFill>
                <a:latin typeface="Consolas" panose="020B0609020204030204" pitchFamily="49" charset="0"/>
              </a:rPr>
              <a:t>1n</a:t>
            </a:r>
            <a:endParaRPr kumimoji="1" lang="ja-JP" altLang="en-US" sz="1600" dirty="0">
              <a:solidFill>
                <a:schemeClr val="tx1">
                  <a:lumMod val="90000"/>
                  <a:lumOff val="10000"/>
                </a:schemeClr>
              </a:solidFill>
              <a:latin typeface="Consolas" panose="020B0609020204030204" pitchFamily="49" charset="0"/>
            </a:endParaRPr>
          </a:p>
        </p:txBody>
      </p:sp>
      <p:sp>
        <p:nvSpPr>
          <p:cNvPr id="148" name="楕円 147">
            <a:extLst>
              <a:ext uri="{FF2B5EF4-FFF2-40B4-BE49-F238E27FC236}">
                <a16:creationId xmlns:a16="http://schemas.microsoft.com/office/drawing/2014/main" id="{4973D5EA-55D3-3B51-FB10-A4BAE2AD51B8}"/>
              </a:ext>
            </a:extLst>
          </p:cNvPr>
          <p:cNvSpPr/>
          <p:nvPr/>
        </p:nvSpPr>
        <p:spPr>
          <a:xfrm>
            <a:off x="10712957" y="3162049"/>
            <a:ext cx="77173" cy="77173"/>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kumimoji="1" lang="ja-JP" altLang="en-US"/>
          </a:p>
        </p:txBody>
      </p:sp>
      <p:cxnSp>
        <p:nvCxnSpPr>
          <p:cNvPr id="149" name="直線コネクタ 148">
            <a:extLst>
              <a:ext uri="{FF2B5EF4-FFF2-40B4-BE49-F238E27FC236}">
                <a16:creationId xmlns:a16="http://schemas.microsoft.com/office/drawing/2014/main" id="{35B5529A-3BD9-84EB-812F-60BCFE6C9D76}"/>
              </a:ext>
            </a:extLst>
          </p:cNvPr>
          <p:cNvCxnSpPr>
            <a:cxnSpLocks/>
            <a:stCxn id="68" idx="3"/>
            <a:endCxn id="139" idx="0"/>
          </p:cNvCxnSpPr>
          <p:nvPr/>
        </p:nvCxnSpPr>
        <p:spPr>
          <a:xfrm>
            <a:off x="8273214" y="3203662"/>
            <a:ext cx="1558646" cy="0"/>
          </a:xfrm>
          <a:prstGeom prst="line">
            <a:avLst/>
          </a:prstGeom>
          <a:ln w="19050" cap="flat" cmpd="sng" algn="ctr">
            <a:solidFill>
              <a:schemeClr val="tx1"/>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159" name="正方形/長方形 158">
            <a:extLst>
              <a:ext uri="{FF2B5EF4-FFF2-40B4-BE49-F238E27FC236}">
                <a16:creationId xmlns:a16="http://schemas.microsoft.com/office/drawing/2014/main" id="{22D8467F-3C65-A63C-B15C-27454E281FA6}"/>
              </a:ext>
            </a:extLst>
          </p:cNvPr>
          <p:cNvSpPr/>
          <p:nvPr/>
        </p:nvSpPr>
        <p:spPr>
          <a:xfrm>
            <a:off x="131173" y="5845458"/>
            <a:ext cx="1782291" cy="914400"/>
          </a:xfrm>
          <a:prstGeom prst="rect">
            <a:avLst/>
          </a:prstGeom>
          <a:noFill/>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altLang="ja-JP" dirty="0"/>
              <a:t>Analog</a:t>
            </a:r>
            <a:br>
              <a:rPr lang="en-US" altLang="ja-JP" dirty="0"/>
            </a:br>
            <a:r>
              <a:rPr lang="en-US" altLang="ja-JP" dirty="0"/>
              <a:t>Discover</a:t>
            </a:r>
            <a:endParaRPr kumimoji="1" lang="ja-JP" altLang="en-US" dirty="0"/>
          </a:p>
        </p:txBody>
      </p:sp>
      <p:cxnSp>
        <p:nvCxnSpPr>
          <p:cNvPr id="160" name="コネクタ: カギ線 159">
            <a:extLst>
              <a:ext uri="{FF2B5EF4-FFF2-40B4-BE49-F238E27FC236}">
                <a16:creationId xmlns:a16="http://schemas.microsoft.com/office/drawing/2014/main" id="{7DA4577C-5756-3352-D731-0D16A99B53B3}"/>
              </a:ext>
            </a:extLst>
          </p:cNvPr>
          <p:cNvCxnSpPr>
            <a:cxnSpLocks/>
            <a:stCxn id="159" idx="0"/>
            <a:endCxn id="103" idx="0"/>
          </p:cNvCxnSpPr>
          <p:nvPr/>
        </p:nvCxnSpPr>
        <p:spPr>
          <a:xfrm rot="5400000" flipH="1" flipV="1">
            <a:off x="531019" y="4814674"/>
            <a:ext cx="1522085" cy="539484"/>
          </a:xfrm>
          <a:prstGeom prst="bentConnector2">
            <a:avLst/>
          </a:prstGeom>
          <a:ln w="19050" cap="flat" cmpd="sng" algn="ctr">
            <a:solidFill>
              <a:schemeClr val="tx1"/>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p:grpSp>
        <p:nvGrpSpPr>
          <p:cNvPr id="168" name="グループ化 167">
            <a:extLst>
              <a:ext uri="{FF2B5EF4-FFF2-40B4-BE49-F238E27FC236}">
                <a16:creationId xmlns:a16="http://schemas.microsoft.com/office/drawing/2014/main" id="{26C4F095-32CA-AD6F-2C72-C26EE7A559A6}"/>
              </a:ext>
            </a:extLst>
          </p:cNvPr>
          <p:cNvGrpSpPr/>
          <p:nvPr/>
        </p:nvGrpSpPr>
        <p:grpSpPr>
          <a:xfrm>
            <a:off x="10198704" y="1446813"/>
            <a:ext cx="1782291" cy="914400"/>
            <a:chOff x="10198704" y="1446813"/>
            <a:chExt cx="1782291" cy="914400"/>
          </a:xfrm>
        </p:grpSpPr>
        <p:sp>
          <p:nvSpPr>
            <p:cNvPr id="155" name="正方形/長方形 154">
              <a:extLst>
                <a:ext uri="{FF2B5EF4-FFF2-40B4-BE49-F238E27FC236}">
                  <a16:creationId xmlns:a16="http://schemas.microsoft.com/office/drawing/2014/main" id="{422BF22D-19C0-B01E-A547-A64084B1008C}"/>
                </a:ext>
              </a:extLst>
            </p:cNvPr>
            <p:cNvSpPr/>
            <p:nvPr/>
          </p:nvSpPr>
          <p:spPr>
            <a:xfrm>
              <a:off x="10198704" y="1446813"/>
              <a:ext cx="1782291" cy="914400"/>
            </a:xfrm>
            <a:prstGeom prst="rect">
              <a:avLst/>
            </a:prstGeom>
            <a:noFill/>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ja-JP" altLang="en-US" dirty="0"/>
                <a:t>オシロスコープ</a:t>
              </a:r>
              <a:endParaRPr kumimoji="1" lang="ja-JP" altLang="en-US" dirty="0"/>
            </a:p>
          </p:txBody>
        </p:sp>
        <p:sp>
          <p:nvSpPr>
            <p:cNvPr id="164" name="楕円 163">
              <a:extLst>
                <a:ext uri="{FF2B5EF4-FFF2-40B4-BE49-F238E27FC236}">
                  <a16:creationId xmlns:a16="http://schemas.microsoft.com/office/drawing/2014/main" id="{8F404B0C-06AF-6F49-836E-ADC57AD70FE3}"/>
                </a:ext>
              </a:extLst>
            </p:cNvPr>
            <p:cNvSpPr/>
            <p:nvPr/>
          </p:nvSpPr>
          <p:spPr>
            <a:xfrm>
              <a:off x="11544807" y="2186362"/>
              <a:ext cx="77173" cy="77173"/>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
          <p:nvSpPr>
            <p:cNvPr id="165" name="楕円 164">
              <a:extLst>
                <a:ext uri="{FF2B5EF4-FFF2-40B4-BE49-F238E27FC236}">
                  <a16:creationId xmlns:a16="http://schemas.microsoft.com/office/drawing/2014/main" id="{D855D9D2-B255-06BA-392E-C61D7ABEF1AD}"/>
                </a:ext>
              </a:extLst>
            </p:cNvPr>
            <p:cNvSpPr/>
            <p:nvPr/>
          </p:nvSpPr>
          <p:spPr>
            <a:xfrm>
              <a:off x="11214544" y="2186362"/>
              <a:ext cx="77173" cy="77173"/>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
          <p:nvSpPr>
            <p:cNvPr id="166" name="楕円 165">
              <a:extLst>
                <a:ext uri="{FF2B5EF4-FFF2-40B4-BE49-F238E27FC236}">
                  <a16:creationId xmlns:a16="http://schemas.microsoft.com/office/drawing/2014/main" id="{9319D7A8-B139-B465-1F61-243C895CB2B8}"/>
                </a:ext>
              </a:extLst>
            </p:cNvPr>
            <p:cNvSpPr/>
            <p:nvPr/>
          </p:nvSpPr>
          <p:spPr>
            <a:xfrm>
              <a:off x="10554020" y="2186362"/>
              <a:ext cx="77173" cy="77173"/>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
          <p:nvSpPr>
            <p:cNvPr id="167" name="楕円 166">
              <a:extLst>
                <a:ext uri="{FF2B5EF4-FFF2-40B4-BE49-F238E27FC236}">
                  <a16:creationId xmlns:a16="http://schemas.microsoft.com/office/drawing/2014/main" id="{FF0D87CF-4DC2-ED77-E5BE-0F639E3D3AE6}"/>
                </a:ext>
              </a:extLst>
            </p:cNvPr>
            <p:cNvSpPr/>
            <p:nvPr/>
          </p:nvSpPr>
          <p:spPr>
            <a:xfrm>
              <a:off x="10884282" y="2186362"/>
              <a:ext cx="77173" cy="77173"/>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kumimoji="1" lang="ja-JP" altLang="en-US"/>
            </a:p>
          </p:txBody>
        </p:sp>
      </p:grpSp>
      <p:sp>
        <p:nvSpPr>
          <p:cNvPr id="173" name="フリーフォーム: 図形 172">
            <a:extLst>
              <a:ext uri="{FF2B5EF4-FFF2-40B4-BE49-F238E27FC236}">
                <a16:creationId xmlns:a16="http://schemas.microsoft.com/office/drawing/2014/main" id="{B4C1D8B9-797A-F443-D24D-FA4498EFD239}"/>
              </a:ext>
            </a:extLst>
          </p:cNvPr>
          <p:cNvSpPr/>
          <p:nvPr/>
        </p:nvSpPr>
        <p:spPr>
          <a:xfrm>
            <a:off x="10583333" y="2239433"/>
            <a:ext cx="668867" cy="827617"/>
          </a:xfrm>
          <a:custGeom>
            <a:avLst/>
            <a:gdLst>
              <a:gd name="csX0" fmla="*/ 668867 w 668867"/>
              <a:gd name="csY0" fmla="*/ 0 h 827617"/>
              <a:gd name="csX1" fmla="*/ 171450 w 668867"/>
              <a:gd name="csY1" fmla="*/ 366184 h 827617"/>
              <a:gd name="csX2" fmla="*/ 0 w 668867"/>
              <a:gd name="csY2" fmla="*/ 827617 h 827617"/>
            </a:gdLst>
            <a:ahLst/>
            <a:cxnLst>
              <a:cxn ang="0">
                <a:pos x="csX0" y="csY0"/>
              </a:cxn>
              <a:cxn ang="0">
                <a:pos x="csX1" y="csY1"/>
              </a:cxn>
              <a:cxn ang="0">
                <a:pos x="csX2" y="csY2"/>
              </a:cxn>
            </a:cxnLst>
            <a:rect l="l" t="t" r="r" b="b"/>
            <a:pathLst>
              <a:path w="668867" h="827617">
                <a:moveTo>
                  <a:pt x="668867" y="0"/>
                </a:moveTo>
                <a:cubicBezTo>
                  <a:pt x="475897" y="114124"/>
                  <a:pt x="282928" y="228248"/>
                  <a:pt x="171450" y="366184"/>
                </a:cubicBezTo>
                <a:cubicBezTo>
                  <a:pt x="59972" y="504120"/>
                  <a:pt x="29986" y="665868"/>
                  <a:pt x="0" y="827617"/>
                </a:cubicBez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4" name="二等辺三角形 173">
            <a:extLst>
              <a:ext uri="{FF2B5EF4-FFF2-40B4-BE49-F238E27FC236}">
                <a16:creationId xmlns:a16="http://schemas.microsoft.com/office/drawing/2014/main" id="{388DCDCA-4EC1-15D3-4470-DB6745C9DBC3}"/>
              </a:ext>
            </a:extLst>
          </p:cNvPr>
          <p:cNvSpPr/>
          <p:nvPr/>
        </p:nvSpPr>
        <p:spPr>
          <a:xfrm rot="11700000">
            <a:off x="10542614" y="3004341"/>
            <a:ext cx="52126" cy="223133"/>
          </a:xfrm>
          <a:prstGeom prst="triangl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5" name="フリーフォーム: 図形 174">
            <a:extLst>
              <a:ext uri="{FF2B5EF4-FFF2-40B4-BE49-F238E27FC236}">
                <a16:creationId xmlns:a16="http://schemas.microsoft.com/office/drawing/2014/main" id="{EC4D89CE-11B6-CB6B-75BC-DE2968D25E9F}"/>
              </a:ext>
            </a:extLst>
          </p:cNvPr>
          <p:cNvSpPr/>
          <p:nvPr/>
        </p:nvSpPr>
        <p:spPr>
          <a:xfrm>
            <a:off x="10646833" y="2808817"/>
            <a:ext cx="591726" cy="969433"/>
          </a:xfrm>
          <a:custGeom>
            <a:avLst/>
            <a:gdLst>
              <a:gd name="csX0" fmla="*/ 0 w 591726"/>
              <a:gd name="csY0" fmla="*/ 0 h 969433"/>
              <a:gd name="csX1" fmla="*/ 588434 w 591726"/>
              <a:gd name="csY1" fmla="*/ 503766 h 969433"/>
              <a:gd name="csX2" fmla="*/ 194734 w 591726"/>
              <a:gd name="csY2" fmla="*/ 969433 h 969433"/>
            </a:gdLst>
            <a:ahLst/>
            <a:cxnLst>
              <a:cxn ang="0">
                <a:pos x="csX0" y="csY0"/>
              </a:cxn>
              <a:cxn ang="0">
                <a:pos x="csX1" y="csY1"/>
              </a:cxn>
              <a:cxn ang="0">
                <a:pos x="csX2" y="csY2"/>
              </a:cxn>
            </a:cxnLst>
            <a:rect l="l" t="t" r="r" b="b"/>
            <a:pathLst>
              <a:path w="591726" h="969433">
                <a:moveTo>
                  <a:pt x="0" y="0"/>
                </a:moveTo>
                <a:cubicBezTo>
                  <a:pt x="277989" y="171097"/>
                  <a:pt x="555978" y="342194"/>
                  <a:pt x="588434" y="503766"/>
                </a:cubicBezTo>
                <a:cubicBezTo>
                  <a:pt x="620890" y="665338"/>
                  <a:pt x="407812" y="817385"/>
                  <a:pt x="194734" y="969433"/>
                </a:cubicBez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7" name="二等辺三角形 176">
            <a:extLst>
              <a:ext uri="{FF2B5EF4-FFF2-40B4-BE49-F238E27FC236}">
                <a16:creationId xmlns:a16="http://schemas.microsoft.com/office/drawing/2014/main" id="{E8472D1F-8572-6CDE-D800-E2E9D6500FFE}"/>
              </a:ext>
            </a:extLst>
          </p:cNvPr>
          <p:cNvSpPr/>
          <p:nvPr/>
        </p:nvSpPr>
        <p:spPr>
          <a:xfrm rot="14314691">
            <a:off x="10807840" y="3674032"/>
            <a:ext cx="52126" cy="223133"/>
          </a:xfrm>
          <a:prstGeom prst="triangl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0" name="フリーフォーム: 図形 179">
            <a:extLst>
              <a:ext uri="{FF2B5EF4-FFF2-40B4-BE49-F238E27FC236}">
                <a16:creationId xmlns:a16="http://schemas.microsoft.com/office/drawing/2014/main" id="{317B9415-123C-E41C-6D76-8656EDB49735}"/>
              </a:ext>
            </a:extLst>
          </p:cNvPr>
          <p:cNvSpPr/>
          <p:nvPr/>
        </p:nvSpPr>
        <p:spPr>
          <a:xfrm>
            <a:off x="9673167" y="2260600"/>
            <a:ext cx="1231900" cy="774700"/>
          </a:xfrm>
          <a:custGeom>
            <a:avLst/>
            <a:gdLst>
              <a:gd name="csX0" fmla="*/ 1231900 w 1231900"/>
              <a:gd name="csY0" fmla="*/ 0 h 774700"/>
              <a:gd name="csX1" fmla="*/ 351366 w 1231900"/>
              <a:gd name="csY1" fmla="*/ 376767 h 774700"/>
              <a:gd name="csX2" fmla="*/ 0 w 1231900"/>
              <a:gd name="csY2" fmla="*/ 774700 h 774700"/>
            </a:gdLst>
            <a:ahLst/>
            <a:cxnLst>
              <a:cxn ang="0">
                <a:pos x="csX0" y="csY0"/>
              </a:cxn>
              <a:cxn ang="0">
                <a:pos x="csX1" y="csY1"/>
              </a:cxn>
              <a:cxn ang="0">
                <a:pos x="csX2" y="csY2"/>
              </a:cxn>
            </a:cxnLst>
            <a:rect l="l" t="t" r="r" b="b"/>
            <a:pathLst>
              <a:path w="1231900" h="774700">
                <a:moveTo>
                  <a:pt x="1231900" y="0"/>
                </a:moveTo>
                <a:cubicBezTo>
                  <a:pt x="894291" y="123825"/>
                  <a:pt x="556683" y="247650"/>
                  <a:pt x="351366" y="376767"/>
                </a:cubicBezTo>
                <a:cubicBezTo>
                  <a:pt x="146049" y="505884"/>
                  <a:pt x="73024" y="640292"/>
                  <a:pt x="0" y="774700"/>
                </a:cubicBez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2" name="二等辺三角形 181">
            <a:extLst>
              <a:ext uri="{FF2B5EF4-FFF2-40B4-BE49-F238E27FC236}">
                <a16:creationId xmlns:a16="http://schemas.microsoft.com/office/drawing/2014/main" id="{C662E0D1-E881-6DF1-16BB-FAFF3F4C70E1}"/>
              </a:ext>
            </a:extLst>
          </p:cNvPr>
          <p:cNvSpPr/>
          <p:nvPr/>
        </p:nvSpPr>
        <p:spPr>
          <a:xfrm rot="13054977">
            <a:off x="9585019" y="3007915"/>
            <a:ext cx="52126" cy="223133"/>
          </a:xfrm>
          <a:prstGeom prst="triangl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5" name="二等辺三角形 184">
            <a:extLst>
              <a:ext uri="{FF2B5EF4-FFF2-40B4-BE49-F238E27FC236}">
                <a16:creationId xmlns:a16="http://schemas.microsoft.com/office/drawing/2014/main" id="{AD74A97B-553F-8B89-CFCC-3B20F1354D44}"/>
              </a:ext>
            </a:extLst>
          </p:cNvPr>
          <p:cNvSpPr/>
          <p:nvPr/>
        </p:nvSpPr>
        <p:spPr>
          <a:xfrm rot="15377089">
            <a:off x="10828302" y="3739512"/>
            <a:ext cx="52126" cy="223133"/>
          </a:xfrm>
          <a:prstGeom prst="triangl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6" name="フリーフォーム: 図形 185">
            <a:extLst>
              <a:ext uri="{FF2B5EF4-FFF2-40B4-BE49-F238E27FC236}">
                <a16:creationId xmlns:a16="http://schemas.microsoft.com/office/drawing/2014/main" id="{06B5E761-C6D1-FE92-C4E2-36BE93A25EC2}"/>
              </a:ext>
            </a:extLst>
          </p:cNvPr>
          <p:cNvSpPr/>
          <p:nvPr/>
        </p:nvSpPr>
        <p:spPr>
          <a:xfrm>
            <a:off x="9837736" y="2740179"/>
            <a:ext cx="1557851" cy="1087286"/>
          </a:xfrm>
          <a:custGeom>
            <a:avLst/>
            <a:gdLst>
              <a:gd name="csX0" fmla="*/ 0 w 1557851"/>
              <a:gd name="csY0" fmla="*/ 45886 h 1087286"/>
              <a:gd name="csX1" fmla="*/ 1304925 w 1557851"/>
              <a:gd name="csY1" fmla="*/ 64936 h 1087286"/>
              <a:gd name="csX2" fmla="*/ 1546225 w 1557851"/>
              <a:gd name="csY2" fmla="*/ 671361 h 1087286"/>
              <a:gd name="csX3" fmla="*/ 1120775 w 1557851"/>
              <a:gd name="csY3" fmla="*/ 1087286 h 1087286"/>
            </a:gdLst>
            <a:ahLst/>
            <a:cxnLst>
              <a:cxn ang="0">
                <a:pos x="csX0" y="csY0"/>
              </a:cxn>
              <a:cxn ang="0">
                <a:pos x="csX1" y="csY1"/>
              </a:cxn>
              <a:cxn ang="0">
                <a:pos x="csX2" y="csY2"/>
              </a:cxn>
              <a:cxn ang="0">
                <a:pos x="csX3" y="csY3"/>
              </a:cxn>
            </a:cxnLst>
            <a:rect l="l" t="t" r="r" b="b"/>
            <a:pathLst>
              <a:path w="1557851" h="1087286">
                <a:moveTo>
                  <a:pt x="0" y="45886"/>
                </a:moveTo>
                <a:cubicBezTo>
                  <a:pt x="523610" y="3288"/>
                  <a:pt x="1047221" y="-39310"/>
                  <a:pt x="1304925" y="64936"/>
                </a:cubicBezTo>
                <a:cubicBezTo>
                  <a:pt x="1562629" y="169182"/>
                  <a:pt x="1576917" y="500969"/>
                  <a:pt x="1546225" y="671361"/>
                </a:cubicBezTo>
                <a:cubicBezTo>
                  <a:pt x="1515533" y="841753"/>
                  <a:pt x="1318154" y="964519"/>
                  <a:pt x="1120775" y="1087286"/>
                </a:cubicBez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8" name="フリーフォーム: 図形 187">
            <a:extLst>
              <a:ext uri="{FF2B5EF4-FFF2-40B4-BE49-F238E27FC236}">
                <a16:creationId xmlns:a16="http://schemas.microsoft.com/office/drawing/2014/main" id="{7D28064B-EEE2-E2D6-4859-2D318B176352}"/>
              </a:ext>
            </a:extLst>
          </p:cNvPr>
          <p:cNvSpPr/>
          <p:nvPr/>
        </p:nvSpPr>
        <p:spPr>
          <a:xfrm>
            <a:off x="974467" y="801579"/>
            <a:ext cx="9591933" cy="3404661"/>
          </a:xfrm>
          <a:custGeom>
            <a:avLst/>
            <a:gdLst>
              <a:gd name="csX0" fmla="*/ 9591933 w 9591933"/>
              <a:gd name="csY0" fmla="*/ 1392981 h 3404661"/>
              <a:gd name="csX1" fmla="*/ 7524373 w 9591933"/>
              <a:gd name="csY1" fmla="*/ 331261 h 3404661"/>
              <a:gd name="csX2" fmla="*/ 1154053 w 9591933"/>
              <a:gd name="csY2" fmla="*/ 249981 h 3404661"/>
              <a:gd name="csX3" fmla="*/ 26293 w 9591933"/>
              <a:gd name="csY3" fmla="*/ 3404661 h 3404661"/>
            </a:gdLst>
            <a:ahLst/>
            <a:cxnLst>
              <a:cxn ang="0">
                <a:pos x="csX0" y="csY0"/>
              </a:cxn>
              <a:cxn ang="0">
                <a:pos x="csX1" y="csY1"/>
              </a:cxn>
              <a:cxn ang="0">
                <a:pos x="csX2" y="csY2"/>
              </a:cxn>
              <a:cxn ang="0">
                <a:pos x="csX3" y="csY3"/>
              </a:cxn>
            </a:cxnLst>
            <a:rect l="l" t="t" r="r" b="b"/>
            <a:pathLst>
              <a:path w="9591933" h="3404661">
                <a:moveTo>
                  <a:pt x="9591933" y="1392981"/>
                </a:moveTo>
                <a:cubicBezTo>
                  <a:pt x="9261309" y="957371"/>
                  <a:pt x="8930686" y="521761"/>
                  <a:pt x="7524373" y="331261"/>
                </a:cubicBezTo>
                <a:cubicBezTo>
                  <a:pt x="6118060" y="140761"/>
                  <a:pt x="2403733" y="-262252"/>
                  <a:pt x="1154053" y="249981"/>
                </a:cubicBezTo>
                <a:cubicBezTo>
                  <a:pt x="-95627" y="762214"/>
                  <a:pt x="-34667" y="2083437"/>
                  <a:pt x="26293" y="3404661"/>
                </a:cubicBez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0" name="二等辺三角形 189">
            <a:extLst>
              <a:ext uri="{FF2B5EF4-FFF2-40B4-BE49-F238E27FC236}">
                <a16:creationId xmlns:a16="http://schemas.microsoft.com/office/drawing/2014/main" id="{B760B3C2-198D-39E4-2C0F-C2E9E90E86A5}"/>
              </a:ext>
            </a:extLst>
          </p:cNvPr>
          <p:cNvSpPr/>
          <p:nvPr/>
        </p:nvSpPr>
        <p:spPr>
          <a:xfrm rot="10236025">
            <a:off x="983863" y="4104630"/>
            <a:ext cx="52126" cy="223133"/>
          </a:xfrm>
          <a:prstGeom prst="triangl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1" name="フリーフォーム: 図形 190">
            <a:extLst>
              <a:ext uri="{FF2B5EF4-FFF2-40B4-BE49-F238E27FC236}">
                <a16:creationId xmlns:a16="http://schemas.microsoft.com/office/drawing/2014/main" id="{D289303F-1D18-35AE-72E8-DEAFCD88DDAE}"/>
              </a:ext>
            </a:extLst>
          </p:cNvPr>
          <p:cNvSpPr/>
          <p:nvPr/>
        </p:nvSpPr>
        <p:spPr>
          <a:xfrm>
            <a:off x="985838" y="3783013"/>
            <a:ext cx="1397000" cy="1265306"/>
          </a:xfrm>
          <a:custGeom>
            <a:avLst/>
            <a:gdLst>
              <a:gd name="csX0" fmla="*/ 0 w 1397000"/>
              <a:gd name="csY0" fmla="*/ 0 h 1265306"/>
              <a:gd name="csX1" fmla="*/ 712787 w 1397000"/>
              <a:gd name="csY1" fmla="*/ 1063625 h 1265306"/>
              <a:gd name="csX2" fmla="*/ 1397000 w 1397000"/>
              <a:gd name="csY2" fmla="*/ 1263650 h 1265306"/>
            </a:gdLst>
            <a:ahLst/>
            <a:cxnLst>
              <a:cxn ang="0">
                <a:pos x="csX0" y="csY0"/>
              </a:cxn>
              <a:cxn ang="0">
                <a:pos x="csX1" y="csY1"/>
              </a:cxn>
              <a:cxn ang="0">
                <a:pos x="csX2" y="csY2"/>
              </a:cxn>
            </a:cxnLst>
            <a:rect l="l" t="t" r="r" b="b"/>
            <a:pathLst>
              <a:path w="1397000" h="1265306">
                <a:moveTo>
                  <a:pt x="0" y="0"/>
                </a:moveTo>
                <a:cubicBezTo>
                  <a:pt x="239977" y="426508"/>
                  <a:pt x="479954" y="853017"/>
                  <a:pt x="712787" y="1063625"/>
                </a:cubicBezTo>
                <a:cubicBezTo>
                  <a:pt x="945620" y="1274233"/>
                  <a:pt x="1171310" y="1268941"/>
                  <a:pt x="1397000" y="1263650"/>
                </a:cubicBez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3" name="二等辺三角形 192">
            <a:extLst>
              <a:ext uri="{FF2B5EF4-FFF2-40B4-BE49-F238E27FC236}">
                <a16:creationId xmlns:a16="http://schemas.microsoft.com/office/drawing/2014/main" id="{BBD29E15-1275-9081-413A-0384DC427AD5}"/>
              </a:ext>
            </a:extLst>
          </p:cNvPr>
          <p:cNvSpPr/>
          <p:nvPr/>
        </p:nvSpPr>
        <p:spPr>
          <a:xfrm rot="5613098">
            <a:off x="2356776" y="4939915"/>
            <a:ext cx="52126" cy="223133"/>
          </a:xfrm>
          <a:prstGeom prst="triangl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42000795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357E9C1-1B03-7172-45C4-69A5BCDC0BDE}"/>
              </a:ext>
            </a:extLst>
          </p:cNvPr>
          <p:cNvSpPr>
            <a:spLocks noGrp="1"/>
          </p:cNvSpPr>
          <p:nvPr>
            <p:ph type="title"/>
          </p:nvPr>
        </p:nvSpPr>
        <p:spPr/>
        <p:txBody>
          <a:bodyPr/>
          <a:lstStyle/>
          <a:p>
            <a:r>
              <a:rPr kumimoji="1" lang="en-US" altLang="ja-JP" dirty="0"/>
              <a:t>Verilog</a:t>
            </a:r>
            <a:r>
              <a:rPr kumimoji="1" lang="ja-JP" altLang="en-US" dirty="0"/>
              <a:t>コード</a:t>
            </a:r>
          </a:p>
        </p:txBody>
      </p:sp>
      <p:sp>
        <p:nvSpPr>
          <p:cNvPr id="3" name="スライド番号プレースホルダー 2">
            <a:extLst>
              <a:ext uri="{FF2B5EF4-FFF2-40B4-BE49-F238E27FC236}">
                <a16:creationId xmlns:a16="http://schemas.microsoft.com/office/drawing/2014/main" id="{8B81BD50-B967-F8C3-3844-5DDA964A47B1}"/>
              </a:ext>
            </a:extLst>
          </p:cNvPr>
          <p:cNvSpPr>
            <a:spLocks noGrp="1"/>
          </p:cNvSpPr>
          <p:nvPr>
            <p:ph type="sldNum" sz="quarter" idx="12"/>
          </p:nvPr>
        </p:nvSpPr>
        <p:spPr/>
        <p:txBody>
          <a:bodyPr/>
          <a:lstStyle/>
          <a:p>
            <a:fld id="{336D103E-743F-4B05-B1B2-74D6FB9408BE}" type="slidenum">
              <a:rPr kumimoji="1" lang="ja-JP" altLang="en-US" smtClean="0"/>
              <a:t>37</a:t>
            </a:fld>
            <a:endParaRPr kumimoji="1" lang="ja-JP" altLang="en-US"/>
          </a:p>
        </p:txBody>
      </p:sp>
      <p:pic>
        <p:nvPicPr>
          <p:cNvPr id="5" name="図 4">
            <a:extLst>
              <a:ext uri="{FF2B5EF4-FFF2-40B4-BE49-F238E27FC236}">
                <a16:creationId xmlns:a16="http://schemas.microsoft.com/office/drawing/2014/main" id="{BBDA92ED-ED13-36FF-4A64-5A29D8637ABC}"/>
              </a:ext>
            </a:extLst>
          </p:cNvPr>
          <p:cNvPicPr>
            <a:picLocks noChangeAspect="1"/>
          </p:cNvPicPr>
          <p:nvPr/>
        </p:nvPicPr>
        <p:blipFill>
          <a:blip r:embed="rId2"/>
          <a:srcRect l="1892" t="14645" b="7345"/>
          <a:stretch>
            <a:fillRect/>
          </a:stretch>
        </p:blipFill>
        <p:spPr>
          <a:xfrm>
            <a:off x="334963" y="1222625"/>
            <a:ext cx="4764263" cy="5085708"/>
          </a:xfrm>
          <a:prstGeom prst="rect">
            <a:avLst/>
          </a:prstGeom>
        </p:spPr>
      </p:pic>
      <p:cxnSp>
        <p:nvCxnSpPr>
          <p:cNvPr id="7" name="直線コネクタ 6">
            <a:extLst>
              <a:ext uri="{FF2B5EF4-FFF2-40B4-BE49-F238E27FC236}">
                <a16:creationId xmlns:a16="http://schemas.microsoft.com/office/drawing/2014/main" id="{CBCA9242-7788-6921-C4F9-7F77F61D40C2}"/>
              </a:ext>
            </a:extLst>
          </p:cNvPr>
          <p:cNvCxnSpPr>
            <a:cxnSpLocks/>
          </p:cNvCxnSpPr>
          <p:nvPr/>
        </p:nvCxnSpPr>
        <p:spPr>
          <a:xfrm flipH="1">
            <a:off x="3682768" y="4995006"/>
            <a:ext cx="974427" cy="0"/>
          </a:xfrm>
          <a:prstGeom prst="line">
            <a:avLst/>
          </a:pr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9" name="直線コネクタ 8">
            <a:extLst>
              <a:ext uri="{FF2B5EF4-FFF2-40B4-BE49-F238E27FC236}">
                <a16:creationId xmlns:a16="http://schemas.microsoft.com/office/drawing/2014/main" id="{3EB2F822-F43F-989E-3FDD-92EF44408A80}"/>
              </a:ext>
            </a:extLst>
          </p:cNvPr>
          <p:cNvCxnSpPr>
            <a:cxnSpLocks/>
          </p:cNvCxnSpPr>
          <p:nvPr/>
        </p:nvCxnSpPr>
        <p:spPr>
          <a:xfrm flipH="1" flipV="1">
            <a:off x="3698643" y="5222018"/>
            <a:ext cx="914632" cy="307244"/>
          </a:xfrm>
          <a:prstGeom prst="line">
            <a:avLst/>
          </a:pr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1" name="テキスト ボックス 10">
            <a:extLst>
              <a:ext uri="{FF2B5EF4-FFF2-40B4-BE49-F238E27FC236}">
                <a16:creationId xmlns:a16="http://schemas.microsoft.com/office/drawing/2014/main" id="{A7A03D61-9944-F3C5-C56E-DAECCFEBBDF6}"/>
              </a:ext>
            </a:extLst>
          </p:cNvPr>
          <p:cNvSpPr txBox="1"/>
          <p:nvPr/>
        </p:nvSpPr>
        <p:spPr>
          <a:xfrm>
            <a:off x="4613275" y="4760353"/>
            <a:ext cx="4198585" cy="461665"/>
          </a:xfrm>
          <a:prstGeom prst="rect">
            <a:avLst/>
          </a:prstGeom>
          <a:noFill/>
        </p:spPr>
        <p:txBody>
          <a:bodyPr wrap="none" rtlCol="0">
            <a:spAutoFit/>
          </a:bodyPr>
          <a:lstStyle/>
          <a:p>
            <a:pPr algn="l"/>
            <a:r>
              <a:rPr kumimoji="1" lang="ja-JP" altLang="en-US" sz="2400" dirty="0">
                <a:solidFill>
                  <a:schemeClr val="tx1">
                    <a:lumMod val="90000"/>
                    <a:lumOff val="10000"/>
                  </a:schemeClr>
                </a:solidFill>
              </a:rPr>
              <a:t>フィードバックは反転して出力</a:t>
            </a:r>
          </a:p>
        </p:txBody>
      </p:sp>
      <p:sp>
        <p:nvSpPr>
          <p:cNvPr id="12" name="テキスト ボックス 11">
            <a:extLst>
              <a:ext uri="{FF2B5EF4-FFF2-40B4-BE49-F238E27FC236}">
                <a16:creationId xmlns:a16="http://schemas.microsoft.com/office/drawing/2014/main" id="{F1E8B944-F5A6-8786-BA67-668F4ECCD72C}"/>
              </a:ext>
            </a:extLst>
          </p:cNvPr>
          <p:cNvSpPr txBox="1"/>
          <p:nvPr/>
        </p:nvSpPr>
        <p:spPr>
          <a:xfrm>
            <a:off x="4649129" y="5312540"/>
            <a:ext cx="3289683" cy="461665"/>
          </a:xfrm>
          <a:prstGeom prst="rect">
            <a:avLst/>
          </a:prstGeom>
          <a:noFill/>
        </p:spPr>
        <p:txBody>
          <a:bodyPr wrap="none" rtlCol="0">
            <a:spAutoFit/>
          </a:bodyPr>
          <a:lstStyle/>
          <a:p>
            <a:pPr algn="l"/>
            <a:r>
              <a:rPr lang="en-US" altLang="ja-JP" sz="2400" dirty="0">
                <a:solidFill>
                  <a:schemeClr val="tx1">
                    <a:lumMod val="90000"/>
                    <a:lumOff val="10000"/>
                  </a:schemeClr>
                </a:solidFill>
              </a:rPr>
              <a:t>ΔΣ</a:t>
            </a:r>
            <a:r>
              <a:rPr kumimoji="1" lang="ja-JP" altLang="en-US" sz="2400" dirty="0">
                <a:solidFill>
                  <a:schemeClr val="tx1">
                    <a:lumMod val="90000"/>
                    <a:lumOff val="10000"/>
                  </a:schemeClr>
                </a:solidFill>
              </a:rPr>
              <a:t>出力はそのまま出力</a:t>
            </a:r>
          </a:p>
        </p:txBody>
      </p:sp>
    </p:spTree>
    <p:extLst>
      <p:ext uri="{BB962C8B-B14F-4D97-AF65-F5344CB8AC3E}">
        <p14:creationId xmlns:p14="http://schemas.microsoft.com/office/powerpoint/2010/main" val="391458004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7C907D4-92D6-6F92-E634-5C650666B89A}"/>
              </a:ext>
            </a:extLst>
          </p:cNvPr>
          <p:cNvSpPr>
            <a:spLocks noGrp="1"/>
          </p:cNvSpPr>
          <p:nvPr>
            <p:ph type="title"/>
          </p:nvPr>
        </p:nvSpPr>
        <p:spPr/>
        <p:txBody>
          <a:bodyPr/>
          <a:lstStyle/>
          <a:p>
            <a:r>
              <a:rPr kumimoji="1" lang="ja-JP" altLang="en-US" dirty="0"/>
              <a:t>ピンアサイン</a:t>
            </a:r>
          </a:p>
        </p:txBody>
      </p:sp>
      <p:sp>
        <p:nvSpPr>
          <p:cNvPr id="3" name="スライド番号プレースホルダー 2">
            <a:extLst>
              <a:ext uri="{FF2B5EF4-FFF2-40B4-BE49-F238E27FC236}">
                <a16:creationId xmlns:a16="http://schemas.microsoft.com/office/drawing/2014/main" id="{1927CB7D-F3A0-CB8A-6946-80266042E498}"/>
              </a:ext>
            </a:extLst>
          </p:cNvPr>
          <p:cNvSpPr>
            <a:spLocks noGrp="1"/>
          </p:cNvSpPr>
          <p:nvPr>
            <p:ph type="sldNum" sz="quarter" idx="12"/>
          </p:nvPr>
        </p:nvSpPr>
        <p:spPr/>
        <p:txBody>
          <a:bodyPr/>
          <a:lstStyle/>
          <a:p>
            <a:fld id="{336D103E-743F-4B05-B1B2-74D6FB9408BE}" type="slidenum">
              <a:rPr kumimoji="1" lang="ja-JP" altLang="en-US" smtClean="0"/>
              <a:t>38</a:t>
            </a:fld>
            <a:endParaRPr kumimoji="1" lang="ja-JP" altLang="en-US"/>
          </a:p>
        </p:txBody>
      </p:sp>
      <p:pic>
        <p:nvPicPr>
          <p:cNvPr id="5" name="図 4">
            <a:extLst>
              <a:ext uri="{FF2B5EF4-FFF2-40B4-BE49-F238E27FC236}">
                <a16:creationId xmlns:a16="http://schemas.microsoft.com/office/drawing/2014/main" id="{C0791952-7888-6638-6FDF-B6EB1C7E1750}"/>
              </a:ext>
            </a:extLst>
          </p:cNvPr>
          <p:cNvPicPr>
            <a:picLocks noChangeAspect="1"/>
          </p:cNvPicPr>
          <p:nvPr/>
        </p:nvPicPr>
        <p:blipFill>
          <a:blip r:embed="rId2"/>
          <a:stretch>
            <a:fillRect/>
          </a:stretch>
        </p:blipFill>
        <p:spPr>
          <a:xfrm>
            <a:off x="336551" y="2338674"/>
            <a:ext cx="11520488" cy="2180951"/>
          </a:xfrm>
          <a:prstGeom prst="rect">
            <a:avLst/>
          </a:prstGeom>
        </p:spPr>
      </p:pic>
    </p:spTree>
    <p:extLst>
      <p:ext uri="{BB962C8B-B14F-4D97-AF65-F5344CB8AC3E}">
        <p14:creationId xmlns:p14="http://schemas.microsoft.com/office/powerpoint/2010/main" val="147932171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528AF34-F587-0FDA-3D8A-AF66B2334D5D}"/>
              </a:ext>
            </a:extLst>
          </p:cNvPr>
          <p:cNvSpPr>
            <a:spLocks noGrp="1"/>
          </p:cNvSpPr>
          <p:nvPr>
            <p:ph type="title"/>
          </p:nvPr>
        </p:nvSpPr>
        <p:spPr/>
        <p:txBody>
          <a:bodyPr/>
          <a:lstStyle/>
          <a:p>
            <a:r>
              <a:rPr kumimoji="1" lang="en-US" altLang="ja-JP" dirty="0"/>
              <a:t>FPGA</a:t>
            </a:r>
            <a:r>
              <a:rPr kumimoji="1" lang="ja-JP" altLang="en-US" dirty="0"/>
              <a:t>の</a:t>
            </a:r>
            <a:r>
              <a:rPr kumimoji="1" lang="en-US" altLang="ja-JP" dirty="0"/>
              <a:t>Δ</a:t>
            </a:r>
            <a:r>
              <a:rPr lang="en-US" altLang="ja-JP" dirty="0"/>
              <a:t>Σ</a:t>
            </a:r>
            <a:r>
              <a:rPr lang="ja-JP" altLang="en-US" dirty="0"/>
              <a:t>変調と復調結果</a:t>
            </a:r>
            <a:endParaRPr kumimoji="1" lang="ja-JP" altLang="en-US" dirty="0"/>
          </a:p>
        </p:txBody>
      </p:sp>
      <p:sp>
        <p:nvSpPr>
          <p:cNvPr id="3" name="スライド番号プレースホルダー 2">
            <a:extLst>
              <a:ext uri="{FF2B5EF4-FFF2-40B4-BE49-F238E27FC236}">
                <a16:creationId xmlns:a16="http://schemas.microsoft.com/office/drawing/2014/main" id="{260A6967-7958-7BCA-3FD3-24D177974B46}"/>
              </a:ext>
            </a:extLst>
          </p:cNvPr>
          <p:cNvSpPr>
            <a:spLocks noGrp="1"/>
          </p:cNvSpPr>
          <p:nvPr>
            <p:ph type="sldNum" sz="quarter" idx="12"/>
          </p:nvPr>
        </p:nvSpPr>
        <p:spPr/>
        <p:txBody>
          <a:bodyPr/>
          <a:lstStyle/>
          <a:p>
            <a:fld id="{336D103E-743F-4B05-B1B2-74D6FB9408BE}" type="slidenum">
              <a:rPr kumimoji="1" lang="ja-JP" altLang="en-US" smtClean="0"/>
              <a:t>39</a:t>
            </a:fld>
            <a:endParaRPr kumimoji="1" lang="ja-JP" altLang="en-US"/>
          </a:p>
        </p:txBody>
      </p:sp>
      <p:pic>
        <p:nvPicPr>
          <p:cNvPr id="4" name="図 3">
            <a:extLst>
              <a:ext uri="{FF2B5EF4-FFF2-40B4-BE49-F238E27FC236}">
                <a16:creationId xmlns:a16="http://schemas.microsoft.com/office/drawing/2014/main" id="{7BB90B90-1409-5D87-4E36-B13332A4AA1A}"/>
              </a:ex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408348" y="1227298"/>
            <a:ext cx="5516203" cy="3232150"/>
          </a:xfrm>
          <a:prstGeom prst="rect">
            <a:avLst/>
          </a:prstGeom>
        </p:spPr>
      </p:pic>
      <p:pic>
        <p:nvPicPr>
          <p:cNvPr id="5" name="図 4">
            <a:extLst>
              <a:ext uri="{FF2B5EF4-FFF2-40B4-BE49-F238E27FC236}">
                <a16:creationId xmlns:a16="http://schemas.microsoft.com/office/drawing/2014/main" id="{11133B76-DC23-0261-BD47-7DF992F3894D}"/>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6267451" y="1227298"/>
            <a:ext cx="5516201" cy="3232149"/>
          </a:xfrm>
          <a:prstGeom prst="rect">
            <a:avLst/>
          </a:prstGeom>
        </p:spPr>
      </p:pic>
      <p:sp>
        <p:nvSpPr>
          <p:cNvPr id="6" name="テキスト ボックス 5">
            <a:extLst>
              <a:ext uri="{FF2B5EF4-FFF2-40B4-BE49-F238E27FC236}">
                <a16:creationId xmlns:a16="http://schemas.microsoft.com/office/drawing/2014/main" id="{F23A76E6-732D-A521-FF9C-C716D0CFA3BB}"/>
              </a:ext>
            </a:extLst>
          </p:cNvPr>
          <p:cNvSpPr txBox="1"/>
          <p:nvPr/>
        </p:nvSpPr>
        <p:spPr>
          <a:xfrm>
            <a:off x="702733" y="1564906"/>
            <a:ext cx="1305165" cy="276999"/>
          </a:xfrm>
          <a:prstGeom prst="rect">
            <a:avLst/>
          </a:prstGeom>
          <a:solidFill>
            <a:schemeClr val="bg1"/>
          </a:solidFill>
        </p:spPr>
        <p:txBody>
          <a:bodyPr wrap="none" rtlCol="0">
            <a:spAutoFit/>
          </a:bodyPr>
          <a:lstStyle/>
          <a:p>
            <a:pPr algn="l"/>
            <a:r>
              <a:rPr kumimoji="1" lang="en-US" altLang="ja-JP" sz="1200" dirty="0">
                <a:solidFill>
                  <a:schemeClr val="tx1">
                    <a:lumMod val="90000"/>
                    <a:lumOff val="10000"/>
                  </a:schemeClr>
                </a:solidFill>
              </a:rPr>
              <a:t>ΔΣ</a:t>
            </a:r>
            <a:r>
              <a:rPr kumimoji="1" lang="ja-JP" altLang="en-US" sz="1200" dirty="0">
                <a:solidFill>
                  <a:schemeClr val="tx1">
                    <a:lumMod val="90000"/>
                    <a:lumOff val="10000"/>
                  </a:schemeClr>
                </a:solidFill>
              </a:rPr>
              <a:t>変調入力端子</a:t>
            </a:r>
          </a:p>
        </p:txBody>
      </p:sp>
      <p:sp>
        <p:nvSpPr>
          <p:cNvPr id="7" name="テキスト ボックス 6">
            <a:extLst>
              <a:ext uri="{FF2B5EF4-FFF2-40B4-BE49-F238E27FC236}">
                <a16:creationId xmlns:a16="http://schemas.microsoft.com/office/drawing/2014/main" id="{7281D7EC-D1E3-1265-6FB4-969A89C8E86E}"/>
              </a:ext>
            </a:extLst>
          </p:cNvPr>
          <p:cNvSpPr txBox="1"/>
          <p:nvPr/>
        </p:nvSpPr>
        <p:spPr>
          <a:xfrm>
            <a:off x="702733" y="2301506"/>
            <a:ext cx="1305165" cy="276999"/>
          </a:xfrm>
          <a:prstGeom prst="rect">
            <a:avLst/>
          </a:prstGeom>
          <a:solidFill>
            <a:schemeClr val="bg1"/>
          </a:solidFill>
        </p:spPr>
        <p:txBody>
          <a:bodyPr wrap="none" rtlCol="0">
            <a:spAutoFit/>
          </a:bodyPr>
          <a:lstStyle/>
          <a:p>
            <a:pPr algn="l"/>
            <a:r>
              <a:rPr kumimoji="1" lang="en-US" altLang="ja-JP" sz="1200" dirty="0">
                <a:solidFill>
                  <a:schemeClr val="tx1">
                    <a:lumMod val="90000"/>
                    <a:lumOff val="10000"/>
                  </a:schemeClr>
                </a:solidFill>
              </a:rPr>
              <a:t>ΔΣ</a:t>
            </a:r>
            <a:r>
              <a:rPr kumimoji="1" lang="ja-JP" altLang="en-US" sz="1200" dirty="0">
                <a:solidFill>
                  <a:schemeClr val="tx1">
                    <a:lumMod val="90000"/>
                    <a:lumOff val="10000"/>
                  </a:schemeClr>
                </a:solidFill>
              </a:rPr>
              <a:t>変調出力端子</a:t>
            </a:r>
          </a:p>
        </p:txBody>
      </p:sp>
      <p:sp>
        <p:nvSpPr>
          <p:cNvPr id="8" name="テキスト ボックス 7">
            <a:extLst>
              <a:ext uri="{FF2B5EF4-FFF2-40B4-BE49-F238E27FC236}">
                <a16:creationId xmlns:a16="http://schemas.microsoft.com/office/drawing/2014/main" id="{FC89A294-623E-B044-5EC5-F838F16E90F1}"/>
              </a:ext>
            </a:extLst>
          </p:cNvPr>
          <p:cNvSpPr txBox="1"/>
          <p:nvPr/>
        </p:nvSpPr>
        <p:spPr>
          <a:xfrm>
            <a:off x="702733" y="3158756"/>
            <a:ext cx="1351652" cy="276999"/>
          </a:xfrm>
          <a:prstGeom prst="rect">
            <a:avLst/>
          </a:prstGeom>
          <a:solidFill>
            <a:schemeClr val="bg1"/>
          </a:solidFill>
        </p:spPr>
        <p:txBody>
          <a:bodyPr wrap="none" rtlCol="0">
            <a:spAutoFit/>
          </a:bodyPr>
          <a:lstStyle/>
          <a:p>
            <a:pPr algn="l"/>
            <a:r>
              <a:rPr kumimoji="1" lang="ja-JP" altLang="en-US" sz="1200" dirty="0">
                <a:solidFill>
                  <a:schemeClr val="tx1">
                    <a:lumMod val="90000"/>
                    <a:lumOff val="10000"/>
                  </a:schemeClr>
                </a:solidFill>
              </a:rPr>
              <a:t>フィルタ出力端子</a:t>
            </a:r>
          </a:p>
        </p:txBody>
      </p:sp>
      <p:sp>
        <p:nvSpPr>
          <p:cNvPr id="12" name="テキスト ボックス 11">
            <a:extLst>
              <a:ext uri="{FF2B5EF4-FFF2-40B4-BE49-F238E27FC236}">
                <a16:creationId xmlns:a16="http://schemas.microsoft.com/office/drawing/2014/main" id="{97754800-6D76-5B3D-7011-DDCB2FFF374E}"/>
              </a:ext>
            </a:extLst>
          </p:cNvPr>
          <p:cNvSpPr txBox="1"/>
          <p:nvPr/>
        </p:nvSpPr>
        <p:spPr>
          <a:xfrm>
            <a:off x="361898" y="4650294"/>
            <a:ext cx="11468204" cy="907941"/>
          </a:xfrm>
          <a:prstGeom prst="rect">
            <a:avLst/>
          </a:prstGeom>
          <a:noFill/>
        </p:spPr>
        <p:txBody>
          <a:bodyPr wrap="none" rtlCol="0">
            <a:spAutoFit/>
          </a:bodyPr>
          <a:lstStyle/>
          <a:p>
            <a:pPr marL="342900" indent="-342900" algn="l">
              <a:spcAft>
                <a:spcPts val="600"/>
              </a:spcAft>
              <a:buFont typeface="Arial" panose="020B0604020202020204" pitchFamily="34" charset="0"/>
              <a:buChar char="•"/>
            </a:pPr>
            <a:r>
              <a:rPr kumimoji="1" lang="ja-JP" altLang="en-US" sz="2400" dirty="0">
                <a:solidFill>
                  <a:schemeClr val="tx1">
                    <a:lumMod val="90000"/>
                    <a:lumOff val="10000"/>
                  </a:schemeClr>
                </a:solidFill>
              </a:rPr>
              <a:t>入力のサイン波が</a:t>
            </a:r>
            <a:r>
              <a:rPr kumimoji="1" lang="en-US" altLang="ja-JP" sz="2400" dirty="0">
                <a:solidFill>
                  <a:schemeClr val="tx1">
                    <a:lumMod val="90000"/>
                    <a:lumOff val="10000"/>
                  </a:schemeClr>
                </a:solidFill>
              </a:rPr>
              <a:t>ΔΣ</a:t>
            </a:r>
            <a:r>
              <a:rPr kumimoji="1" lang="ja-JP" altLang="en-US" sz="2400" dirty="0">
                <a:solidFill>
                  <a:schemeClr val="tx1">
                    <a:lumMod val="90000"/>
                    <a:lumOff val="10000"/>
                  </a:schemeClr>
                </a:solidFill>
              </a:rPr>
              <a:t>変調によりパルスの密度に変換されている事がわかる。</a:t>
            </a:r>
            <a:endParaRPr kumimoji="1" lang="en-US" altLang="ja-JP" sz="2400" dirty="0">
              <a:solidFill>
                <a:schemeClr val="tx1">
                  <a:lumMod val="90000"/>
                  <a:lumOff val="10000"/>
                </a:schemeClr>
              </a:solidFill>
            </a:endParaRPr>
          </a:p>
          <a:p>
            <a:pPr marL="342900" indent="-342900" algn="l">
              <a:spcAft>
                <a:spcPts val="600"/>
              </a:spcAft>
              <a:buFont typeface="Arial" panose="020B0604020202020204" pitchFamily="34" charset="0"/>
              <a:buChar char="•"/>
            </a:pPr>
            <a:r>
              <a:rPr lang="en-US" altLang="ja-JP" sz="2400" dirty="0">
                <a:solidFill>
                  <a:schemeClr val="tx1">
                    <a:lumMod val="90000"/>
                    <a:lumOff val="10000"/>
                  </a:schemeClr>
                </a:solidFill>
              </a:rPr>
              <a:t>ΔΣ</a:t>
            </a:r>
            <a:r>
              <a:rPr lang="ja-JP" altLang="en-US" sz="2400" dirty="0">
                <a:solidFill>
                  <a:schemeClr val="tx1">
                    <a:lumMod val="90000"/>
                    <a:lumOff val="10000"/>
                  </a:schemeClr>
                </a:solidFill>
              </a:rPr>
              <a:t>変調出力をフィルタリングすることで元の波形が再現されていることがわかる。</a:t>
            </a:r>
            <a:endParaRPr kumimoji="1" lang="ja-JP" altLang="en-US" sz="2400" dirty="0">
              <a:solidFill>
                <a:schemeClr val="tx1">
                  <a:lumMod val="90000"/>
                  <a:lumOff val="10000"/>
                </a:schemeClr>
              </a:solidFill>
            </a:endParaRPr>
          </a:p>
        </p:txBody>
      </p:sp>
      <p:sp>
        <p:nvSpPr>
          <p:cNvPr id="13" name="矢印: 右 12">
            <a:extLst>
              <a:ext uri="{FF2B5EF4-FFF2-40B4-BE49-F238E27FC236}">
                <a16:creationId xmlns:a16="http://schemas.microsoft.com/office/drawing/2014/main" id="{1042211A-9C43-07AB-793E-88C51F6D6695}"/>
              </a:ext>
            </a:extLst>
          </p:cNvPr>
          <p:cNvSpPr/>
          <p:nvPr/>
        </p:nvSpPr>
        <p:spPr>
          <a:xfrm>
            <a:off x="535112" y="5688211"/>
            <a:ext cx="607888" cy="48463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テキスト ボックス 13">
            <a:extLst>
              <a:ext uri="{FF2B5EF4-FFF2-40B4-BE49-F238E27FC236}">
                <a16:creationId xmlns:a16="http://schemas.microsoft.com/office/drawing/2014/main" id="{40E45ED0-5A7E-A86A-416B-159C535FED66}"/>
              </a:ext>
            </a:extLst>
          </p:cNvPr>
          <p:cNvSpPr txBox="1"/>
          <p:nvPr/>
        </p:nvSpPr>
        <p:spPr>
          <a:xfrm>
            <a:off x="1298575" y="5702701"/>
            <a:ext cx="6074099" cy="461665"/>
          </a:xfrm>
          <a:prstGeom prst="rect">
            <a:avLst/>
          </a:prstGeom>
          <a:noFill/>
        </p:spPr>
        <p:txBody>
          <a:bodyPr wrap="none" rtlCol="0">
            <a:spAutoFit/>
          </a:bodyPr>
          <a:lstStyle/>
          <a:p>
            <a:pPr algn="l"/>
            <a:r>
              <a:rPr kumimoji="1" lang="en-US" altLang="ja-JP" sz="2400" dirty="0">
                <a:solidFill>
                  <a:schemeClr val="tx1">
                    <a:lumMod val="90000"/>
                    <a:lumOff val="10000"/>
                  </a:schemeClr>
                </a:solidFill>
              </a:rPr>
              <a:t>2</a:t>
            </a:r>
            <a:r>
              <a:rPr lang="ja-JP" altLang="en-US" sz="2400" dirty="0">
                <a:solidFill>
                  <a:schemeClr val="tx1">
                    <a:lumMod val="90000"/>
                    <a:lumOff val="10000"/>
                  </a:schemeClr>
                </a:solidFill>
              </a:rPr>
              <a:t>値の信号でもアナログ波形を表現できた！</a:t>
            </a:r>
            <a:endParaRPr kumimoji="1" lang="ja-JP" altLang="en-US" sz="2400" dirty="0">
              <a:solidFill>
                <a:schemeClr val="tx1">
                  <a:lumMod val="90000"/>
                  <a:lumOff val="10000"/>
                </a:schemeClr>
              </a:solidFill>
            </a:endParaRPr>
          </a:p>
        </p:txBody>
      </p:sp>
      <p:sp>
        <p:nvSpPr>
          <p:cNvPr id="15" name="テキスト ボックス 14">
            <a:extLst>
              <a:ext uri="{FF2B5EF4-FFF2-40B4-BE49-F238E27FC236}">
                <a16:creationId xmlns:a16="http://schemas.microsoft.com/office/drawing/2014/main" id="{89A0F944-C27E-B4FE-5BFA-5334088F364A}"/>
              </a:ext>
            </a:extLst>
          </p:cNvPr>
          <p:cNvSpPr txBox="1"/>
          <p:nvPr/>
        </p:nvSpPr>
        <p:spPr>
          <a:xfrm>
            <a:off x="3223956" y="6172957"/>
            <a:ext cx="8578172" cy="584775"/>
          </a:xfrm>
          <a:prstGeom prst="rect">
            <a:avLst/>
          </a:prstGeom>
          <a:noFill/>
        </p:spPr>
        <p:txBody>
          <a:bodyPr wrap="square" rtlCol="0">
            <a:spAutoFit/>
          </a:bodyPr>
          <a:lstStyle/>
          <a:p>
            <a:pPr algn="l"/>
            <a:r>
              <a:rPr kumimoji="1" lang="en-US" altLang="ja-JP" sz="1600" dirty="0">
                <a:solidFill>
                  <a:schemeClr val="tx1">
                    <a:lumMod val="90000"/>
                    <a:lumOff val="10000"/>
                  </a:schemeClr>
                </a:solidFill>
              </a:rPr>
              <a:t>※</a:t>
            </a:r>
            <a:r>
              <a:rPr kumimoji="1" lang="ja-JP" altLang="en-US" sz="1600" dirty="0">
                <a:solidFill>
                  <a:schemeClr val="tx1">
                    <a:lumMod val="90000"/>
                    <a:lumOff val="10000"/>
                  </a:schemeClr>
                </a:solidFill>
              </a:rPr>
              <a:t>波形がノイジーなのは</a:t>
            </a:r>
            <a:r>
              <a:rPr kumimoji="1" lang="en-US" altLang="ja-JP" sz="1600" dirty="0">
                <a:solidFill>
                  <a:schemeClr val="tx1">
                    <a:lumMod val="90000"/>
                    <a:lumOff val="10000"/>
                  </a:schemeClr>
                </a:solidFill>
              </a:rPr>
              <a:t>ΔΣ</a:t>
            </a:r>
            <a:r>
              <a:rPr kumimoji="1" lang="ja-JP" altLang="en-US" sz="1600" dirty="0">
                <a:solidFill>
                  <a:schemeClr val="tx1">
                    <a:lumMod val="90000"/>
                    <a:lumOff val="10000"/>
                  </a:schemeClr>
                </a:solidFill>
              </a:rPr>
              <a:t>のクロックが</a:t>
            </a:r>
            <a:r>
              <a:rPr kumimoji="1" lang="en-US" altLang="ja-JP" sz="1600" dirty="0">
                <a:solidFill>
                  <a:schemeClr val="tx1">
                    <a:lumMod val="90000"/>
                    <a:lumOff val="10000"/>
                  </a:schemeClr>
                </a:solidFill>
              </a:rPr>
              <a:t>25MHz</a:t>
            </a:r>
            <a:r>
              <a:rPr kumimoji="1" lang="ja-JP" altLang="en-US" sz="1600" dirty="0">
                <a:solidFill>
                  <a:schemeClr val="tx1">
                    <a:lumMod val="90000"/>
                    <a:lumOff val="10000"/>
                  </a:schemeClr>
                </a:solidFill>
              </a:rPr>
              <a:t>で</a:t>
            </a:r>
            <a:r>
              <a:rPr kumimoji="1" lang="en-US" altLang="ja-JP" sz="1600" dirty="0">
                <a:solidFill>
                  <a:schemeClr val="tx1">
                    <a:lumMod val="90000"/>
                    <a:lumOff val="10000"/>
                  </a:schemeClr>
                </a:solidFill>
              </a:rPr>
              <a:t>10cm</a:t>
            </a:r>
            <a:r>
              <a:rPr kumimoji="1" lang="ja-JP" altLang="en-US" sz="1600" dirty="0">
                <a:solidFill>
                  <a:schemeClr val="tx1">
                    <a:lumMod val="90000"/>
                    <a:lumOff val="10000"/>
                  </a:schemeClr>
                </a:solidFill>
              </a:rPr>
              <a:t>程度のワイヤで配線しているためです。ノイズが巻き散らかされてそれが他のワイヤにノイズを誘導するため、ノイジーになっています。</a:t>
            </a:r>
          </a:p>
        </p:txBody>
      </p:sp>
    </p:spTree>
    <p:extLst>
      <p:ext uri="{BB962C8B-B14F-4D97-AF65-F5344CB8AC3E}">
        <p14:creationId xmlns:p14="http://schemas.microsoft.com/office/powerpoint/2010/main" val="92762329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11ED81D-09F3-C4EE-A381-D0EAAC4CBC2C}"/>
              </a:ext>
            </a:extLst>
          </p:cNvPr>
          <p:cNvSpPr>
            <a:spLocks noGrp="1"/>
          </p:cNvSpPr>
          <p:nvPr>
            <p:ph type="title"/>
          </p:nvPr>
        </p:nvSpPr>
        <p:spPr/>
        <p:txBody>
          <a:bodyPr/>
          <a:lstStyle/>
          <a:p>
            <a:r>
              <a:rPr kumimoji="1" lang="ja-JP" altLang="en-US" dirty="0"/>
              <a:t>まとめ</a:t>
            </a:r>
          </a:p>
        </p:txBody>
      </p:sp>
      <p:sp>
        <p:nvSpPr>
          <p:cNvPr id="5" name="コンテンツ プレースホルダー 4">
            <a:extLst>
              <a:ext uri="{FF2B5EF4-FFF2-40B4-BE49-F238E27FC236}">
                <a16:creationId xmlns:a16="http://schemas.microsoft.com/office/drawing/2014/main" id="{924A91D9-9EC7-F759-9204-21CBC4CEBA14}"/>
              </a:ext>
            </a:extLst>
          </p:cNvPr>
          <p:cNvSpPr>
            <a:spLocks noGrp="1"/>
          </p:cNvSpPr>
          <p:nvPr>
            <p:ph idx="1"/>
          </p:nvPr>
        </p:nvSpPr>
        <p:spPr/>
        <p:txBody>
          <a:bodyPr/>
          <a:lstStyle/>
          <a:p>
            <a:r>
              <a:rPr lang="en-US" altLang="ja-JP" dirty="0"/>
              <a:t>Δ</a:t>
            </a:r>
            <a:r>
              <a:rPr lang="ja-JP" altLang="en-US" dirty="0"/>
              <a:t>変調を説明しその欠点を克服した</a:t>
            </a:r>
            <a:r>
              <a:rPr lang="en-US" altLang="ja-JP" dirty="0"/>
              <a:t>ΔΣ</a:t>
            </a:r>
            <a:r>
              <a:rPr lang="ja-JP" altLang="en-US" dirty="0"/>
              <a:t>変調を説明しました。</a:t>
            </a:r>
            <a:endParaRPr lang="en-US" altLang="ja-JP" dirty="0"/>
          </a:p>
          <a:p>
            <a:r>
              <a:rPr lang="en-US" altLang="ja-JP" dirty="0"/>
              <a:t>ΔΣ</a:t>
            </a:r>
            <a:r>
              <a:rPr lang="ja-JP" altLang="en-US" dirty="0"/>
              <a:t>変調を</a:t>
            </a:r>
            <a:r>
              <a:rPr lang="en-US" altLang="ja-JP" dirty="0"/>
              <a:t>FPGA</a:t>
            </a:r>
            <a:r>
              <a:rPr lang="ja-JP" altLang="en-US" dirty="0"/>
              <a:t>といくつかのパッシブ部品で実装しました。</a:t>
            </a:r>
            <a:endParaRPr lang="en-US" altLang="ja-JP" dirty="0"/>
          </a:p>
          <a:p>
            <a:r>
              <a:rPr lang="ja-JP" altLang="en-US" dirty="0"/>
              <a:t>次回は</a:t>
            </a:r>
            <a:r>
              <a:rPr lang="en-US" altLang="ja-JP" dirty="0"/>
              <a:t>ΔΣ</a:t>
            </a:r>
            <a:r>
              <a:rPr lang="ja-JP" altLang="en-US" dirty="0"/>
              <a:t>変調で</a:t>
            </a:r>
            <a:r>
              <a:rPr lang="en-US" altLang="ja-JP" dirty="0"/>
              <a:t>2</a:t>
            </a:r>
            <a:r>
              <a:rPr lang="ja-JP" altLang="en-US" dirty="0"/>
              <a:t>値になった波形から多値の</a:t>
            </a:r>
            <a:r>
              <a:rPr lang="en-US" altLang="ja-JP" dirty="0"/>
              <a:t>ADC</a:t>
            </a:r>
            <a:r>
              <a:rPr lang="ja-JP" altLang="en-US" dirty="0"/>
              <a:t>の結果を得る方法から解説します。</a:t>
            </a:r>
          </a:p>
        </p:txBody>
      </p:sp>
      <p:sp>
        <p:nvSpPr>
          <p:cNvPr id="3" name="スライド番号プレースホルダー 2">
            <a:extLst>
              <a:ext uri="{FF2B5EF4-FFF2-40B4-BE49-F238E27FC236}">
                <a16:creationId xmlns:a16="http://schemas.microsoft.com/office/drawing/2014/main" id="{4868940C-911D-510F-5E13-5163539B6C0C}"/>
              </a:ext>
            </a:extLst>
          </p:cNvPr>
          <p:cNvSpPr>
            <a:spLocks noGrp="1"/>
          </p:cNvSpPr>
          <p:nvPr>
            <p:ph type="sldNum" sz="quarter" idx="12"/>
          </p:nvPr>
        </p:nvSpPr>
        <p:spPr/>
        <p:txBody>
          <a:bodyPr/>
          <a:lstStyle/>
          <a:p>
            <a:fld id="{336D103E-743F-4B05-B1B2-74D6FB9408BE}" type="slidenum">
              <a:rPr kumimoji="1" lang="ja-JP" altLang="en-US" smtClean="0"/>
              <a:t>40</a:t>
            </a:fld>
            <a:endParaRPr kumimoji="1" lang="ja-JP" altLang="en-US"/>
          </a:p>
        </p:txBody>
      </p:sp>
    </p:spTree>
    <p:extLst>
      <p:ext uri="{BB962C8B-B14F-4D97-AF65-F5344CB8AC3E}">
        <p14:creationId xmlns:p14="http://schemas.microsoft.com/office/powerpoint/2010/main" val="256898633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タイトル 4">
            <a:extLst>
              <a:ext uri="{FF2B5EF4-FFF2-40B4-BE49-F238E27FC236}">
                <a16:creationId xmlns:a16="http://schemas.microsoft.com/office/drawing/2014/main" id="{8DD8293B-C1DB-D31D-5261-8D0D6D90363B}"/>
              </a:ext>
            </a:extLst>
          </p:cNvPr>
          <p:cNvSpPr>
            <a:spLocks noGrp="1"/>
          </p:cNvSpPr>
          <p:nvPr>
            <p:ph type="title"/>
          </p:nvPr>
        </p:nvSpPr>
        <p:spPr/>
        <p:txBody>
          <a:bodyPr/>
          <a:lstStyle/>
          <a:p>
            <a:r>
              <a:rPr lang="ja-JP" altLang="en-US" dirty="0"/>
              <a:t>組み合わせ回路と順序回路</a:t>
            </a:r>
          </a:p>
        </p:txBody>
      </p:sp>
      <p:sp>
        <p:nvSpPr>
          <p:cNvPr id="4" name="スライド番号プレースホルダー 3">
            <a:extLst>
              <a:ext uri="{FF2B5EF4-FFF2-40B4-BE49-F238E27FC236}">
                <a16:creationId xmlns:a16="http://schemas.microsoft.com/office/drawing/2014/main" id="{905E8B57-96D8-226D-8377-07BBE950A24E}"/>
              </a:ext>
            </a:extLst>
          </p:cNvPr>
          <p:cNvSpPr>
            <a:spLocks noGrp="1"/>
          </p:cNvSpPr>
          <p:nvPr>
            <p:ph type="sldNum" sz="quarter" idx="12"/>
          </p:nvPr>
        </p:nvSpPr>
        <p:spPr/>
        <p:txBody>
          <a:bodyPr/>
          <a:lstStyle/>
          <a:p>
            <a:fld id="{336D103E-743F-4B05-B1B2-74D6FB9408BE}" type="slidenum">
              <a:rPr kumimoji="1" lang="ja-JP" altLang="en-US" smtClean="0"/>
              <a:t>41</a:t>
            </a:fld>
            <a:endParaRPr kumimoji="1" lang="ja-JP" altLang="en-US"/>
          </a:p>
        </p:txBody>
      </p:sp>
      <p:sp>
        <p:nvSpPr>
          <p:cNvPr id="8" name="平行四辺形 7">
            <a:extLst>
              <a:ext uri="{FF2B5EF4-FFF2-40B4-BE49-F238E27FC236}">
                <a16:creationId xmlns:a16="http://schemas.microsoft.com/office/drawing/2014/main" id="{148CB701-CE26-2C57-76F9-C76ADFE66212}"/>
              </a:ext>
            </a:extLst>
          </p:cNvPr>
          <p:cNvSpPr/>
          <p:nvPr/>
        </p:nvSpPr>
        <p:spPr>
          <a:xfrm>
            <a:off x="336551" y="1325263"/>
            <a:ext cx="5494463" cy="165947"/>
          </a:xfrm>
          <a:prstGeom prst="parallelogram">
            <a:avLst>
              <a:gd name="adj" fmla="val 57653"/>
            </a:avLst>
          </a:prstGeom>
          <a:solidFill>
            <a:srgbClr val="BFE4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テキスト ボックス 5">
            <a:extLst>
              <a:ext uri="{FF2B5EF4-FFF2-40B4-BE49-F238E27FC236}">
                <a16:creationId xmlns:a16="http://schemas.microsoft.com/office/drawing/2014/main" id="{A183E1B9-7800-6C62-7AEA-8DD2F59D03ED}"/>
              </a:ext>
            </a:extLst>
          </p:cNvPr>
          <p:cNvSpPr txBox="1"/>
          <p:nvPr/>
        </p:nvSpPr>
        <p:spPr>
          <a:xfrm>
            <a:off x="521547" y="1029545"/>
            <a:ext cx="2319866" cy="461665"/>
          </a:xfrm>
          <a:prstGeom prst="rect">
            <a:avLst/>
          </a:prstGeom>
          <a:noFill/>
        </p:spPr>
        <p:txBody>
          <a:bodyPr wrap="none" rtlCol="0">
            <a:spAutoFit/>
          </a:bodyPr>
          <a:lstStyle/>
          <a:p>
            <a:pPr algn="l"/>
            <a:r>
              <a:rPr kumimoji="1" lang="ja-JP" altLang="en-US" sz="2400" dirty="0">
                <a:solidFill>
                  <a:schemeClr val="tx1">
                    <a:lumMod val="90000"/>
                    <a:lumOff val="10000"/>
                  </a:schemeClr>
                </a:solidFill>
              </a:rPr>
              <a:t>組み合わせ回路</a:t>
            </a:r>
          </a:p>
        </p:txBody>
      </p:sp>
      <p:sp>
        <p:nvSpPr>
          <p:cNvPr id="11" name="テキスト ボックス 10">
            <a:extLst>
              <a:ext uri="{FF2B5EF4-FFF2-40B4-BE49-F238E27FC236}">
                <a16:creationId xmlns:a16="http://schemas.microsoft.com/office/drawing/2014/main" id="{72D6FAE2-35BB-381E-8CA9-84F716197719}"/>
              </a:ext>
            </a:extLst>
          </p:cNvPr>
          <p:cNvSpPr txBox="1"/>
          <p:nvPr/>
        </p:nvSpPr>
        <p:spPr>
          <a:xfrm>
            <a:off x="521547" y="1639332"/>
            <a:ext cx="5309467" cy="461665"/>
          </a:xfrm>
          <a:prstGeom prst="rect">
            <a:avLst/>
          </a:prstGeom>
          <a:noFill/>
        </p:spPr>
        <p:txBody>
          <a:bodyPr wrap="none" rtlCol="0">
            <a:spAutoFit/>
          </a:bodyPr>
          <a:lstStyle/>
          <a:p>
            <a:pPr algn="l"/>
            <a:r>
              <a:rPr kumimoji="1" lang="ja-JP" altLang="en-US" sz="2400" dirty="0">
                <a:solidFill>
                  <a:schemeClr val="tx1">
                    <a:lumMod val="90000"/>
                    <a:lumOff val="10000"/>
                  </a:schemeClr>
                </a:solidFill>
              </a:rPr>
              <a:t>入力に対して出力が一意に決まる回路</a:t>
            </a:r>
          </a:p>
        </p:txBody>
      </p:sp>
      <p:sp>
        <p:nvSpPr>
          <p:cNvPr id="12" name="平行四辺形 11">
            <a:extLst>
              <a:ext uri="{FF2B5EF4-FFF2-40B4-BE49-F238E27FC236}">
                <a16:creationId xmlns:a16="http://schemas.microsoft.com/office/drawing/2014/main" id="{3FC41FCD-3665-AA93-BBF5-31B92F873212}"/>
              </a:ext>
            </a:extLst>
          </p:cNvPr>
          <p:cNvSpPr/>
          <p:nvPr/>
        </p:nvSpPr>
        <p:spPr>
          <a:xfrm>
            <a:off x="6360986" y="1325263"/>
            <a:ext cx="5494463" cy="165947"/>
          </a:xfrm>
          <a:prstGeom prst="parallelogram">
            <a:avLst>
              <a:gd name="adj" fmla="val 57653"/>
            </a:avLst>
          </a:prstGeom>
          <a:solidFill>
            <a:srgbClr val="BFE4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テキスト ボックス 9">
            <a:extLst>
              <a:ext uri="{FF2B5EF4-FFF2-40B4-BE49-F238E27FC236}">
                <a16:creationId xmlns:a16="http://schemas.microsoft.com/office/drawing/2014/main" id="{3E17B52E-4847-3D2E-B3DB-434B14F61F40}"/>
              </a:ext>
            </a:extLst>
          </p:cNvPr>
          <p:cNvSpPr txBox="1"/>
          <p:nvPr/>
        </p:nvSpPr>
        <p:spPr>
          <a:xfrm>
            <a:off x="6617928" y="1029544"/>
            <a:ext cx="1415772" cy="461665"/>
          </a:xfrm>
          <a:prstGeom prst="rect">
            <a:avLst/>
          </a:prstGeom>
          <a:noFill/>
        </p:spPr>
        <p:txBody>
          <a:bodyPr wrap="none" rtlCol="0">
            <a:spAutoFit/>
          </a:bodyPr>
          <a:lstStyle/>
          <a:p>
            <a:pPr algn="l"/>
            <a:r>
              <a:rPr kumimoji="1" lang="ja-JP" altLang="en-US" sz="2400" dirty="0">
                <a:solidFill>
                  <a:schemeClr val="tx1">
                    <a:lumMod val="90000"/>
                    <a:lumOff val="10000"/>
                  </a:schemeClr>
                </a:solidFill>
              </a:rPr>
              <a:t>順序回路</a:t>
            </a:r>
          </a:p>
        </p:txBody>
      </p:sp>
      <p:sp>
        <p:nvSpPr>
          <p:cNvPr id="13" name="テキスト ボックス 12">
            <a:extLst>
              <a:ext uri="{FF2B5EF4-FFF2-40B4-BE49-F238E27FC236}">
                <a16:creationId xmlns:a16="http://schemas.microsoft.com/office/drawing/2014/main" id="{E034E78F-ED69-6250-0F1C-CF305A53B989}"/>
              </a:ext>
            </a:extLst>
          </p:cNvPr>
          <p:cNvSpPr txBox="1"/>
          <p:nvPr/>
        </p:nvSpPr>
        <p:spPr>
          <a:xfrm>
            <a:off x="6360987" y="1639332"/>
            <a:ext cx="5494462" cy="830997"/>
          </a:xfrm>
          <a:prstGeom prst="rect">
            <a:avLst/>
          </a:prstGeom>
          <a:noFill/>
        </p:spPr>
        <p:txBody>
          <a:bodyPr wrap="square" rtlCol="0">
            <a:spAutoFit/>
          </a:bodyPr>
          <a:lstStyle/>
          <a:p>
            <a:pPr algn="l"/>
            <a:r>
              <a:rPr kumimoji="1" lang="ja-JP" altLang="en-US" sz="2400" dirty="0">
                <a:solidFill>
                  <a:schemeClr val="tx1">
                    <a:lumMod val="90000"/>
                    <a:lumOff val="10000"/>
                  </a:schemeClr>
                </a:solidFill>
              </a:rPr>
              <a:t>出力が現在の入力と過去の入力から決まる回路</a:t>
            </a:r>
          </a:p>
        </p:txBody>
      </p:sp>
      <p:grpSp>
        <p:nvGrpSpPr>
          <p:cNvPr id="27" name="グループ化 26">
            <a:extLst>
              <a:ext uri="{FF2B5EF4-FFF2-40B4-BE49-F238E27FC236}">
                <a16:creationId xmlns:a16="http://schemas.microsoft.com/office/drawing/2014/main" id="{BB9B725C-5CB9-8823-4C44-CF9D7E5ED69D}"/>
              </a:ext>
            </a:extLst>
          </p:cNvPr>
          <p:cNvGrpSpPr/>
          <p:nvPr/>
        </p:nvGrpSpPr>
        <p:grpSpPr>
          <a:xfrm>
            <a:off x="845820" y="3429000"/>
            <a:ext cx="4696579" cy="1075267"/>
            <a:chOff x="990600" y="3607231"/>
            <a:chExt cx="4696579" cy="1075267"/>
          </a:xfrm>
        </p:grpSpPr>
        <p:sp>
          <p:nvSpPr>
            <p:cNvPr id="14" name="正方形/長方形 13">
              <a:extLst>
                <a:ext uri="{FF2B5EF4-FFF2-40B4-BE49-F238E27FC236}">
                  <a16:creationId xmlns:a16="http://schemas.microsoft.com/office/drawing/2014/main" id="{CC8DEF54-A725-225D-EC83-838F2E92C60C}"/>
                </a:ext>
              </a:extLst>
            </p:cNvPr>
            <p:cNvSpPr/>
            <p:nvPr/>
          </p:nvSpPr>
          <p:spPr>
            <a:xfrm>
              <a:off x="2356550" y="3607231"/>
              <a:ext cx="1964680" cy="1075267"/>
            </a:xfrm>
            <a:prstGeom prst="rect">
              <a:avLst/>
            </a:prstGeom>
            <a:noFill/>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kumimoji="1" lang="ja-JP" altLang="en-US" dirty="0"/>
                <a:t>組み合わせ回路</a:t>
              </a:r>
            </a:p>
          </p:txBody>
        </p:sp>
        <p:sp>
          <p:nvSpPr>
            <p:cNvPr id="15" name="テキスト ボックス 14">
              <a:extLst>
                <a:ext uri="{FF2B5EF4-FFF2-40B4-BE49-F238E27FC236}">
                  <a16:creationId xmlns:a16="http://schemas.microsoft.com/office/drawing/2014/main" id="{5C441285-D056-6E05-F5F9-1DDF7F76D686}"/>
                </a:ext>
              </a:extLst>
            </p:cNvPr>
            <p:cNvSpPr txBox="1"/>
            <p:nvPr/>
          </p:nvSpPr>
          <p:spPr>
            <a:xfrm>
              <a:off x="990600" y="3914031"/>
              <a:ext cx="800219" cy="461665"/>
            </a:xfrm>
            <a:prstGeom prst="rect">
              <a:avLst/>
            </a:prstGeom>
            <a:noFill/>
          </p:spPr>
          <p:txBody>
            <a:bodyPr wrap="none" rtlCol="0">
              <a:spAutoFit/>
            </a:bodyPr>
            <a:lstStyle/>
            <a:p>
              <a:pPr algn="l"/>
              <a:r>
                <a:rPr kumimoji="1" lang="ja-JP" altLang="en-US" sz="2400" dirty="0">
                  <a:solidFill>
                    <a:schemeClr val="tx1">
                      <a:lumMod val="90000"/>
                      <a:lumOff val="10000"/>
                    </a:schemeClr>
                  </a:solidFill>
                </a:rPr>
                <a:t>入力</a:t>
              </a:r>
            </a:p>
          </p:txBody>
        </p:sp>
        <p:cxnSp>
          <p:nvCxnSpPr>
            <p:cNvPr id="17" name="直線矢印コネクタ 16">
              <a:extLst>
                <a:ext uri="{FF2B5EF4-FFF2-40B4-BE49-F238E27FC236}">
                  <a16:creationId xmlns:a16="http://schemas.microsoft.com/office/drawing/2014/main" id="{6D648A5C-401C-9C7A-0514-18CFF0D08C87}"/>
                </a:ext>
              </a:extLst>
            </p:cNvPr>
            <p:cNvCxnSpPr>
              <a:stCxn id="15" idx="3"/>
              <a:endCxn id="14" idx="1"/>
            </p:cNvCxnSpPr>
            <p:nvPr/>
          </p:nvCxnSpPr>
          <p:spPr>
            <a:xfrm>
              <a:off x="1790819" y="4144864"/>
              <a:ext cx="565731" cy="1"/>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8" name="テキスト ボックス 17">
              <a:extLst>
                <a:ext uri="{FF2B5EF4-FFF2-40B4-BE49-F238E27FC236}">
                  <a16:creationId xmlns:a16="http://schemas.microsoft.com/office/drawing/2014/main" id="{85B1BE7F-48F7-F34D-D725-9FCFD3940BE4}"/>
                </a:ext>
              </a:extLst>
            </p:cNvPr>
            <p:cNvSpPr txBox="1"/>
            <p:nvPr/>
          </p:nvSpPr>
          <p:spPr>
            <a:xfrm>
              <a:off x="4886960" y="3914031"/>
              <a:ext cx="800219" cy="461665"/>
            </a:xfrm>
            <a:prstGeom prst="rect">
              <a:avLst/>
            </a:prstGeom>
            <a:noFill/>
          </p:spPr>
          <p:txBody>
            <a:bodyPr wrap="none" rtlCol="0">
              <a:spAutoFit/>
            </a:bodyPr>
            <a:lstStyle/>
            <a:p>
              <a:pPr algn="l"/>
              <a:r>
                <a:rPr kumimoji="1" lang="ja-JP" altLang="en-US" sz="2400" dirty="0">
                  <a:solidFill>
                    <a:schemeClr val="tx1">
                      <a:lumMod val="90000"/>
                      <a:lumOff val="10000"/>
                    </a:schemeClr>
                  </a:solidFill>
                </a:rPr>
                <a:t>出力</a:t>
              </a:r>
            </a:p>
          </p:txBody>
        </p:sp>
        <p:cxnSp>
          <p:nvCxnSpPr>
            <p:cNvPr id="19" name="直線矢印コネクタ 18">
              <a:extLst>
                <a:ext uri="{FF2B5EF4-FFF2-40B4-BE49-F238E27FC236}">
                  <a16:creationId xmlns:a16="http://schemas.microsoft.com/office/drawing/2014/main" id="{5A7E2EE8-BF2F-0558-9B5A-8CC904D46BFF}"/>
                </a:ext>
              </a:extLst>
            </p:cNvPr>
            <p:cNvCxnSpPr>
              <a:cxnSpLocks/>
              <a:stCxn id="14" idx="3"/>
              <a:endCxn id="18" idx="1"/>
            </p:cNvCxnSpPr>
            <p:nvPr/>
          </p:nvCxnSpPr>
          <p:spPr>
            <a:xfrm flipV="1">
              <a:off x="4321230" y="4144864"/>
              <a:ext cx="565730" cy="1"/>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grpSp>
      <p:sp>
        <p:nvSpPr>
          <p:cNvPr id="23" name="平行四辺形 22">
            <a:extLst>
              <a:ext uri="{FF2B5EF4-FFF2-40B4-BE49-F238E27FC236}">
                <a16:creationId xmlns:a16="http://schemas.microsoft.com/office/drawing/2014/main" id="{49989DBA-1E5A-FA74-72C3-047A364C8ADD}"/>
              </a:ext>
            </a:extLst>
          </p:cNvPr>
          <p:cNvSpPr/>
          <p:nvPr/>
        </p:nvSpPr>
        <p:spPr>
          <a:xfrm>
            <a:off x="6639285" y="2713789"/>
            <a:ext cx="2462973" cy="165945"/>
          </a:xfrm>
          <a:prstGeom prst="parallelogram">
            <a:avLst>
              <a:gd name="adj" fmla="val 57653"/>
            </a:avLst>
          </a:prstGeom>
          <a:solidFill>
            <a:srgbClr val="BFE4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 name="テキスト ボックス 23">
            <a:extLst>
              <a:ext uri="{FF2B5EF4-FFF2-40B4-BE49-F238E27FC236}">
                <a16:creationId xmlns:a16="http://schemas.microsoft.com/office/drawing/2014/main" id="{7772026B-56E3-AF1F-43F7-9F25FC690160}"/>
              </a:ext>
            </a:extLst>
          </p:cNvPr>
          <p:cNvSpPr txBox="1"/>
          <p:nvPr/>
        </p:nvSpPr>
        <p:spPr>
          <a:xfrm>
            <a:off x="6896226" y="2473035"/>
            <a:ext cx="1587294" cy="400110"/>
          </a:xfrm>
          <a:prstGeom prst="rect">
            <a:avLst/>
          </a:prstGeom>
          <a:noFill/>
        </p:spPr>
        <p:txBody>
          <a:bodyPr wrap="none" rtlCol="0">
            <a:spAutoFit/>
          </a:bodyPr>
          <a:lstStyle/>
          <a:p>
            <a:pPr algn="l"/>
            <a:r>
              <a:rPr kumimoji="1" lang="ja-JP" altLang="en-US" sz="2000" dirty="0">
                <a:solidFill>
                  <a:schemeClr val="tx1">
                    <a:lumMod val="90000"/>
                    <a:lumOff val="10000"/>
                  </a:schemeClr>
                </a:solidFill>
              </a:rPr>
              <a:t>ムーアマシン</a:t>
            </a:r>
          </a:p>
        </p:txBody>
      </p:sp>
      <p:sp>
        <p:nvSpPr>
          <p:cNvPr id="25" name="平行四辺形 24">
            <a:extLst>
              <a:ext uri="{FF2B5EF4-FFF2-40B4-BE49-F238E27FC236}">
                <a16:creationId xmlns:a16="http://schemas.microsoft.com/office/drawing/2014/main" id="{E5F78418-52FC-FFA3-83EE-74E361678EBE}"/>
              </a:ext>
            </a:extLst>
          </p:cNvPr>
          <p:cNvSpPr/>
          <p:nvPr/>
        </p:nvSpPr>
        <p:spPr>
          <a:xfrm>
            <a:off x="6639285" y="4927870"/>
            <a:ext cx="2462973" cy="165945"/>
          </a:xfrm>
          <a:prstGeom prst="parallelogram">
            <a:avLst>
              <a:gd name="adj" fmla="val 57653"/>
            </a:avLst>
          </a:prstGeom>
          <a:solidFill>
            <a:srgbClr val="BFE4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6" name="テキスト ボックス 25">
            <a:extLst>
              <a:ext uri="{FF2B5EF4-FFF2-40B4-BE49-F238E27FC236}">
                <a16:creationId xmlns:a16="http://schemas.microsoft.com/office/drawing/2014/main" id="{BDE75788-F4B5-BEDA-FA44-D8AA9778E938}"/>
              </a:ext>
            </a:extLst>
          </p:cNvPr>
          <p:cNvSpPr txBox="1"/>
          <p:nvPr/>
        </p:nvSpPr>
        <p:spPr>
          <a:xfrm>
            <a:off x="6896226" y="4690023"/>
            <a:ext cx="1569660" cy="400110"/>
          </a:xfrm>
          <a:prstGeom prst="rect">
            <a:avLst/>
          </a:prstGeom>
          <a:noFill/>
        </p:spPr>
        <p:txBody>
          <a:bodyPr wrap="none" rtlCol="0">
            <a:spAutoFit/>
          </a:bodyPr>
          <a:lstStyle/>
          <a:p>
            <a:pPr algn="l"/>
            <a:r>
              <a:rPr kumimoji="1" lang="ja-JP" altLang="en-US" sz="2000" dirty="0">
                <a:solidFill>
                  <a:schemeClr val="tx1">
                    <a:lumMod val="90000"/>
                    <a:lumOff val="10000"/>
                  </a:schemeClr>
                </a:solidFill>
              </a:rPr>
              <a:t>ミーリマシン</a:t>
            </a:r>
          </a:p>
        </p:txBody>
      </p:sp>
      <p:grpSp>
        <p:nvGrpSpPr>
          <p:cNvPr id="62" name="グループ化 61">
            <a:extLst>
              <a:ext uri="{FF2B5EF4-FFF2-40B4-BE49-F238E27FC236}">
                <a16:creationId xmlns:a16="http://schemas.microsoft.com/office/drawing/2014/main" id="{CF7D4A49-FF4B-F66D-6DEE-B086C65AE465}"/>
              </a:ext>
            </a:extLst>
          </p:cNvPr>
          <p:cNvGrpSpPr/>
          <p:nvPr/>
        </p:nvGrpSpPr>
        <p:grpSpPr>
          <a:xfrm>
            <a:off x="7129471" y="5261244"/>
            <a:ext cx="4182881" cy="1378680"/>
            <a:chOff x="1282573" y="5288311"/>
            <a:chExt cx="4182881" cy="1378680"/>
          </a:xfrm>
        </p:grpSpPr>
        <p:sp>
          <p:nvSpPr>
            <p:cNvPr id="63" name="テキスト ボックス 62">
              <a:extLst>
                <a:ext uri="{FF2B5EF4-FFF2-40B4-BE49-F238E27FC236}">
                  <a16:creationId xmlns:a16="http://schemas.microsoft.com/office/drawing/2014/main" id="{227078CC-AA98-224E-E3D8-B5C4FA7DFC26}"/>
                </a:ext>
              </a:extLst>
            </p:cNvPr>
            <p:cNvSpPr txBox="1"/>
            <p:nvPr/>
          </p:nvSpPr>
          <p:spPr>
            <a:xfrm>
              <a:off x="1282573" y="5288311"/>
              <a:ext cx="646331" cy="369332"/>
            </a:xfrm>
            <a:prstGeom prst="rect">
              <a:avLst/>
            </a:prstGeom>
            <a:noFill/>
          </p:spPr>
          <p:txBody>
            <a:bodyPr wrap="none" rtlCol="0">
              <a:spAutoFit/>
            </a:bodyPr>
            <a:lstStyle/>
            <a:p>
              <a:pPr algn="l"/>
              <a:r>
                <a:rPr kumimoji="1" lang="ja-JP" altLang="en-US" dirty="0">
                  <a:solidFill>
                    <a:schemeClr val="tx1">
                      <a:lumMod val="90000"/>
                      <a:lumOff val="10000"/>
                    </a:schemeClr>
                  </a:solidFill>
                </a:rPr>
                <a:t>入力</a:t>
              </a:r>
            </a:p>
          </p:txBody>
        </p:sp>
        <p:cxnSp>
          <p:nvCxnSpPr>
            <p:cNvPr id="64" name="直線矢印コネクタ 63">
              <a:extLst>
                <a:ext uri="{FF2B5EF4-FFF2-40B4-BE49-F238E27FC236}">
                  <a16:creationId xmlns:a16="http://schemas.microsoft.com/office/drawing/2014/main" id="{B673ACFA-E503-82D2-B7D6-2DC5C982AC3B}"/>
                </a:ext>
              </a:extLst>
            </p:cNvPr>
            <p:cNvCxnSpPr>
              <a:cxnSpLocks/>
              <a:stCxn id="63" idx="3"/>
              <a:endCxn id="76" idx="2"/>
            </p:cNvCxnSpPr>
            <p:nvPr/>
          </p:nvCxnSpPr>
          <p:spPr>
            <a:xfrm>
              <a:off x="1928904" y="5472977"/>
              <a:ext cx="565731"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65" name="テキスト ボックス 64">
              <a:extLst>
                <a:ext uri="{FF2B5EF4-FFF2-40B4-BE49-F238E27FC236}">
                  <a16:creationId xmlns:a16="http://schemas.microsoft.com/office/drawing/2014/main" id="{DB7CE65F-3ECF-1760-D518-989139A1E957}"/>
                </a:ext>
              </a:extLst>
            </p:cNvPr>
            <p:cNvSpPr txBox="1"/>
            <p:nvPr/>
          </p:nvSpPr>
          <p:spPr>
            <a:xfrm>
              <a:off x="4819123" y="5288311"/>
              <a:ext cx="646331" cy="369332"/>
            </a:xfrm>
            <a:prstGeom prst="rect">
              <a:avLst/>
            </a:prstGeom>
            <a:noFill/>
          </p:spPr>
          <p:txBody>
            <a:bodyPr wrap="none" rtlCol="0">
              <a:spAutoFit/>
            </a:bodyPr>
            <a:lstStyle/>
            <a:p>
              <a:pPr algn="l"/>
              <a:r>
                <a:rPr kumimoji="1" lang="ja-JP" altLang="en-US" dirty="0">
                  <a:solidFill>
                    <a:schemeClr val="tx1">
                      <a:lumMod val="90000"/>
                      <a:lumOff val="10000"/>
                    </a:schemeClr>
                  </a:solidFill>
                </a:rPr>
                <a:t>出力</a:t>
              </a:r>
            </a:p>
          </p:txBody>
        </p:sp>
        <p:cxnSp>
          <p:nvCxnSpPr>
            <p:cNvPr id="66" name="直線矢印コネクタ 65">
              <a:extLst>
                <a:ext uri="{FF2B5EF4-FFF2-40B4-BE49-F238E27FC236}">
                  <a16:creationId xmlns:a16="http://schemas.microsoft.com/office/drawing/2014/main" id="{F34AB0F8-3808-73B4-A0AC-721F4E72B8E7}"/>
                </a:ext>
              </a:extLst>
            </p:cNvPr>
            <p:cNvCxnSpPr>
              <a:cxnSpLocks/>
              <a:stCxn id="74" idx="6"/>
              <a:endCxn id="65" idx="1"/>
            </p:cNvCxnSpPr>
            <p:nvPr/>
          </p:nvCxnSpPr>
          <p:spPr>
            <a:xfrm>
              <a:off x="4459315" y="5472977"/>
              <a:ext cx="359808"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67" name="正方形/長方形 66">
              <a:extLst>
                <a:ext uri="{FF2B5EF4-FFF2-40B4-BE49-F238E27FC236}">
                  <a16:creationId xmlns:a16="http://schemas.microsoft.com/office/drawing/2014/main" id="{CCEF5E2B-B5E1-6DAE-7DF9-AC7B7F8BA7EF}"/>
                </a:ext>
              </a:extLst>
            </p:cNvPr>
            <p:cNvSpPr/>
            <p:nvPr/>
          </p:nvSpPr>
          <p:spPr>
            <a:xfrm>
              <a:off x="2494635" y="6072814"/>
              <a:ext cx="1964680" cy="594177"/>
            </a:xfrm>
            <a:prstGeom prst="rect">
              <a:avLst/>
            </a:prstGeom>
            <a:noFill/>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kumimoji="1" lang="ja-JP" altLang="en-US" dirty="0"/>
                <a:t>記憶回路</a:t>
              </a:r>
            </a:p>
          </p:txBody>
        </p:sp>
        <p:grpSp>
          <p:nvGrpSpPr>
            <p:cNvPr id="68" name="グループ化 67">
              <a:extLst>
                <a:ext uri="{FF2B5EF4-FFF2-40B4-BE49-F238E27FC236}">
                  <a16:creationId xmlns:a16="http://schemas.microsoft.com/office/drawing/2014/main" id="{D68929D3-DDE6-83D2-9230-E18D479621DC}"/>
                </a:ext>
              </a:extLst>
            </p:cNvPr>
            <p:cNvGrpSpPr/>
            <p:nvPr/>
          </p:nvGrpSpPr>
          <p:grpSpPr>
            <a:xfrm>
              <a:off x="2494635" y="5311447"/>
              <a:ext cx="1970430" cy="594177"/>
              <a:chOff x="2494635" y="5311447"/>
              <a:chExt cx="1970430" cy="594177"/>
            </a:xfrm>
          </p:grpSpPr>
          <p:sp>
            <p:nvSpPr>
              <p:cNvPr id="71" name="正方形/長方形 70">
                <a:extLst>
                  <a:ext uri="{FF2B5EF4-FFF2-40B4-BE49-F238E27FC236}">
                    <a16:creationId xmlns:a16="http://schemas.microsoft.com/office/drawing/2014/main" id="{DBDC2833-4869-74A5-4810-75995BB8FE02}"/>
                  </a:ext>
                </a:extLst>
              </p:cNvPr>
              <p:cNvSpPr/>
              <p:nvPr/>
            </p:nvSpPr>
            <p:spPr>
              <a:xfrm>
                <a:off x="2500385" y="5311447"/>
                <a:ext cx="1964680" cy="594177"/>
              </a:xfrm>
              <a:prstGeom prst="rect">
                <a:avLst/>
              </a:prstGeom>
              <a:noFill/>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kumimoji="1" lang="ja-JP" altLang="en-US" dirty="0"/>
                  <a:t>組み合わせ回路</a:t>
                </a:r>
              </a:p>
            </p:txBody>
          </p:sp>
          <p:grpSp>
            <p:nvGrpSpPr>
              <p:cNvPr id="72" name="グループ化 71">
                <a:extLst>
                  <a:ext uri="{FF2B5EF4-FFF2-40B4-BE49-F238E27FC236}">
                    <a16:creationId xmlns:a16="http://schemas.microsoft.com/office/drawing/2014/main" id="{1D28CBD9-5E87-227E-A45D-95C8B0FB09BD}"/>
                  </a:ext>
                </a:extLst>
              </p:cNvPr>
              <p:cNvGrpSpPr/>
              <p:nvPr/>
            </p:nvGrpSpPr>
            <p:grpSpPr>
              <a:xfrm>
                <a:off x="2494635" y="5432277"/>
                <a:ext cx="81400" cy="360968"/>
                <a:chOff x="2494635" y="5432277"/>
                <a:chExt cx="81400" cy="360968"/>
              </a:xfrm>
            </p:grpSpPr>
            <p:sp>
              <p:nvSpPr>
                <p:cNvPr id="76" name="楕円 75">
                  <a:extLst>
                    <a:ext uri="{FF2B5EF4-FFF2-40B4-BE49-F238E27FC236}">
                      <a16:creationId xmlns:a16="http://schemas.microsoft.com/office/drawing/2014/main" id="{57A8194E-180D-7BF0-F731-1CB5C094DA36}"/>
                    </a:ext>
                  </a:extLst>
                </p:cNvPr>
                <p:cNvSpPr/>
                <p:nvPr/>
              </p:nvSpPr>
              <p:spPr>
                <a:xfrm>
                  <a:off x="2494635" y="5432277"/>
                  <a:ext cx="81400" cy="81400"/>
                </a:xfrm>
                <a:prstGeom prst="ellipse">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7" name="楕円 76">
                  <a:extLst>
                    <a:ext uri="{FF2B5EF4-FFF2-40B4-BE49-F238E27FC236}">
                      <a16:creationId xmlns:a16="http://schemas.microsoft.com/office/drawing/2014/main" id="{1610F606-8C11-559E-F66C-014EDD69931C}"/>
                    </a:ext>
                  </a:extLst>
                </p:cNvPr>
                <p:cNvSpPr/>
                <p:nvPr/>
              </p:nvSpPr>
              <p:spPr>
                <a:xfrm>
                  <a:off x="2494635" y="5711845"/>
                  <a:ext cx="81400" cy="81400"/>
                </a:xfrm>
                <a:prstGeom prst="ellipse">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73" name="グループ化 72">
                <a:extLst>
                  <a:ext uri="{FF2B5EF4-FFF2-40B4-BE49-F238E27FC236}">
                    <a16:creationId xmlns:a16="http://schemas.microsoft.com/office/drawing/2014/main" id="{0A3B8805-809C-F9E1-8665-6CBE99767C3C}"/>
                  </a:ext>
                </a:extLst>
              </p:cNvPr>
              <p:cNvGrpSpPr/>
              <p:nvPr/>
            </p:nvGrpSpPr>
            <p:grpSpPr>
              <a:xfrm>
                <a:off x="4377915" y="5432277"/>
                <a:ext cx="81400" cy="360968"/>
                <a:chOff x="2494635" y="5432277"/>
                <a:chExt cx="81400" cy="360968"/>
              </a:xfrm>
            </p:grpSpPr>
            <p:sp>
              <p:nvSpPr>
                <p:cNvPr id="74" name="楕円 73">
                  <a:extLst>
                    <a:ext uri="{FF2B5EF4-FFF2-40B4-BE49-F238E27FC236}">
                      <a16:creationId xmlns:a16="http://schemas.microsoft.com/office/drawing/2014/main" id="{F609CD76-7C82-E850-32E7-8DB721E2A7B6}"/>
                    </a:ext>
                  </a:extLst>
                </p:cNvPr>
                <p:cNvSpPr/>
                <p:nvPr/>
              </p:nvSpPr>
              <p:spPr>
                <a:xfrm>
                  <a:off x="2494635" y="5432277"/>
                  <a:ext cx="81400" cy="81400"/>
                </a:xfrm>
                <a:prstGeom prst="ellipse">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5" name="楕円 74">
                  <a:extLst>
                    <a:ext uri="{FF2B5EF4-FFF2-40B4-BE49-F238E27FC236}">
                      <a16:creationId xmlns:a16="http://schemas.microsoft.com/office/drawing/2014/main" id="{9CF067C4-9486-855D-3BE9-4CCA33F27807}"/>
                    </a:ext>
                  </a:extLst>
                </p:cNvPr>
                <p:cNvSpPr/>
                <p:nvPr/>
              </p:nvSpPr>
              <p:spPr>
                <a:xfrm>
                  <a:off x="2494635" y="5711845"/>
                  <a:ext cx="81400" cy="81400"/>
                </a:xfrm>
                <a:prstGeom prst="ellipse">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cxnSp>
          <p:nvCxnSpPr>
            <p:cNvPr id="69" name="コネクタ: カギ線 68">
              <a:extLst>
                <a:ext uri="{FF2B5EF4-FFF2-40B4-BE49-F238E27FC236}">
                  <a16:creationId xmlns:a16="http://schemas.microsoft.com/office/drawing/2014/main" id="{CBFE764D-DDE6-6F6C-1E8B-78AC9D641883}"/>
                </a:ext>
              </a:extLst>
            </p:cNvPr>
            <p:cNvCxnSpPr>
              <a:cxnSpLocks/>
              <a:stCxn id="75" idx="6"/>
              <a:endCxn id="67" idx="3"/>
            </p:cNvCxnSpPr>
            <p:nvPr/>
          </p:nvCxnSpPr>
          <p:spPr>
            <a:xfrm>
              <a:off x="4459315" y="5752545"/>
              <a:ext cx="12700" cy="617358"/>
            </a:xfrm>
            <a:prstGeom prst="bentConnector3">
              <a:avLst>
                <a:gd name="adj1" fmla="val 1800000"/>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70" name="コネクタ: カギ線 69">
              <a:extLst>
                <a:ext uri="{FF2B5EF4-FFF2-40B4-BE49-F238E27FC236}">
                  <a16:creationId xmlns:a16="http://schemas.microsoft.com/office/drawing/2014/main" id="{A9BBAB08-6386-669D-4193-F77177C25040}"/>
                </a:ext>
              </a:extLst>
            </p:cNvPr>
            <p:cNvCxnSpPr>
              <a:cxnSpLocks/>
              <a:stCxn id="67" idx="1"/>
              <a:endCxn id="77" idx="2"/>
            </p:cNvCxnSpPr>
            <p:nvPr/>
          </p:nvCxnSpPr>
          <p:spPr>
            <a:xfrm rot="10800000">
              <a:off x="2494635" y="5752545"/>
              <a:ext cx="12700" cy="617358"/>
            </a:xfrm>
            <a:prstGeom prst="bentConnector3">
              <a:avLst>
                <a:gd name="adj1" fmla="val 1800000"/>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grpSp>
      <p:grpSp>
        <p:nvGrpSpPr>
          <p:cNvPr id="109" name="グループ化 108">
            <a:extLst>
              <a:ext uri="{FF2B5EF4-FFF2-40B4-BE49-F238E27FC236}">
                <a16:creationId xmlns:a16="http://schemas.microsoft.com/office/drawing/2014/main" id="{6C8B42EA-8BFF-EC2A-7FBD-CDDAF36E8367}"/>
              </a:ext>
            </a:extLst>
          </p:cNvPr>
          <p:cNvGrpSpPr/>
          <p:nvPr/>
        </p:nvGrpSpPr>
        <p:grpSpPr>
          <a:xfrm>
            <a:off x="6463256" y="3144145"/>
            <a:ext cx="5767469" cy="1378680"/>
            <a:chOff x="6463256" y="5139116"/>
            <a:chExt cx="5767469" cy="1378680"/>
          </a:xfrm>
        </p:grpSpPr>
        <p:sp>
          <p:nvSpPr>
            <p:cNvPr id="30" name="テキスト ボックス 29">
              <a:extLst>
                <a:ext uri="{FF2B5EF4-FFF2-40B4-BE49-F238E27FC236}">
                  <a16:creationId xmlns:a16="http://schemas.microsoft.com/office/drawing/2014/main" id="{7DD90765-0104-7D19-96DA-1053DA4C8F64}"/>
                </a:ext>
              </a:extLst>
            </p:cNvPr>
            <p:cNvSpPr txBox="1"/>
            <p:nvPr/>
          </p:nvSpPr>
          <p:spPr>
            <a:xfrm>
              <a:off x="6463256" y="5139116"/>
              <a:ext cx="646331" cy="369332"/>
            </a:xfrm>
            <a:prstGeom prst="rect">
              <a:avLst/>
            </a:prstGeom>
            <a:noFill/>
          </p:spPr>
          <p:txBody>
            <a:bodyPr wrap="none" rtlCol="0">
              <a:spAutoFit/>
            </a:bodyPr>
            <a:lstStyle/>
            <a:p>
              <a:pPr algn="l"/>
              <a:r>
                <a:rPr kumimoji="1" lang="ja-JP" altLang="en-US" dirty="0">
                  <a:solidFill>
                    <a:schemeClr val="tx1">
                      <a:lumMod val="90000"/>
                      <a:lumOff val="10000"/>
                    </a:schemeClr>
                  </a:solidFill>
                </a:rPr>
                <a:t>入力</a:t>
              </a:r>
            </a:p>
          </p:txBody>
        </p:sp>
        <p:cxnSp>
          <p:nvCxnSpPr>
            <p:cNvPr id="31" name="直線矢印コネクタ 30">
              <a:extLst>
                <a:ext uri="{FF2B5EF4-FFF2-40B4-BE49-F238E27FC236}">
                  <a16:creationId xmlns:a16="http://schemas.microsoft.com/office/drawing/2014/main" id="{734700A9-ACB1-9E77-7D67-4EC46892AEAA}"/>
                </a:ext>
              </a:extLst>
            </p:cNvPr>
            <p:cNvCxnSpPr>
              <a:cxnSpLocks/>
              <a:stCxn id="30" idx="3"/>
              <a:endCxn id="39" idx="2"/>
            </p:cNvCxnSpPr>
            <p:nvPr/>
          </p:nvCxnSpPr>
          <p:spPr>
            <a:xfrm>
              <a:off x="7109587" y="5323782"/>
              <a:ext cx="140295"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32" name="テキスト ボックス 31">
              <a:extLst>
                <a:ext uri="{FF2B5EF4-FFF2-40B4-BE49-F238E27FC236}">
                  <a16:creationId xmlns:a16="http://schemas.microsoft.com/office/drawing/2014/main" id="{57586BE9-39E6-F75B-8FEF-8245CA4BE676}"/>
                </a:ext>
              </a:extLst>
            </p:cNvPr>
            <p:cNvSpPr txBox="1"/>
            <p:nvPr/>
          </p:nvSpPr>
          <p:spPr>
            <a:xfrm>
              <a:off x="11584394" y="5274718"/>
              <a:ext cx="646331" cy="369332"/>
            </a:xfrm>
            <a:prstGeom prst="rect">
              <a:avLst/>
            </a:prstGeom>
            <a:noFill/>
          </p:spPr>
          <p:txBody>
            <a:bodyPr wrap="none" rtlCol="0">
              <a:spAutoFit/>
            </a:bodyPr>
            <a:lstStyle/>
            <a:p>
              <a:pPr algn="l"/>
              <a:r>
                <a:rPr kumimoji="1" lang="ja-JP" altLang="en-US" dirty="0">
                  <a:solidFill>
                    <a:schemeClr val="tx1">
                      <a:lumMod val="90000"/>
                      <a:lumOff val="10000"/>
                    </a:schemeClr>
                  </a:solidFill>
                </a:rPr>
                <a:t>出力</a:t>
              </a:r>
            </a:p>
          </p:txBody>
        </p:sp>
        <p:cxnSp>
          <p:nvCxnSpPr>
            <p:cNvPr id="33" name="直線矢印コネクタ 32">
              <a:extLst>
                <a:ext uri="{FF2B5EF4-FFF2-40B4-BE49-F238E27FC236}">
                  <a16:creationId xmlns:a16="http://schemas.microsoft.com/office/drawing/2014/main" id="{80DC54FB-9C1D-C547-DC2A-7668FA75A8F2}"/>
                </a:ext>
              </a:extLst>
            </p:cNvPr>
            <p:cNvCxnSpPr>
              <a:cxnSpLocks/>
              <a:stCxn id="43" idx="6"/>
              <a:endCxn id="92" idx="2"/>
            </p:cNvCxnSpPr>
            <p:nvPr/>
          </p:nvCxnSpPr>
          <p:spPr>
            <a:xfrm>
              <a:off x="9214562" y="5323782"/>
              <a:ext cx="242434"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36" name="正方形/長方形 35">
              <a:extLst>
                <a:ext uri="{FF2B5EF4-FFF2-40B4-BE49-F238E27FC236}">
                  <a16:creationId xmlns:a16="http://schemas.microsoft.com/office/drawing/2014/main" id="{E696310A-0030-2FBD-6468-79D9B9730879}"/>
                </a:ext>
              </a:extLst>
            </p:cNvPr>
            <p:cNvSpPr/>
            <p:nvPr/>
          </p:nvSpPr>
          <p:spPr>
            <a:xfrm>
              <a:off x="7249882" y="5923619"/>
              <a:ext cx="1964680" cy="594177"/>
            </a:xfrm>
            <a:prstGeom prst="rect">
              <a:avLst/>
            </a:prstGeom>
            <a:noFill/>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kumimoji="1" lang="ja-JP" altLang="en-US" dirty="0"/>
                <a:t>組み合わせ回路</a:t>
              </a:r>
            </a:p>
          </p:txBody>
        </p:sp>
        <p:grpSp>
          <p:nvGrpSpPr>
            <p:cNvPr id="45" name="グループ化 44">
              <a:extLst>
                <a:ext uri="{FF2B5EF4-FFF2-40B4-BE49-F238E27FC236}">
                  <a16:creationId xmlns:a16="http://schemas.microsoft.com/office/drawing/2014/main" id="{B38E6AB4-D6E3-126F-E037-B3738E8AEE13}"/>
                </a:ext>
              </a:extLst>
            </p:cNvPr>
            <p:cNvGrpSpPr/>
            <p:nvPr/>
          </p:nvGrpSpPr>
          <p:grpSpPr>
            <a:xfrm>
              <a:off x="7249882" y="5162252"/>
              <a:ext cx="1970430" cy="594177"/>
              <a:chOff x="2494635" y="5311447"/>
              <a:chExt cx="1970430" cy="594177"/>
            </a:xfrm>
          </p:grpSpPr>
          <p:sp>
            <p:nvSpPr>
              <p:cNvPr id="29" name="正方形/長方形 28">
                <a:extLst>
                  <a:ext uri="{FF2B5EF4-FFF2-40B4-BE49-F238E27FC236}">
                    <a16:creationId xmlns:a16="http://schemas.microsoft.com/office/drawing/2014/main" id="{4E93C499-85DC-9D9C-9EF4-17E8E24BBC2C}"/>
                  </a:ext>
                </a:extLst>
              </p:cNvPr>
              <p:cNvSpPr/>
              <p:nvPr/>
            </p:nvSpPr>
            <p:spPr>
              <a:xfrm>
                <a:off x="2500385" y="5311447"/>
                <a:ext cx="1964680" cy="594177"/>
              </a:xfrm>
              <a:prstGeom prst="rect">
                <a:avLst/>
              </a:prstGeom>
              <a:noFill/>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kumimoji="1" lang="ja-JP" altLang="en-US" dirty="0"/>
                  <a:t>記憶回路</a:t>
                </a:r>
              </a:p>
            </p:txBody>
          </p:sp>
          <p:grpSp>
            <p:nvGrpSpPr>
              <p:cNvPr id="41" name="グループ化 40">
                <a:extLst>
                  <a:ext uri="{FF2B5EF4-FFF2-40B4-BE49-F238E27FC236}">
                    <a16:creationId xmlns:a16="http://schemas.microsoft.com/office/drawing/2014/main" id="{5767C8F8-714C-9C1A-810E-1A7F0E2589E3}"/>
                  </a:ext>
                </a:extLst>
              </p:cNvPr>
              <p:cNvGrpSpPr/>
              <p:nvPr/>
            </p:nvGrpSpPr>
            <p:grpSpPr>
              <a:xfrm>
                <a:off x="2494635" y="5432277"/>
                <a:ext cx="81400" cy="360968"/>
                <a:chOff x="2494635" y="5432277"/>
                <a:chExt cx="81400" cy="360968"/>
              </a:xfrm>
            </p:grpSpPr>
            <p:sp>
              <p:nvSpPr>
                <p:cNvPr id="39" name="楕円 38">
                  <a:extLst>
                    <a:ext uri="{FF2B5EF4-FFF2-40B4-BE49-F238E27FC236}">
                      <a16:creationId xmlns:a16="http://schemas.microsoft.com/office/drawing/2014/main" id="{54A74A89-8383-7CB2-B923-8A44FA4EFD10}"/>
                    </a:ext>
                  </a:extLst>
                </p:cNvPr>
                <p:cNvSpPr/>
                <p:nvPr/>
              </p:nvSpPr>
              <p:spPr>
                <a:xfrm>
                  <a:off x="2494635" y="5432277"/>
                  <a:ext cx="81400" cy="81400"/>
                </a:xfrm>
                <a:prstGeom prst="ellipse">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0" name="楕円 39">
                  <a:extLst>
                    <a:ext uri="{FF2B5EF4-FFF2-40B4-BE49-F238E27FC236}">
                      <a16:creationId xmlns:a16="http://schemas.microsoft.com/office/drawing/2014/main" id="{458569E7-9863-BA2C-A4B2-2D2DE55FAA1B}"/>
                    </a:ext>
                  </a:extLst>
                </p:cNvPr>
                <p:cNvSpPr/>
                <p:nvPr/>
              </p:nvSpPr>
              <p:spPr>
                <a:xfrm>
                  <a:off x="2494635" y="5711845"/>
                  <a:ext cx="81400" cy="81400"/>
                </a:xfrm>
                <a:prstGeom prst="ellipse">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42" name="グループ化 41">
                <a:extLst>
                  <a:ext uri="{FF2B5EF4-FFF2-40B4-BE49-F238E27FC236}">
                    <a16:creationId xmlns:a16="http://schemas.microsoft.com/office/drawing/2014/main" id="{5BFF77C2-C598-5C8B-A3C4-401E46A8BC5D}"/>
                  </a:ext>
                </a:extLst>
              </p:cNvPr>
              <p:cNvGrpSpPr/>
              <p:nvPr/>
            </p:nvGrpSpPr>
            <p:grpSpPr>
              <a:xfrm>
                <a:off x="4377915" y="5432277"/>
                <a:ext cx="81400" cy="360968"/>
                <a:chOff x="2494635" y="5432277"/>
                <a:chExt cx="81400" cy="360968"/>
              </a:xfrm>
            </p:grpSpPr>
            <p:sp>
              <p:nvSpPr>
                <p:cNvPr id="43" name="楕円 42">
                  <a:extLst>
                    <a:ext uri="{FF2B5EF4-FFF2-40B4-BE49-F238E27FC236}">
                      <a16:creationId xmlns:a16="http://schemas.microsoft.com/office/drawing/2014/main" id="{94CEED11-7DC9-96A4-25CD-1B723B09883F}"/>
                    </a:ext>
                  </a:extLst>
                </p:cNvPr>
                <p:cNvSpPr/>
                <p:nvPr/>
              </p:nvSpPr>
              <p:spPr>
                <a:xfrm>
                  <a:off x="2494635" y="5432277"/>
                  <a:ext cx="81400" cy="81400"/>
                </a:xfrm>
                <a:prstGeom prst="ellipse">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4" name="楕円 43">
                  <a:extLst>
                    <a:ext uri="{FF2B5EF4-FFF2-40B4-BE49-F238E27FC236}">
                      <a16:creationId xmlns:a16="http://schemas.microsoft.com/office/drawing/2014/main" id="{1094C7E2-9A32-7BD7-53AC-DE8BF1A4359E}"/>
                    </a:ext>
                  </a:extLst>
                </p:cNvPr>
                <p:cNvSpPr/>
                <p:nvPr/>
              </p:nvSpPr>
              <p:spPr>
                <a:xfrm>
                  <a:off x="2494635" y="5711845"/>
                  <a:ext cx="81400" cy="81400"/>
                </a:xfrm>
                <a:prstGeom prst="ellipse">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cxnSp>
          <p:nvCxnSpPr>
            <p:cNvPr id="55" name="コネクタ: カギ線 54">
              <a:extLst>
                <a:ext uri="{FF2B5EF4-FFF2-40B4-BE49-F238E27FC236}">
                  <a16:creationId xmlns:a16="http://schemas.microsoft.com/office/drawing/2014/main" id="{0A03E4B8-A8C1-E905-5EE8-F69B93DF08F5}"/>
                </a:ext>
              </a:extLst>
            </p:cNvPr>
            <p:cNvCxnSpPr>
              <a:cxnSpLocks/>
              <a:stCxn id="44" idx="6"/>
              <a:endCxn id="36" idx="3"/>
            </p:cNvCxnSpPr>
            <p:nvPr/>
          </p:nvCxnSpPr>
          <p:spPr>
            <a:xfrm>
              <a:off x="9214562" y="5603350"/>
              <a:ext cx="12700" cy="617358"/>
            </a:xfrm>
            <a:prstGeom prst="bentConnector3">
              <a:avLst>
                <a:gd name="adj1" fmla="val 1290000"/>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58" name="コネクタ: カギ線 57">
              <a:extLst>
                <a:ext uri="{FF2B5EF4-FFF2-40B4-BE49-F238E27FC236}">
                  <a16:creationId xmlns:a16="http://schemas.microsoft.com/office/drawing/2014/main" id="{EFDD89E3-C3B5-32B2-EB78-2FE8CEC298AC}"/>
                </a:ext>
              </a:extLst>
            </p:cNvPr>
            <p:cNvCxnSpPr>
              <a:cxnSpLocks/>
              <a:stCxn id="36" idx="1"/>
              <a:endCxn id="40" idx="2"/>
            </p:cNvCxnSpPr>
            <p:nvPr/>
          </p:nvCxnSpPr>
          <p:spPr>
            <a:xfrm rot="10800000">
              <a:off x="7249882" y="5603350"/>
              <a:ext cx="12700" cy="617358"/>
            </a:xfrm>
            <a:prstGeom prst="bentConnector3">
              <a:avLst>
                <a:gd name="adj1" fmla="val 1380000"/>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grpSp>
          <p:nvGrpSpPr>
            <p:cNvPr id="86" name="グループ化 85">
              <a:extLst>
                <a:ext uri="{FF2B5EF4-FFF2-40B4-BE49-F238E27FC236}">
                  <a16:creationId xmlns:a16="http://schemas.microsoft.com/office/drawing/2014/main" id="{12209D0B-66B8-A808-97D0-61C3402B0D10}"/>
                </a:ext>
              </a:extLst>
            </p:cNvPr>
            <p:cNvGrpSpPr/>
            <p:nvPr/>
          </p:nvGrpSpPr>
          <p:grpSpPr>
            <a:xfrm>
              <a:off x="9456996" y="5162252"/>
              <a:ext cx="1970430" cy="594177"/>
              <a:chOff x="2494635" y="5311447"/>
              <a:chExt cx="1970430" cy="594177"/>
            </a:xfrm>
          </p:grpSpPr>
          <p:sp>
            <p:nvSpPr>
              <p:cNvPr id="87" name="正方形/長方形 86">
                <a:extLst>
                  <a:ext uri="{FF2B5EF4-FFF2-40B4-BE49-F238E27FC236}">
                    <a16:creationId xmlns:a16="http://schemas.microsoft.com/office/drawing/2014/main" id="{9FC71A0E-66BE-C2AA-8A0F-B5C3B279DD92}"/>
                  </a:ext>
                </a:extLst>
              </p:cNvPr>
              <p:cNvSpPr/>
              <p:nvPr/>
            </p:nvSpPr>
            <p:spPr>
              <a:xfrm>
                <a:off x="2500385" y="5311447"/>
                <a:ext cx="1964680" cy="594177"/>
              </a:xfrm>
              <a:prstGeom prst="rect">
                <a:avLst/>
              </a:prstGeom>
              <a:noFill/>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ja-JP" altLang="en-US" dirty="0"/>
                  <a:t>組み合わせ回路</a:t>
                </a:r>
                <a:endParaRPr kumimoji="1" lang="ja-JP" altLang="en-US" dirty="0"/>
              </a:p>
            </p:txBody>
          </p:sp>
          <p:grpSp>
            <p:nvGrpSpPr>
              <p:cNvPr id="88" name="グループ化 87">
                <a:extLst>
                  <a:ext uri="{FF2B5EF4-FFF2-40B4-BE49-F238E27FC236}">
                    <a16:creationId xmlns:a16="http://schemas.microsoft.com/office/drawing/2014/main" id="{426C4E34-4B75-E135-1DF5-CFCE7E42652B}"/>
                  </a:ext>
                </a:extLst>
              </p:cNvPr>
              <p:cNvGrpSpPr/>
              <p:nvPr/>
            </p:nvGrpSpPr>
            <p:grpSpPr>
              <a:xfrm>
                <a:off x="2494635" y="5432277"/>
                <a:ext cx="81400" cy="360968"/>
                <a:chOff x="2494635" y="5432277"/>
                <a:chExt cx="81400" cy="360968"/>
              </a:xfrm>
            </p:grpSpPr>
            <p:sp>
              <p:nvSpPr>
                <p:cNvPr id="92" name="楕円 91">
                  <a:extLst>
                    <a:ext uri="{FF2B5EF4-FFF2-40B4-BE49-F238E27FC236}">
                      <a16:creationId xmlns:a16="http://schemas.microsoft.com/office/drawing/2014/main" id="{9FE1AD92-9D62-F30D-2037-AF7DE56881AA}"/>
                    </a:ext>
                  </a:extLst>
                </p:cNvPr>
                <p:cNvSpPr/>
                <p:nvPr/>
              </p:nvSpPr>
              <p:spPr>
                <a:xfrm>
                  <a:off x="2494635" y="5432277"/>
                  <a:ext cx="81400" cy="81400"/>
                </a:xfrm>
                <a:prstGeom prst="ellipse">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3" name="楕円 92">
                  <a:extLst>
                    <a:ext uri="{FF2B5EF4-FFF2-40B4-BE49-F238E27FC236}">
                      <a16:creationId xmlns:a16="http://schemas.microsoft.com/office/drawing/2014/main" id="{92709D56-F493-0DEB-0A06-770E1B8BB97B}"/>
                    </a:ext>
                  </a:extLst>
                </p:cNvPr>
                <p:cNvSpPr/>
                <p:nvPr/>
              </p:nvSpPr>
              <p:spPr>
                <a:xfrm>
                  <a:off x="2494635" y="5711845"/>
                  <a:ext cx="81400" cy="81400"/>
                </a:xfrm>
                <a:prstGeom prst="ellipse">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89" name="グループ化 88">
                <a:extLst>
                  <a:ext uri="{FF2B5EF4-FFF2-40B4-BE49-F238E27FC236}">
                    <a16:creationId xmlns:a16="http://schemas.microsoft.com/office/drawing/2014/main" id="{079E9B44-B993-20BA-EB3D-2EB470A81383}"/>
                  </a:ext>
                </a:extLst>
              </p:cNvPr>
              <p:cNvGrpSpPr/>
              <p:nvPr/>
            </p:nvGrpSpPr>
            <p:grpSpPr>
              <a:xfrm>
                <a:off x="4377915" y="5432277"/>
                <a:ext cx="81400" cy="360968"/>
                <a:chOff x="2494635" y="5432277"/>
                <a:chExt cx="81400" cy="360968"/>
              </a:xfrm>
            </p:grpSpPr>
            <p:sp>
              <p:nvSpPr>
                <p:cNvPr id="90" name="楕円 89">
                  <a:extLst>
                    <a:ext uri="{FF2B5EF4-FFF2-40B4-BE49-F238E27FC236}">
                      <a16:creationId xmlns:a16="http://schemas.microsoft.com/office/drawing/2014/main" id="{2234A88B-EB74-67E2-D099-B270AD8822A3}"/>
                    </a:ext>
                  </a:extLst>
                </p:cNvPr>
                <p:cNvSpPr/>
                <p:nvPr/>
              </p:nvSpPr>
              <p:spPr>
                <a:xfrm>
                  <a:off x="2494635" y="5432277"/>
                  <a:ext cx="81400" cy="81400"/>
                </a:xfrm>
                <a:prstGeom prst="ellipse">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1" name="楕円 90">
                  <a:extLst>
                    <a:ext uri="{FF2B5EF4-FFF2-40B4-BE49-F238E27FC236}">
                      <a16:creationId xmlns:a16="http://schemas.microsoft.com/office/drawing/2014/main" id="{2194BBFC-0400-11C1-F854-4B5D03742D92}"/>
                    </a:ext>
                  </a:extLst>
                </p:cNvPr>
                <p:cNvSpPr/>
                <p:nvPr/>
              </p:nvSpPr>
              <p:spPr>
                <a:xfrm>
                  <a:off x="2494635" y="5711845"/>
                  <a:ext cx="81400" cy="81400"/>
                </a:xfrm>
                <a:prstGeom prst="ellipse">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cxnSp>
          <p:nvCxnSpPr>
            <p:cNvPr id="96" name="直線矢印コネクタ 95">
              <a:extLst>
                <a:ext uri="{FF2B5EF4-FFF2-40B4-BE49-F238E27FC236}">
                  <a16:creationId xmlns:a16="http://schemas.microsoft.com/office/drawing/2014/main" id="{E966061E-6F7C-33AD-E79E-A83377023065}"/>
                </a:ext>
              </a:extLst>
            </p:cNvPr>
            <p:cNvCxnSpPr>
              <a:cxnSpLocks/>
              <a:stCxn id="87" idx="3"/>
              <a:endCxn id="32" idx="1"/>
            </p:cNvCxnSpPr>
            <p:nvPr/>
          </p:nvCxnSpPr>
          <p:spPr>
            <a:xfrm>
              <a:off x="11427426" y="5459341"/>
              <a:ext cx="156968" cy="43"/>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grpSp>
    </p:spTree>
    <p:extLst>
      <p:ext uri="{BB962C8B-B14F-4D97-AF65-F5344CB8AC3E}">
        <p14:creationId xmlns:p14="http://schemas.microsoft.com/office/powerpoint/2010/main" val="93215662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E460BAF-298F-923A-1A31-605E9033299F}"/>
              </a:ext>
            </a:extLst>
          </p:cNvPr>
          <p:cNvSpPr>
            <a:spLocks noGrp="1"/>
          </p:cNvSpPr>
          <p:nvPr>
            <p:ph type="title"/>
          </p:nvPr>
        </p:nvSpPr>
        <p:spPr/>
        <p:txBody>
          <a:bodyPr/>
          <a:lstStyle/>
          <a:p>
            <a:r>
              <a:rPr kumimoji="1" lang="ja-JP" altLang="en-US" dirty="0"/>
              <a:t>同期式順序回路と非同期式順序回路</a:t>
            </a:r>
          </a:p>
        </p:txBody>
      </p:sp>
      <p:sp>
        <p:nvSpPr>
          <p:cNvPr id="3" name="スライド番号プレースホルダー 2">
            <a:extLst>
              <a:ext uri="{FF2B5EF4-FFF2-40B4-BE49-F238E27FC236}">
                <a16:creationId xmlns:a16="http://schemas.microsoft.com/office/drawing/2014/main" id="{D089634A-9127-1A18-0C41-0992C0DB755B}"/>
              </a:ext>
            </a:extLst>
          </p:cNvPr>
          <p:cNvSpPr>
            <a:spLocks noGrp="1"/>
          </p:cNvSpPr>
          <p:nvPr>
            <p:ph type="sldNum" sz="quarter" idx="12"/>
          </p:nvPr>
        </p:nvSpPr>
        <p:spPr/>
        <p:txBody>
          <a:bodyPr/>
          <a:lstStyle/>
          <a:p>
            <a:fld id="{336D103E-743F-4B05-B1B2-74D6FB9408BE}" type="slidenum">
              <a:rPr kumimoji="1" lang="ja-JP" altLang="en-US" smtClean="0"/>
              <a:t>42</a:t>
            </a:fld>
            <a:endParaRPr kumimoji="1" lang="ja-JP" altLang="en-US"/>
          </a:p>
        </p:txBody>
      </p:sp>
      <p:sp>
        <p:nvSpPr>
          <p:cNvPr id="5" name="平行四辺形 4">
            <a:extLst>
              <a:ext uri="{FF2B5EF4-FFF2-40B4-BE49-F238E27FC236}">
                <a16:creationId xmlns:a16="http://schemas.microsoft.com/office/drawing/2014/main" id="{276B4268-D066-3D34-2E52-CB79204789C2}"/>
              </a:ext>
            </a:extLst>
          </p:cNvPr>
          <p:cNvSpPr/>
          <p:nvPr/>
        </p:nvSpPr>
        <p:spPr>
          <a:xfrm>
            <a:off x="336551" y="1257242"/>
            <a:ext cx="5494463" cy="165947"/>
          </a:xfrm>
          <a:prstGeom prst="parallelogram">
            <a:avLst>
              <a:gd name="adj" fmla="val 57653"/>
            </a:avLst>
          </a:prstGeom>
          <a:solidFill>
            <a:srgbClr val="BFE4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テキスト ボックス 6">
            <a:extLst>
              <a:ext uri="{FF2B5EF4-FFF2-40B4-BE49-F238E27FC236}">
                <a16:creationId xmlns:a16="http://schemas.microsoft.com/office/drawing/2014/main" id="{D813A1FA-0D1D-682B-9E5C-97D0A1E2BCC3}"/>
              </a:ext>
            </a:extLst>
          </p:cNvPr>
          <p:cNvSpPr txBox="1"/>
          <p:nvPr/>
        </p:nvSpPr>
        <p:spPr>
          <a:xfrm>
            <a:off x="521547" y="961524"/>
            <a:ext cx="2339102" cy="461665"/>
          </a:xfrm>
          <a:prstGeom prst="rect">
            <a:avLst/>
          </a:prstGeom>
          <a:noFill/>
        </p:spPr>
        <p:txBody>
          <a:bodyPr wrap="none" rtlCol="0">
            <a:spAutoFit/>
          </a:bodyPr>
          <a:lstStyle/>
          <a:p>
            <a:pPr algn="l"/>
            <a:r>
              <a:rPr kumimoji="1" lang="ja-JP" altLang="en-US" sz="2400" dirty="0">
                <a:solidFill>
                  <a:schemeClr val="tx1">
                    <a:lumMod val="90000"/>
                    <a:lumOff val="10000"/>
                  </a:schemeClr>
                </a:solidFill>
              </a:rPr>
              <a:t>同期式順序回路</a:t>
            </a:r>
          </a:p>
        </p:txBody>
      </p:sp>
      <p:sp>
        <p:nvSpPr>
          <p:cNvPr id="9" name="平行四辺形 8">
            <a:extLst>
              <a:ext uri="{FF2B5EF4-FFF2-40B4-BE49-F238E27FC236}">
                <a16:creationId xmlns:a16="http://schemas.microsoft.com/office/drawing/2014/main" id="{83A60A06-C39E-421F-6665-3BD4EF57E622}"/>
              </a:ext>
            </a:extLst>
          </p:cNvPr>
          <p:cNvSpPr/>
          <p:nvPr/>
        </p:nvSpPr>
        <p:spPr>
          <a:xfrm>
            <a:off x="6360986" y="1257242"/>
            <a:ext cx="5494463" cy="165947"/>
          </a:xfrm>
          <a:prstGeom prst="parallelogram">
            <a:avLst>
              <a:gd name="adj" fmla="val 57653"/>
            </a:avLst>
          </a:prstGeom>
          <a:solidFill>
            <a:srgbClr val="BFE4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テキスト ボックス 10">
            <a:extLst>
              <a:ext uri="{FF2B5EF4-FFF2-40B4-BE49-F238E27FC236}">
                <a16:creationId xmlns:a16="http://schemas.microsoft.com/office/drawing/2014/main" id="{1427FEEE-7C40-BEAB-71B3-421B3D6F1CEB}"/>
              </a:ext>
            </a:extLst>
          </p:cNvPr>
          <p:cNvSpPr txBox="1"/>
          <p:nvPr/>
        </p:nvSpPr>
        <p:spPr>
          <a:xfrm>
            <a:off x="6617928" y="961523"/>
            <a:ext cx="2646878" cy="461665"/>
          </a:xfrm>
          <a:prstGeom prst="rect">
            <a:avLst/>
          </a:prstGeom>
          <a:noFill/>
        </p:spPr>
        <p:txBody>
          <a:bodyPr wrap="none" rtlCol="0">
            <a:spAutoFit/>
          </a:bodyPr>
          <a:lstStyle/>
          <a:p>
            <a:pPr algn="l"/>
            <a:r>
              <a:rPr kumimoji="1" lang="ja-JP" altLang="en-US" sz="2400" dirty="0">
                <a:solidFill>
                  <a:schemeClr val="tx1">
                    <a:lumMod val="90000"/>
                    <a:lumOff val="10000"/>
                  </a:schemeClr>
                </a:solidFill>
              </a:rPr>
              <a:t>非同期式順序回路</a:t>
            </a:r>
          </a:p>
        </p:txBody>
      </p:sp>
      <p:sp>
        <p:nvSpPr>
          <p:cNvPr id="28" name="テキスト ボックス 27">
            <a:extLst>
              <a:ext uri="{FF2B5EF4-FFF2-40B4-BE49-F238E27FC236}">
                <a16:creationId xmlns:a16="http://schemas.microsoft.com/office/drawing/2014/main" id="{8AB6D50A-FD62-EEE1-EC50-1E3320D20EBC}"/>
              </a:ext>
            </a:extLst>
          </p:cNvPr>
          <p:cNvSpPr txBox="1"/>
          <p:nvPr/>
        </p:nvSpPr>
        <p:spPr>
          <a:xfrm>
            <a:off x="519957" y="1524549"/>
            <a:ext cx="5309467" cy="369332"/>
          </a:xfrm>
          <a:prstGeom prst="rect">
            <a:avLst/>
          </a:prstGeom>
          <a:noFill/>
        </p:spPr>
        <p:txBody>
          <a:bodyPr wrap="square" rtlCol="0">
            <a:spAutoFit/>
          </a:bodyPr>
          <a:lstStyle/>
          <a:p>
            <a:pPr algn="l"/>
            <a:r>
              <a:rPr kumimoji="1" lang="ja-JP" altLang="en-US" dirty="0">
                <a:solidFill>
                  <a:schemeClr val="tx1">
                    <a:lumMod val="90000"/>
                    <a:lumOff val="10000"/>
                  </a:schemeClr>
                </a:solidFill>
              </a:rPr>
              <a:t>クロックパルスごとに記憶素子を更新する回路</a:t>
            </a:r>
          </a:p>
        </p:txBody>
      </p:sp>
      <p:sp>
        <p:nvSpPr>
          <p:cNvPr id="29" name="テキスト ボックス 28">
            <a:extLst>
              <a:ext uri="{FF2B5EF4-FFF2-40B4-BE49-F238E27FC236}">
                <a16:creationId xmlns:a16="http://schemas.microsoft.com/office/drawing/2014/main" id="{F220859A-5E91-EF24-8DA7-2A45497966A5}"/>
              </a:ext>
            </a:extLst>
          </p:cNvPr>
          <p:cNvSpPr txBox="1"/>
          <p:nvPr/>
        </p:nvSpPr>
        <p:spPr>
          <a:xfrm>
            <a:off x="6616339" y="1524549"/>
            <a:ext cx="5239110" cy="369332"/>
          </a:xfrm>
          <a:prstGeom prst="rect">
            <a:avLst/>
          </a:prstGeom>
          <a:noFill/>
        </p:spPr>
        <p:txBody>
          <a:bodyPr wrap="square" rtlCol="0">
            <a:spAutoFit/>
          </a:bodyPr>
          <a:lstStyle/>
          <a:p>
            <a:pPr algn="l"/>
            <a:r>
              <a:rPr lang="ja-JP" altLang="en-US" dirty="0">
                <a:solidFill>
                  <a:schemeClr val="tx1">
                    <a:lumMod val="90000"/>
                    <a:lumOff val="10000"/>
                  </a:schemeClr>
                </a:solidFill>
              </a:rPr>
              <a:t>入力の信号変化で</a:t>
            </a:r>
            <a:r>
              <a:rPr kumimoji="1" lang="ja-JP" altLang="en-US" dirty="0">
                <a:solidFill>
                  <a:schemeClr val="tx1">
                    <a:lumMod val="90000"/>
                    <a:lumOff val="10000"/>
                  </a:schemeClr>
                </a:solidFill>
              </a:rPr>
              <a:t>記憶素子を更新する回路</a:t>
            </a:r>
          </a:p>
        </p:txBody>
      </p:sp>
      <p:grpSp>
        <p:nvGrpSpPr>
          <p:cNvPr id="30" name="グループ化 29">
            <a:extLst>
              <a:ext uri="{FF2B5EF4-FFF2-40B4-BE49-F238E27FC236}">
                <a16:creationId xmlns:a16="http://schemas.microsoft.com/office/drawing/2014/main" id="{2C7FAEF9-266F-ECF9-0F6D-090DD6F14846}"/>
              </a:ext>
            </a:extLst>
          </p:cNvPr>
          <p:cNvGrpSpPr/>
          <p:nvPr/>
        </p:nvGrpSpPr>
        <p:grpSpPr>
          <a:xfrm>
            <a:off x="6692991" y="2004040"/>
            <a:ext cx="4182881" cy="1378680"/>
            <a:chOff x="1282573" y="5288311"/>
            <a:chExt cx="4182881" cy="1378680"/>
          </a:xfrm>
        </p:grpSpPr>
        <p:sp>
          <p:nvSpPr>
            <p:cNvPr id="31" name="テキスト ボックス 30">
              <a:extLst>
                <a:ext uri="{FF2B5EF4-FFF2-40B4-BE49-F238E27FC236}">
                  <a16:creationId xmlns:a16="http://schemas.microsoft.com/office/drawing/2014/main" id="{51F38CC7-ED44-4733-2FED-11D5F8AA77E4}"/>
                </a:ext>
              </a:extLst>
            </p:cNvPr>
            <p:cNvSpPr txBox="1"/>
            <p:nvPr/>
          </p:nvSpPr>
          <p:spPr>
            <a:xfrm>
              <a:off x="1282573" y="5288311"/>
              <a:ext cx="646331" cy="369332"/>
            </a:xfrm>
            <a:prstGeom prst="rect">
              <a:avLst/>
            </a:prstGeom>
            <a:noFill/>
          </p:spPr>
          <p:txBody>
            <a:bodyPr wrap="none" rtlCol="0">
              <a:spAutoFit/>
            </a:bodyPr>
            <a:lstStyle/>
            <a:p>
              <a:pPr algn="l"/>
              <a:r>
                <a:rPr kumimoji="1" lang="ja-JP" altLang="en-US" dirty="0">
                  <a:solidFill>
                    <a:schemeClr val="tx1">
                      <a:lumMod val="90000"/>
                      <a:lumOff val="10000"/>
                    </a:schemeClr>
                  </a:solidFill>
                </a:rPr>
                <a:t>入力</a:t>
              </a:r>
            </a:p>
          </p:txBody>
        </p:sp>
        <p:cxnSp>
          <p:nvCxnSpPr>
            <p:cNvPr id="32" name="直線矢印コネクタ 31">
              <a:extLst>
                <a:ext uri="{FF2B5EF4-FFF2-40B4-BE49-F238E27FC236}">
                  <a16:creationId xmlns:a16="http://schemas.microsoft.com/office/drawing/2014/main" id="{FAC54AFF-6CAA-5B87-53FE-4970A10DA94D}"/>
                </a:ext>
              </a:extLst>
            </p:cNvPr>
            <p:cNvCxnSpPr>
              <a:cxnSpLocks/>
              <a:stCxn id="31" idx="3"/>
              <a:endCxn id="44" idx="2"/>
            </p:cNvCxnSpPr>
            <p:nvPr/>
          </p:nvCxnSpPr>
          <p:spPr>
            <a:xfrm>
              <a:off x="1928904" y="5472977"/>
              <a:ext cx="565731"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33" name="テキスト ボックス 32">
              <a:extLst>
                <a:ext uri="{FF2B5EF4-FFF2-40B4-BE49-F238E27FC236}">
                  <a16:creationId xmlns:a16="http://schemas.microsoft.com/office/drawing/2014/main" id="{46B68363-AB4E-A952-B3CE-3950884FDACB}"/>
                </a:ext>
              </a:extLst>
            </p:cNvPr>
            <p:cNvSpPr txBox="1"/>
            <p:nvPr/>
          </p:nvSpPr>
          <p:spPr>
            <a:xfrm>
              <a:off x="4819123" y="5288311"/>
              <a:ext cx="646331" cy="369332"/>
            </a:xfrm>
            <a:prstGeom prst="rect">
              <a:avLst/>
            </a:prstGeom>
            <a:noFill/>
          </p:spPr>
          <p:txBody>
            <a:bodyPr wrap="none" rtlCol="0">
              <a:spAutoFit/>
            </a:bodyPr>
            <a:lstStyle/>
            <a:p>
              <a:pPr algn="l"/>
              <a:r>
                <a:rPr kumimoji="1" lang="ja-JP" altLang="en-US" dirty="0">
                  <a:solidFill>
                    <a:schemeClr val="tx1">
                      <a:lumMod val="90000"/>
                      <a:lumOff val="10000"/>
                    </a:schemeClr>
                  </a:solidFill>
                </a:rPr>
                <a:t>出力</a:t>
              </a:r>
            </a:p>
          </p:txBody>
        </p:sp>
        <p:cxnSp>
          <p:nvCxnSpPr>
            <p:cNvPr id="34" name="直線矢印コネクタ 33">
              <a:extLst>
                <a:ext uri="{FF2B5EF4-FFF2-40B4-BE49-F238E27FC236}">
                  <a16:creationId xmlns:a16="http://schemas.microsoft.com/office/drawing/2014/main" id="{C777DA5F-4EB4-C432-2D18-8FEA4EF5A0F7}"/>
                </a:ext>
              </a:extLst>
            </p:cNvPr>
            <p:cNvCxnSpPr>
              <a:cxnSpLocks/>
              <a:stCxn id="42" idx="6"/>
              <a:endCxn id="33" idx="1"/>
            </p:cNvCxnSpPr>
            <p:nvPr/>
          </p:nvCxnSpPr>
          <p:spPr>
            <a:xfrm>
              <a:off x="4459315" y="5472977"/>
              <a:ext cx="359808"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35" name="正方形/長方形 34">
              <a:extLst>
                <a:ext uri="{FF2B5EF4-FFF2-40B4-BE49-F238E27FC236}">
                  <a16:creationId xmlns:a16="http://schemas.microsoft.com/office/drawing/2014/main" id="{462C1172-1210-686A-758F-CE6E3AE26F33}"/>
                </a:ext>
              </a:extLst>
            </p:cNvPr>
            <p:cNvSpPr/>
            <p:nvPr/>
          </p:nvSpPr>
          <p:spPr>
            <a:xfrm>
              <a:off x="2494635" y="6072814"/>
              <a:ext cx="1964680" cy="594177"/>
            </a:xfrm>
            <a:prstGeom prst="rect">
              <a:avLst/>
            </a:prstGeom>
            <a:noFill/>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ja-JP" altLang="en-US" dirty="0"/>
                <a:t>ラッチ</a:t>
              </a:r>
              <a:endParaRPr kumimoji="1" lang="ja-JP" altLang="en-US" dirty="0"/>
            </a:p>
          </p:txBody>
        </p:sp>
        <p:grpSp>
          <p:nvGrpSpPr>
            <p:cNvPr id="36" name="グループ化 35">
              <a:extLst>
                <a:ext uri="{FF2B5EF4-FFF2-40B4-BE49-F238E27FC236}">
                  <a16:creationId xmlns:a16="http://schemas.microsoft.com/office/drawing/2014/main" id="{974572A1-83E6-B858-86A6-B524F946E1F9}"/>
                </a:ext>
              </a:extLst>
            </p:cNvPr>
            <p:cNvGrpSpPr/>
            <p:nvPr/>
          </p:nvGrpSpPr>
          <p:grpSpPr>
            <a:xfrm>
              <a:off x="2494635" y="5311447"/>
              <a:ext cx="1970430" cy="594177"/>
              <a:chOff x="2494635" y="5311447"/>
              <a:chExt cx="1970430" cy="594177"/>
            </a:xfrm>
          </p:grpSpPr>
          <p:sp>
            <p:nvSpPr>
              <p:cNvPr id="39" name="正方形/長方形 38">
                <a:extLst>
                  <a:ext uri="{FF2B5EF4-FFF2-40B4-BE49-F238E27FC236}">
                    <a16:creationId xmlns:a16="http://schemas.microsoft.com/office/drawing/2014/main" id="{A426FF40-8FC7-AF37-5EEB-A2427A84C32D}"/>
                  </a:ext>
                </a:extLst>
              </p:cNvPr>
              <p:cNvSpPr/>
              <p:nvPr/>
            </p:nvSpPr>
            <p:spPr>
              <a:xfrm>
                <a:off x="2500385" y="5311447"/>
                <a:ext cx="1964680" cy="594177"/>
              </a:xfrm>
              <a:prstGeom prst="rect">
                <a:avLst/>
              </a:prstGeom>
              <a:noFill/>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kumimoji="1" lang="ja-JP" altLang="en-US" dirty="0"/>
                  <a:t>組み合わせ回路</a:t>
                </a:r>
              </a:p>
            </p:txBody>
          </p:sp>
          <p:grpSp>
            <p:nvGrpSpPr>
              <p:cNvPr id="40" name="グループ化 39">
                <a:extLst>
                  <a:ext uri="{FF2B5EF4-FFF2-40B4-BE49-F238E27FC236}">
                    <a16:creationId xmlns:a16="http://schemas.microsoft.com/office/drawing/2014/main" id="{DDBF02C8-8ECF-5E4E-D3BC-B7002FAFF181}"/>
                  </a:ext>
                </a:extLst>
              </p:cNvPr>
              <p:cNvGrpSpPr/>
              <p:nvPr/>
            </p:nvGrpSpPr>
            <p:grpSpPr>
              <a:xfrm>
                <a:off x="2494635" y="5432277"/>
                <a:ext cx="81400" cy="360968"/>
                <a:chOff x="2494635" y="5432277"/>
                <a:chExt cx="81400" cy="360968"/>
              </a:xfrm>
            </p:grpSpPr>
            <p:sp>
              <p:nvSpPr>
                <p:cNvPr id="44" name="楕円 43">
                  <a:extLst>
                    <a:ext uri="{FF2B5EF4-FFF2-40B4-BE49-F238E27FC236}">
                      <a16:creationId xmlns:a16="http://schemas.microsoft.com/office/drawing/2014/main" id="{D18097B5-000F-84F8-F089-1DA1095F0D4C}"/>
                    </a:ext>
                  </a:extLst>
                </p:cNvPr>
                <p:cNvSpPr/>
                <p:nvPr/>
              </p:nvSpPr>
              <p:spPr>
                <a:xfrm>
                  <a:off x="2494635" y="5432277"/>
                  <a:ext cx="81400" cy="81400"/>
                </a:xfrm>
                <a:prstGeom prst="ellipse">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5" name="楕円 44">
                  <a:extLst>
                    <a:ext uri="{FF2B5EF4-FFF2-40B4-BE49-F238E27FC236}">
                      <a16:creationId xmlns:a16="http://schemas.microsoft.com/office/drawing/2014/main" id="{7DF12B48-B75B-B9DB-6AB2-7FBB4057CE8E}"/>
                    </a:ext>
                  </a:extLst>
                </p:cNvPr>
                <p:cNvSpPr/>
                <p:nvPr/>
              </p:nvSpPr>
              <p:spPr>
                <a:xfrm>
                  <a:off x="2494635" y="5711845"/>
                  <a:ext cx="81400" cy="81400"/>
                </a:xfrm>
                <a:prstGeom prst="ellipse">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41" name="グループ化 40">
                <a:extLst>
                  <a:ext uri="{FF2B5EF4-FFF2-40B4-BE49-F238E27FC236}">
                    <a16:creationId xmlns:a16="http://schemas.microsoft.com/office/drawing/2014/main" id="{29819129-B6FA-E54F-9445-A323F79EE85E}"/>
                  </a:ext>
                </a:extLst>
              </p:cNvPr>
              <p:cNvGrpSpPr/>
              <p:nvPr/>
            </p:nvGrpSpPr>
            <p:grpSpPr>
              <a:xfrm>
                <a:off x="4377915" y="5432277"/>
                <a:ext cx="81400" cy="360968"/>
                <a:chOff x="2494635" y="5432277"/>
                <a:chExt cx="81400" cy="360968"/>
              </a:xfrm>
            </p:grpSpPr>
            <p:sp>
              <p:nvSpPr>
                <p:cNvPr id="42" name="楕円 41">
                  <a:extLst>
                    <a:ext uri="{FF2B5EF4-FFF2-40B4-BE49-F238E27FC236}">
                      <a16:creationId xmlns:a16="http://schemas.microsoft.com/office/drawing/2014/main" id="{2C554AC1-CB18-AD7D-89DD-57B14B9DD8D1}"/>
                    </a:ext>
                  </a:extLst>
                </p:cNvPr>
                <p:cNvSpPr/>
                <p:nvPr/>
              </p:nvSpPr>
              <p:spPr>
                <a:xfrm>
                  <a:off x="2494635" y="5432277"/>
                  <a:ext cx="81400" cy="81400"/>
                </a:xfrm>
                <a:prstGeom prst="ellipse">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3" name="楕円 42">
                  <a:extLst>
                    <a:ext uri="{FF2B5EF4-FFF2-40B4-BE49-F238E27FC236}">
                      <a16:creationId xmlns:a16="http://schemas.microsoft.com/office/drawing/2014/main" id="{74A0FD54-7B71-B788-1063-B0425042BC9A}"/>
                    </a:ext>
                  </a:extLst>
                </p:cNvPr>
                <p:cNvSpPr/>
                <p:nvPr/>
              </p:nvSpPr>
              <p:spPr>
                <a:xfrm>
                  <a:off x="2494635" y="5711845"/>
                  <a:ext cx="81400" cy="81400"/>
                </a:xfrm>
                <a:prstGeom prst="ellipse">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cxnSp>
          <p:nvCxnSpPr>
            <p:cNvPr id="37" name="コネクタ: カギ線 36">
              <a:extLst>
                <a:ext uri="{FF2B5EF4-FFF2-40B4-BE49-F238E27FC236}">
                  <a16:creationId xmlns:a16="http://schemas.microsoft.com/office/drawing/2014/main" id="{C365916A-4F80-68C7-07DB-1DA78E8BFD41}"/>
                </a:ext>
              </a:extLst>
            </p:cNvPr>
            <p:cNvCxnSpPr>
              <a:cxnSpLocks/>
              <a:stCxn id="43" idx="6"/>
              <a:endCxn id="35" idx="3"/>
            </p:cNvCxnSpPr>
            <p:nvPr/>
          </p:nvCxnSpPr>
          <p:spPr>
            <a:xfrm>
              <a:off x="4459315" y="5752545"/>
              <a:ext cx="12700" cy="617358"/>
            </a:xfrm>
            <a:prstGeom prst="bentConnector3">
              <a:avLst>
                <a:gd name="adj1" fmla="val 1800000"/>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38" name="コネクタ: カギ線 37">
              <a:extLst>
                <a:ext uri="{FF2B5EF4-FFF2-40B4-BE49-F238E27FC236}">
                  <a16:creationId xmlns:a16="http://schemas.microsoft.com/office/drawing/2014/main" id="{869C64B3-287F-1E30-041F-E29D1C6EDEE0}"/>
                </a:ext>
              </a:extLst>
            </p:cNvPr>
            <p:cNvCxnSpPr>
              <a:cxnSpLocks/>
              <a:stCxn id="35" idx="1"/>
              <a:endCxn id="45" idx="2"/>
            </p:cNvCxnSpPr>
            <p:nvPr/>
          </p:nvCxnSpPr>
          <p:spPr>
            <a:xfrm rot="10800000">
              <a:off x="2494635" y="5752545"/>
              <a:ext cx="12700" cy="617358"/>
            </a:xfrm>
            <a:prstGeom prst="bentConnector3">
              <a:avLst>
                <a:gd name="adj1" fmla="val 1800000"/>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grpSp>
      <p:grpSp>
        <p:nvGrpSpPr>
          <p:cNvPr id="60" name="グループ化 59">
            <a:extLst>
              <a:ext uri="{FF2B5EF4-FFF2-40B4-BE49-F238E27FC236}">
                <a16:creationId xmlns:a16="http://schemas.microsoft.com/office/drawing/2014/main" id="{252EDB6D-3F92-5866-386B-21A0C5882565}"/>
              </a:ext>
            </a:extLst>
          </p:cNvPr>
          <p:cNvGrpSpPr/>
          <p:nvPr/>
        </p:nvGrpSpPr>
        <p:grpSpPr>
          <a:xfrm>
            <a:off x="958660" y="2004040"/>
            <a:ext cx="4540351" cy="1406041"/>
            <a:chOff x="553755" y="4515920"/>
            <a:chExt cx="4540351" cy="1406041"/>
          </a:xfrm>
        </p:grpSpPr>
        <p:sp>
          <p:nvSpPr>
            <p:cNvPr id="13" name="テキスト ボックス 12">
              <a:extLst>
                <a:ext uri="{FF2B5EF4-FFF2-40B4-BE49-F238E27FC236}">
                  <a16:creationId xmlns:a16="http://schemas.microsoft.com/office/drawing/2014/main" id="{C6A15178-9A8E-3211-D879-8A51F7B4A41C}"/>
                </a:ext>
              </a:extLst>
            </p:cNvPr>
            <p:cNvSpPr txBox="1"/>
            <p:nvPr/>
          </p:nvSpPr>
          <p:spPr>
            <a:xfrm>
              <a:off x="911225" y="4515920"/>
              <a:ext cx="646331" cy="369332"/>
            </a:xfrm>
            <a:prstGeom prst="rect">
              <a:avLst/>
            </a:prstGeom>
            <a:noFill/>
          </p:spPr>
          <p:txBody>
            <a:bodyPr wrap="none" rtlCol="0">
              <a:spAutoFit/>
            </a:bodyPr>
            <a:lstStyle/>
            <a:p>
              <a:pPr algn="l"/>
              <a:r>
                <a:rPr kumimoji="1" lang="ja-JP" altLang="en-US" dirty="0">
                  <a:solidFill>
                    <a:schemeClr val="tx1">
                      <a:lumMod val="90000"/>
                      <a:lumOff val="10000"/>
                    </a:schemeClr>
                  </a:solidFill>
                </a:rPr>
                <a:t>入力</a:t>
              </a:r>
            </a:p>
          </p:txBody>
        </p:sp>
        <p:cxnSp>
          <p:nvCxnSpPr>
            <p:cNvPr id="14" name="直線矢印コネクタ 13">
              <a:extLst>
                <a:ext uri="{FF2B5EF4-FFF2-40B4-BE49-F238E27FC236}">
                  <a16:creationId xmlns:a16="http://schemas.microsoft.com/office/drawing/2014/main" id="{F678EDF8-8EDD-98B1-8216-7F51E25A7A5E}"/>
                </a:ext>
              </a:extLst>
            </p:cNvPr>
            <p:cNvCxnSpPr>
              <a:cxnSpLocks/>
              <a:stCxn id="13" idx="3"/>
              <a:endCxn id="26" idx="2"/>
            </p:cNvCxnSpPr>
            <p:nvPr/>
          </p:nvCxnSpPr>
          <p:spPr>
            <a:xfrm>
              <a:off x="1557556" y="4700586"/>
              <a:ext cx="565731"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5" name="テキスト ボックス 14">
              <a:extLst>
                <a:ext uri="{FF2B5EF4-FFF2-40B4-BE49-F238E27FC236}">
                  <a16:creationId xmlns:a16="http://schemas.microsoft.com/office/drawing/2014/main" id="{FE53396C-9725-8EC8-BB74-B2F29CEC2B25}"/>
                </a:ext>
              </a:extLst>
            </p:cNvPr>
            <p:cNvSpPr txBox="1"/>
            <p:nvPr/>
          </p:nvSpPr>
          <p:spPr>
            <a:xfrm>
              <a:off x="4447775" y="4515920"/>
              <a:ext cx="646331" cy="369332"/>
            </a:xfrm>
            <a:prstGeom prst="rect">
              <a:avLst/>
            </a:prstGeom>
            <a:noFill/>
          </p:spPr>
          <p:txBody>
            <a:bodyPr wrap="none" rtlCol="0">
              <a:spAutoFit/>
            </a:bodyPr>
            <a:lstStyle/>
            <a:p>
              <a:pPr algn="l"/>
              <a:r>
                <a:rPr kumimoji="1" lang="ja-JP" altLang="en-US" dirty="0">
                  <a:solidFill>
                    <a:schemeClr val="tx1">
                      <a:lumMod val="90000"/>
                      <a:lumOff val="10000"/>
                    </a:schemeClr>
                  </a:solidFill>
                </a:rPr>
                <a:t>出力</a:t>
              </a:r>
            </a:p>
          </p:txBody>
        </p:sp>
        <p:cxnSp>
          <p:nvCxnSpPr>
            <p:cNvPr id="16" name="直線矢印コネクタ 15">
              <a:extLst>
                <a:ext uri="{FF2B5EF4-FFF2-40B4-BE49-F238E27FC236}">
                  <a16:creationId xmlns:a16="http://schemas.microsoft.com/office/drawing/2014/main" id="{F91426EA-29E6-95A0-FEE1-1B90BB34A6BA}"/>
                </a:ext>
              </a:extLst>
            </p:cNvPr>
            <p:cNvCxnSpPr>
              <a:cxnSpLocks/>
              <a:stCxn id="24" idx="6"/>
              <a:endCxn id="15" idx="1"/>
            </p:cNvCxnSpPr>
            <p:nvPr/>
          </p:nvCxnSpPr>
          <p:spPr>
            <a:xfrm>
              <a:off x="4087967" y="4700586"/>
              <a:ext cx="359808"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grpSp>
          <p:nvGrpSpPr>
            <p:cNvPr id="49" name="グループ化 48">
              <a:extLst>
                <a:ext uri="{FF2B5EF4-FFF2-40B4-BE49-F238E27FC236}">
                  <a16:creationId xmlns:a16="http://schemas.microsoft.com/office/drawing/2014/main" id="{0356BA27-0D45-3BF5-8A94-33A4887452C7}"/>
                </a:ext>
              </a:extLst>
            </p:cNvPr>
            <p:cNvGrpSpPr/>
            <p:nvPr/>
          </p:nvGrpSpPr>
          <p:grpSpPr>
            <a:xfrm>
              <a:off x="2123287" y="4539056"/>
              <a:ext cx="1970430" cy="594177"/>
              <a:chOff x="2123287" y="4539056"/>
              <a:chExt cx="1970430" cy="594177"/>
            </a:xfrm>
          </p:grpSpPr>
          <p:sp>
            <p:nvSpPr>
              <p:cNvPr id="21" name="正方形/長方形 20">
                <a:extLst>
                  <a:ext uri="{FF2B5EF4-FFF2-40B4-BE49-F238E27FC236}">
                    <a16:creationId xmlns:a16="http://schemas.microsoft.com/office/drawing/2014/main" id="{D01C9066-52DC-6A02-BB2F-8895351A50FB}"/>
                  </a:ext>
                </a:extLst>
              </p:cNvPr>
              <p:cNvSpPr/>
              <p:nvPr/>
            </p:nvSpPr>
            <p:spPr>
              <a:xfrm>
                <a:off x="2129037" y="4539056"/>
                <a:ext cx="1964680" cy="594177"/>
              </a:xfrm>
              <a:prstGeom prst="rect">
                <a:avLst/>
              </a:prstGeom>
              <a:noFill/>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kumimoji="1" lang="ja-JP" altLang="en-US" dirty="0"/>
                  <a:t>組み合わせ回路</a:t>
                </a:r>
              </a:p>
            </p:txBody>
          </p:sp>
          <p:grpSp>
            <p:nvGrpSpPr>
              <p:cNvPr id="22" name="グループ化 21">
                <a:extLst>
                  <a:ext uri="{FF2B5EF4-FFF2-40B4-BE49-F238E27FC236}">
                    <a16:creationId xmlns:a16="http://schemas.microsoft.com/office/drawing/2014/main" id="{28E2466E-F0EE-279E-64E0-89FB69CCDB76}"/>
                  </a:ext>
                </a:extLst>
              </p:cNvPr>
              <p:cNvGrpSpPr/>
              <p:nvPr/>
            </p:nvGrpSpPr>
            <p:grpSpPr>
              <a:xfrm>
                <a:off x="2123287" y="4659886"/>
                <a:ext cx="81400" cy="360968"/>
                <a:chOff x="2494635" y="5432277"/>
                <a:chExt cx="81400" cy="360968"/>
              </a:xfrm>
            </p:grpSpPr>
            <p:sp>
              <p:nvSpPr>
                <p:cNvPr id="26" name="楕円 25">
                  <a:extLst>
                    <a:ext uri="{FF2B5EF4-FFF2-40B4-BE49-F238E27FC236}">
                      <a16:creationId xmlns:a16="http://schemas.microsoft.com/office/drawing/2014/main" id="{A24E330F-30C7-5992-9E9D-001D1393EFD3}"/>
                    </a:ext>
                  </a:extLst>
                </p:cNvPr>
                <p:cNvSpPr/>
                <p:nvPr/>
              </p:nvSpPr>
              <p:spPr>
                <a:xfrm>
                  <a:off x="2494635" y="5432277"/>
                  <a:ext cx="81400" cy="81400"/>
                </a:xfrm>
                <a:prstGeom prst="ellipse">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7" name="楕円 26">
                  <a:extLst>
                    <a:ext uri="{FF2B5EF4-FFF2-40B4-BE49-F238E27FC236}">
                      <a16:creationId xmlns:a16="http://schemas.microsoft.com/office/drawing/2014/main" id="{1B5886F0-6BBA-E02C-0840-E96A9EF3BD32}"/>
                    </a:ext>
                  </a:extLst>
                </p:cNvPr>
                <p:cNvSpPr/>
                <p:nvPr/>
              </p:nvSpPr>
              <p:spPr>
                <a:xfrm>
                  <a:off x="2494635" y="5711845"/>
                  <a:ext cx="81400" cy="81400"/>
                </a:xfrm>
                <a:prstGeom prst="ellipse">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23" name="グループ化 22">
                <a:extLst>
                  <a:ext uri="{FF2B5EF4-FFF2-40B4-BE49-F238E27FC236}">
                    <a16:creationId xmlns:a16="http://schemas.microsoft.com/office/drawing/2014/main" id="{CDDFD232-C8BB-BE94-D57C-0869E9E18ECC}"/>
                  </a:ext>
                </a:extLst>
              </p:cNvPr>
              <p:cNvGrpSpPr/>
              <p:nvPr/>
            </p:nvGrpSpPr>
            <p:grpSpPr>
              <a:xfrm>
                <a:off x="4006567" y="4659886"/>
                <a:ext cx="81400" cy="360968"/>
                <a:chOff x="2494635" y="5432277"/>
                <a:chExt cx="81400" cy="360968"/>
              </a:xfrm>
            </p:grpSpPr>
            <p:sp>
              <p:nvSpPr>
                <p:cNvPr id="24" name="楕円 23">
                  <a:extLst>
                    <a:ext uri="{FF2B5EF4-FFF2-40B4-BE49-F238E27FC236}">
                      <a16:creationId xmlns:a16="http://schemas.microsoft.com/office/drawing/2014/main" id="{65E6FE32-4C95-16BE-CC7F-C83BAF76255A}"/>
                    </a:ext>
                  </a:extLst>
                </p:cNvPr>
                <p:cNvSpPr/>
                <p:nvPr/>
              </p:nvSpPr>
              <p:spPr>
                <a:xfrm>
                  <a:off x="2494635" y="5432277"/>
                  <a:ext cx="81400" cy="81400"/>
                </a:xfrm>
                <a:prstGeom prst="ellipse">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楕円 24">
                  <a:extLst>
                    <a:ext uri="{FF2B5EF4-FFF2-40B4-BE49-F238E27FC236}">
                      <a16:creationId xmlns:a16="http://schemas.microsoft.com/office/drawing/2014/main" id="{2AF415A8-49BD-9353-C635-5F16E46D4467}"/>
                    </a:ext>
                  </a:extLst>
                </p:cNvPr>
                <p:cNvSpPr/>
                <p:nvPr/>
              </p:nvSpPr>
              <p:spPr>
                <a:xfrm>
                  <a:off x="2494635" y="5711845"/>
                  <a:ext cx="81400" cy="81400"/>
                </a:xfrm>
                <a:prstGeom prst="ellipse">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cxnSp>
          <p:nvCxnSpPr>
            <p:cNvPr id="19" name="コネクタ: カギ線 18">
              <a:extLst>
                <a:ext uri="{FF2B5EF4-FFF2-40B4-BE49-F238E27FC236}">
                  <a16:creationId xmlns:a16="http://schemas.microsoft.com/office/drawing/2014/main" id="{DC31C0EF-073A-C63C-5439-033FC191A54C}"/>
                </a:ext>
              </a:extLst>
            </p:cNvPr>
            <p:cNvCxnSpPr>
              <a:cxnSpLocks/>
              <a:stCxn id="25" idx="6"/>
              <a:endCxn id="17" idx="3"/>
            </p:cNvCxnSpPr>
            <p:nvPr/>
          </p:nvCxnSpPr>
          <p:spPr>
            <a:xfrm>
              <a:off x="4087967" y="4980154"/>
              <a:ext cx="12700" cy="617358"/>
            </a:xfrm>
            <a:prstGeom prst="bentConnector3">
              <a:avLst>
                <a:gd name="adj1" fmla="val 1800000"/>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0" name="コネクタ: カギ線 19">
              <a:extLst>
                <a:ext uri="{FF2B5EF4-FFF2-40B4-BE49-F238E27FC236}">
                  <a16:creationId xmlns:a16="http://schemas.microsoft.com/office/drawing/2014/main" id="{BC87AA76-7D4A-CD26-1746-03A39148ECD9}"/>
                </a:ext>
              </a:extLst>
            </p:cNvPr>
            <p:cNvCxnSpPr>
              <a:cxnSpLocks/>
              <a:stCxn id="47" idx="2"/>
              <a:endCxn id="27" idx="2"/>
            </p:cNvCxnSpPr>
            <p:nvPr/>
          </p:nvCxnSpPr>
          <p:spPr>
            <a:xfrm rot="10800000" flipH="1">
              <a:off x="2118207" y="4980155"/>
              <a:ext cx="5080" cy="477573"/>
            </a:xfrm>
            <a:prstGeom prst="bentConnector3">
              <a:avLst>
                <a:gd name="adj1" fmla="val -4500000"/>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grpSp>
          <p:nvGrpSpPr>
            <p:cNvPr id="52" name="グループ化 51">
              <a:extLst>
                <a:ext uri="{FF2B5EF4-FFF2-40B4-BE49-F238E27FC236}">
                  <a16:creationId xmlns:a16="http://schemas.microsoft.com/office/drawing/2014/main" id="{B6EB943C-B210-0A7F-FD93-3FF7A0147A5D}"/>
                </a:ext>
              </a:extLst>
            </p:cNvPr>
            <p:cNvGrpSpPr/>
            <p:nvPr/>
          </p:nvGrpSpPr>
          <p:grpSpPr>
            <a:xfrm>
              <a:off x="2118207" y="5300423"/>
              <a:ext cx="1969760" cy="594177"/>
              <a:chOff x="2118207" y="5300423"/>
              <a:chExt cx="1969760" cy="594177"/>
            </a:xfrm>
          </p:grpSpPr>
          <p:sp>
            <p:nvSpPr>
              <p:cNvPr id="17" name="正方形/長方形 16">
                <a:extLst>
                  <a:ext uri="{FF2B5EF4-FFF2-40B4-BE49-F238E27FC236}">
                    <a16:creationId xmlns:a16="http://schemas.microsoft.com/office/drawing/2014/main" id="{BDDACF23-3059-8BC2-D503-5941E32B3CD7}"/>
                  </a:ext>
                </a:extLst>
              </p:cNvPr>
              <p:cNvSpPr/>
              <p:nvPr/>
            </p:nvSpPr>
            <p:spPr>
              <a:xfrm>
                <a:off x="2123287" y="5300423"/>
                <a:ext cx="1964680" cy="594177"/>
              </a:xfrm>
              <a:prstGeom prst="rect">
                <a:avLst/>
              </a:prstGeom>
              <a:noFill/>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kumimoji="1" lang="ja-JP" altLang="en-US" dirty="0"/>
                  <a:t>フリップフロップ</a:t>
                </a:r>
              </a:p>
            </p:txBody>
          </p:sp>
          <p:sp>
            <p:nvSpPr>
              <p:cNvPr id="47" name="楕円 46">
                <a:extLst>
                  <a:ext uri="{FF2B5EF4-FFF2-40B4-BE49-F238E27FC236}">
                    <a16:creationId xmlns:a16="http://schemas.microsoft.com/office/drawing/2014/main" id="{29329D74-2407-E934-85A2-524E66DDC05C}"/>
                  </a:ext>
                </a:extLst>
              </p:cNvPr>
              <p:cNvSpPr/>
              <p:nvPr/>
            </p:nvSpPr>
            <p:spPr>
              <a:xfrm>
                <a:off x="2118207" y="5417027"/>
                <a:ext cx="81400" cy="81400"/>
              </a:xfrm>
              <a:prstGeom prst="ellipse">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8" name="二等辺三角形 47">
                <a:extLst>
                  <a:ext uri="{FF2B5EF4-FFF2-40B4-BE49-F238E27FC236}">
                    <a16:creationId xmlns:a16="http://schemas.microsoft.com/office/drawing/2014/main" id="{B89484C4-C152-037D-7553-3BD666618869}"/>
                  </a:ext>
                </a:extLst>
              </p:cNvPr>
              <p:cNvSpPr/>
              <p:nvPr/>
            </p:nvSpPr>
            <p:spPr>
              <a:xfrm rot="5400000">
                <a:off x="2094877" y="5696595"/>
                <a:ext cx="149720" cy="81400"/>
              </a:xfrm>
              <a:prstGeom prst="triangle">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53" name="テキスト ボックス 52">
              <a:extLst>
                <a:ext uri="{FF2B5EF4-FFF2-40B4-BE49-F238E27FC236}">
                  <a16:creationId xmlns:a16="http://schemas.microsoft.com/office/drawing/2014/main" id="{82DF9AE4-621A-3212-D89E-74FD2638936E}"/>
                </a:ext>
              </a:extLst>
            </p:cNvPr>
            <p:cNvSpPr txBox="1"/>
            <p:nvPr/>
          </p:nvSpPr>
          <p:spPr>
            <a:xfrm>
              <a:off x="553755" y="5552629"/>
              <a:ext cx="1003801" cy="369332"/>
            </a:xfrm>
            <a:prstGeom prst="rect">
              <a:avLst/>
            </a:prstGeom>
            <a:noFill/>
          </p:spPr>
          <p:txBody>
            <a:bodyPr wrap="none" rtlCol="0">
              <a:spAutoFit/>
            </a:bodyPr>
            <a:lstStyle/>
            <a:p>
              <a:pPr algn="l"/>
              <a:r>
                <a:rPr lang="ja-JP" altLang="en-US" dirty="0">
                  <a:solidFill>
                    <a:schemeClr val="tx1">
                      <a:lumMod val="90000"/>
                      <a:lumOff val="10000"/>
                    </a:schemeClr>
                  </a:solidFill>
                </a:rPr>
                <a:t>クロック</a:t>
              </a:r>
              <a:endParaRPr kumimoji="1" lang="ja-JP" altLang="en-US" dirty="0">
                <a:solidFill>
                  <a:schemeClr val="tx1">
                    <a:lumMod val="90000"/>
                    <a:lumOff val="10000"/>
                  </a:schemeClr>
                </a:solidFill>
              </a:endParaRPr>
            </a:p>
          </p:txBody>
        </p:sp>
        <p:cxnSp>
          <p:nvCxnSpPr>
            <p:cNvPr id="54" name="直線矢印コネクタ 53">
              <a:extLst>
                <a:ext uri="{FF2B5EF4-FFF2-40B4-BE49-F238E27FC236}">
                  <a16:creationId xmlns:a16="http://schemas.microsoft.com/office/drawing/2014/main" id="{245145AE-C2B7-788E-2F8E-D9C5C7FBCDFE}"/>
                </a:ext>
              </a:extLst>
            </p:cNvPr>
            <p:cNvCxnSpPr>
              <a:cxnSpLocks/>
              <a:stCxn id="53" idx="3"/>
              <a:endCxn id="48" idx="3"/>
            </p:cNvCxnSpPr>
            <p:nvPr/>
          </p:nvCxnSpPr>
          <p:spPr>
            <a:xfrm>
              <a:off x="1557556" y="5737295"/>
              <a:ext cx="571481"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grpSp>
      <p:sp>
        <p:nvSpPr>
          <p:cNvPr id="65" name="平行四辺形 64">
            <a:extLst>
              <a:ext uri="{FF2B5EF4-FFF2-40B4-BE49-F238E27FC236}">
                <a16:creationId xmlns:a16="http://schemas.microsoft.com/office/drawing/2014/main" id="{16C9548D-E9E3-CA89-501A-1E6F405D7D41}"/>
              </a:ext>
            </a:extLst>
          </p:cNvPr>
          <p:cNvSpPr/>
          <p:nvPr/>
        </p:nvSpPr>
        <p:spPr>
          <a:xfrm>
            <a:off x="521547" y="3759198"/>
            <a:ext cx="2462973" cy="165945"/>
          </a:xfrm>
          <a:prstGeom prst="parallelogram">
            <a:avLst>
              <a:gd name="adj" fmla="val 57653"/>
            </a:avLst>
          </a:prstGeom>
          <a:solidFill>
            <a:srgbClr val="BFE4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1" name="テキスト ボックス 60">
            <a:extLst>
              <a:ext uri="{FF2B5EF4-FFF2-40B4-BE49-F238E27FC236}">
                <a16:creationId xmlns:a16="http://schemas.microsoft.com/office/drawing/2014/main" id="{310DBA70-D027-03DC-8E34-C62B6AB2ADEC}"/>
              </a:ext>
            </a:extLst>
          </p:cNvPr>
          <p:cNvSpPr txBox="1"/>
          <p:nvPr/>
        </p:nvSpPr>
        <p:spPr>
          <a:xfrm>
            <a:off x="722724" y="3525033"/>
            <a:ext cx="1048685" cy="400110"/>
          </a:xfrm>
          <a:prstGeom prst="rect">
            <a:avLst/>
          </a:prstGeom>
          <a:noFill/>
        </p:spPr>
        <p:txBody>
          <a:bodyPr wrap="none" rtlCol="0">
            <a:spAutoFit/>
          </a:bodyPr>
          <a:lstStyle/>
          <a:p>
            <a:pPr algn="l"/>
            <a:r>
              <a:rPr lang="ja-JP" altLang="en-US" sz="2000" dirty="0">
                <a:solidFill>
                  <a:schemeClr val="tx1">
                    <a:lumMod val="90000"/>
                    <a:lumOff val="10000"/>
                  </a:schemeClr>
                </a:solidFill>
              </a:rPr>
              <a:t>メリット</a:t>
            </a:r>
            <a:endParaRPr kumimoji="1" lang="ja-JP" altLang="en-US" sz="2000" dirty="0">
              <a:solidFill>
                <a:schemeClr val="tx1">
                  <a:lumMod val="90000"/>
                  <a:lumOff val="10000"/>
                </a:schemeClr>
              </a:solidFill>
            </a:endParaRPr>
          </a:p>
        </p:txBody>
      </p:sp>
      <p:sp>
        <p:nvSpPr>
          <p:cNvPr id="66" name="平行四辺形 65">
            <a:extLst>
              <a:ext uri="{FF2B5EF4-FFF2-40B4-BE49-F238E27FC236}">
                <a16:creationId xmlns:a16="http://schemas.microsoft.com/office/drawing/2014/main" id="{AED566DF-6A59-40A0-AE47-0A4E93E5CEBE}"/>
              </a:ext>
            </a:extLst>
          </p:cNvPr>
          <p:cNvSpPr/>
          <p:nvPr/>
        </p:nvSpPr>
        <p:spPr>
          <a:xfrm>
            <a:off x="521547" y="5002711"/>
            <a:ext cx="2462973" cy="165945"/>
          </a:xfrm>
          <a:prstGeom prst="parallelogram">
            <a:avLst>
              <a:gd name="adj" fmla="val 57653"/>
            </a:avLst>
          </a:prstGeom>
          <a:solidFill>
            <a:srgbClr val="BFE4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7" name="テキスト ボックス 66">
            <a:extLst>
              <a:ext uri="{FF2B5EF4-FFF2-40B4-BE49-F238E27FC236}">
                <a16:creationId xmlns:a16="http://schemas.microsoft.com/office/drawing/2014/main" id="{F34ADE8E-67E9-5948-23F2-AEB776040288}"/>
              </a:ext>
            </a:extLst>
          </p:cNvPr>
          <p:cNvSpPr txBox="1"/>
          <p:nvPr/>
        </p:nvSpPr>
        <p:spPr>
          <a:xfrm>
            <a:off x="722724" y="4768546"/>
            <a:ext cx="1305165" cy="400110"/>
          </a:xfrm>
          <a:prstGeom prst="rect">
            <a:avLst/>
          </a:prstGeom>
          <a:noFill/>
        </p:spPr>
        <p:txBody>
          <a:bodyPr wrap="none" rtlCol="0">
            <a:spAutoFit/>
          </a:bodyPr>
          <a:lstStyle/>
          <a:p>
            <a:pPr algn="l"/>
            <a:r>
              <a:rPr lang="ja-JP" altLang="en-US" sz="2000" dirty="0">
                <a:solidFill>
                  <a:schemeClr val="tx1">
                    <a:lumMod val="90000"/>
                    <a:lumOff val="10000"/>
                  </a:schemeClr>
                </a:solidFill>
              </a:rPr>
              <a:t>デメリット</a:t>
            </a:r>
            <a:endParaRPr kumimoji="1" lang="ja-JP" altLang="en-US" sz="2000" dirty="0">
              <a:solidFill>
                <a:schemeClr val="tx1">
                  <a:lumMod val="90000"/>
                  <a:lumOff val="10000"/>
                </a:schemeClr>
              </a:solidFill>
            </a:endParaRPr>
          </a:p>
        </p:txBody>
      </p:sp>
      <p:sp>
        <p:nvSpPr>
          <p:cNvPr id="68" name="テキスト ボックス 67">
            <a:extLst>
              <a:ext uri="{FF2B5EF4-FFF2-40B4-BE49-F238E27FC236}">
                <a16:creationId xmlns:a16="http://schemas.microsoft.com/office/drawing/2014/main" id="{7B065836-31B8-1AFD-53D7-9370CCD811AD}"/>
              </a:ext>
            </a:extLst>
          </p:cNvPr>
          <p:cNvSpPr txBox="1"/>
          <p:nvPr/>
        </p:nvSpPr>
        <p:spPr>
          <a:xfrm>
            <a:off x="707012" y="4040095"/>
            <a:ext cx="5002908" cy="646331"/>
          </a:xfrm>
          <a:prstGeom prst="rect">
            <a:avLst/>
          </a:prstGeom>
          <a:noFill/>
        </p:spPr>
        <p:txBody>
          <a:bodyPr wrap="square" rtlCol="0">
            <a:spAutoFit/>
          </a:bodyPr>
          <a:lstStyle/>
          <a:p>
            <a:pPr algn="l"/>
            <a:r>
              <a:rPr kumimoji="1" lang="ja-JP" altLang="en-US" dirty="0">
                <a:solidFill>
                  <a:schemeClr val="tx1">
                    <a:lumMod val="90000"/>
                    <a:lumOff val="10000"/>
                  </a:schemeClr>
                </a:solidFill>
              </a:rPr>
              <a:t>組み合わせ回路の変化が収束した定常状態のみ扱うので設計が簡単</a:t>
            </a:r>
          </a:p>
        </p:txBody>
      </p:sp>
      <p:sp>
        <p:nvSpPr>
          <p:cNvPr id="69" name="テキスト ボックス 68">
            <a:extLst>
              <a:ext uri="{FF2B5EF4-FFF2-40B4-BE49-F238E27FC236}">
                <a16:creationId xmlns:a16="http://schemas.microsoft.com/office/drawing/2014/main" id="{C429BBA3-59B5-8D00-ED45-84D2ACDED179}"/>
              </a:ext>
            </a:extLst>
          </p:cNvPr>
          <p:cNvSpPr txBox="1"/>
          <p:nvPr/>
        </p:nvSpPr>
        <p:spPr>
          <a:xfrm>
            <a:off x="707012" y="5324869"/>
            <a:ext cx="5002908" cy="646331"/>
          </a:xfrm>
          <a:prstGeom prst="rect">
            <a:avLst/>
          </a:prstGeom>
          <a:noFill/>
        </p:spPr>
        <p:txBody>
          <a:bodyPr wrap="square" rtlCol="0">
            <a:spAutoFit/>
          </a:bodyPr>
          <a:lstStyle/>
          <a:p>
            <a:pPr algn="l"/>
            <a:r>
              <a:rPr kumimoji="1" lang="ja-JP" altLang="en-US" dirty="0">
                <a:solidFill>
                  <a:schemeClr val="tx1">
                    <a:lumMod val="90000"/>
                    <a:lumOff val="10000"/>
                  </a:schemeClr>
                </a:solidFill>
              </a:rPr>
              <a:t>クロックパルスの周期より変化の早い信号は扱えない</a:t>
            </a:r>
          </a:p>
        </p:txBody>
      </p:sp>
      <p:sp>
        <p:nvSpPr>
          <p:cNvPr id="70" name="平行四辺形 69">
            <a:extLst>
              <a:ext uri="{FF2B5EF4-FFF2-40B4-BE49-F238E27FC236}">
                <a16:creationId xmlns:a16="http://schemas.microsoft.com/office/drawing/2014/main" id="{45D6D26D-EC40-CB27-6E80-F12A5E1B3898}"/>
              </a:ext>
            </a:extLst>
          </p:cNvPr>
          <p:cNvSpPr/>
          <p:nvPr/>
        </p:nvSpPr>
        <p:spPr>
          <a:xfrm>
            <a:off x="6616339" y="3759198"/>
            <a:ext cx="2462973" cy="165945"/>
          </a:xfrm>
          <a:prstGeom prst="parallelogram">
            <a:avLst>
              <a:gd name="adj" fmla="val 57653"/>
            </a:avLst>
          </a:prstGeom>
          <a:solidFill>
            <a:srgbClr val="BFE4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1" name="テキスト ボックス 70">
            <a:extLst>
              <a:ext uri="{FF2B5EF4-FFF2-40B4-BE49-F238E27FC236}">
                <a16:creationId xmlns:a16="http://schemas.microsoft.com/office/drawing/2014/main" id="{119D088D-1645-DBC6-FF10-2518BC5EAA53}"/>
              </a:ext>
            </a:extLst>
          </p:cNvPr>
          <p:cNvSpPr txBox="1"/>
          <p:nvPr/>
        </p:nvSpPr>
        <p:spPr>
          <a:xfrm>
            <a:off x="6801804" y="3525033"/>
            <a:ext cx="1048685" cy="400110"/>
          </a:xfrm>
          <a:prstGeom prst="rect">
            <a:avLst/>
          </a:prstGeom>
          <a:noFill/>
        </p:spPr>
        <p:txBody>
          <a:bodyPr wrap="none" rtlCol="0">
            <a:spAutoFit/>
          </a:bodyPr>
          <a:lstStyle/>
          <a:p>
            <a:pPr algn="l"/>
            <a:r>
              <a:rPr lang="ja-JP" altLang="en-US" sz="2000" dirty="0">
                <a:solidFill>
                  <a:schemeClr val="tx1">
                    <a:lumMod val="90000"/>
                    <a:lumOff val="10000"/>
                  </a:schemeClr>
                </a:solidFill>
              </a:rPr>
              <a:t>メリット</a:t>
            </a:r>
            <a:endParaRPr kumimoji="1" lang="ja-JP" altLang="en-US" sz="2000" dirty="0">
              <a:solidFill>
                <a:schemeClr val="tx1">
                  <a:lumMod val="90000"/>
                  <a:lumOff val="10000"/>
                </a:schemeClr>
              </a:solidFill>
            </a:endParaRPr>
          </a:p>
        </p:txBody>
      </p:sp>
      <p:sp>
        <p:nvSpPr>
          <p:cNvPr id="72" name="平行四辺形 71">
            <a:extLst>
              <a:ext uri="{FF2B5EF4-FFF2-40B4-BE49-F238E27FC236}">
                <a16:creationId xmlns:a16="http://schemas.microsoft.com/office/drawing/2014/main" id="{1D8FACCA-B105-F146-1C04-706A2CB70465}"/>
              </a:ext>
            </a:extLst>
          </p:cNvPr>
          <p:cNvSpPr/>
          <p:nvPr/>
        </p:nvSpPr>
        <p:spPr>
          <a:xfrm>
            <a:off x="6616339" y="5002711"/>
            <a:ext cx="2462973" cy="165945"/>
          </a:xfrm>
          <a:prstGeom prst="parallelogram">
            <a:avLst>
              <a:gd name="adj" fmla="val 57653"/>
            </a:avLst>
          </a:prstGeom>
          <a:solidFill>
            <a:srgbClr val="BFE4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3" name="テキスト ボックス 72">
            <a:extLst>
              <a:ext uri="{FF2B5EF4-FFF2-40B4-BE49-F238E27FC236}">
                <a16:creationId xmlns:a16="http://schemas.microsoft.com/office/drawing/2014/main" id="{ED99BC27-7AC0-87A7-60DD-59445D01B3BB}"/>
              </a:ext>
            </a:extLst>
          </p:cNvPr>
          <p:cNvSpPr txBox="1"/>
          <p:nvPr/>
        </p:nvSpPr>
        <p:spPr>
          <a:xfrm>
            <a:off x="6801804" y="4768546"/>
            <a:ext cx="1305165" cy="400110"/>
          </a:xfrm>
          <a:prstGeom prst="rect">
            <a:avLst/>
          </a:prstGeom>
          <a:noFill/>
        </p:spPr>
        <p:txBody>
          <a:bodyPr wrap="none" rtlCol="0">
            <a:spAutoFit/>
          </a:bodyPr>
          <a:lstStyle/>
          <a:p>
            <a:pPr algn="l"/>
            <a:r>
              <a:rPr lang="ja-JP" altLang="en-US" sz="2000" dirty="0">
                <a:solidFill>
                  <a:schemeClr val="tx1">
                    <a:lumMod val="90000"/>
                    <a:lumOff val="10000"/>
                  </a:schemeClr>
                </a:solidFill>
              </a:rPr>
              <a:t>デメリット</a:t>
            </a:r>
            <a:endParaRPr kumimoji="1" lang="ja-JP" altLang="en-US" sz="2000" dirty="0">
              <a:solidFill>
                <a:schemeClr val="tx1">
                  <a:lumMod val="90000"/>
                  <a:lumOff val="10000"/>
                </a:schemeClr>
              </a:solidFill>
            </a:endParaRPr>
          </a:p>
        </p:txBody>
      </p:sp>
      <p:sp>
        <p:nvSpPr>
          <p:cNvPr id="74" name="テキスト ボックス 73">
            <a:extLst>
              <a:ext uri="{FF2B5EF4-FFF2-40B4-BE49-F238E27FC236}">
                <a16:creationId xmlns:a16="http://schemas.microsoft.com/office/drawing/2014/main" id="{E413A2BA-58FB-6D8E-F758-AD72570C5E61}"/>
              </a:ext>
            </a:extLst>
          </p:cNvPr>
          <p:cNvSpPr txBox="1"/>
          <p:nvPr/>
        </p:nvSpPr>
        <p:spPr>
          <a:xfrm>
            <a:off x="6801804" y="4040095"/>
            <a:ext cx="5002908" cy="646331"/>
          </a:xfrm>
          <a:prstGeom prst="rect">
            <a:avLst/>
          </a:prstGeom>
          <a:noFill/>
        </p:spPr>
        <p:txBody>
          <a:bodyPr wrap="square" rtlCol="0">
            <a:spAutoFit/>
          </a:bodyPr>
          <a:lstStyle/>
          <a:p>
            <a:pPr algn="l"/>
            <a:r>
              <a:rPr kumimoji="1" lang="ja-JP" altLang="en-US" dirty="0">
                <a:solidFill>
                  <a:schemeClr val="tx1">
                    <a:lumMod val="90000"/>
                    <a:lumOff val="10000"/>
                  </a:schemeClr>
                </a:solidFill>
              </a:rPr>
              <a:t>処理速度は素子の動作限界で決まるので高速になりやすい</a:t>
            </a:r>
          </a:p>
        </p:txBody>
      </p:sp>
      <p:sp>
        <p:nvSpPr>
          <p:cNvPr id="75" name="テキスト ボックス 74">
            <a:extLst>
              <a:ext uri="{FF2B5EF4-FFF2-40B4-BE49-F238E27FC236}">
                <a16:creationId xmlns:a16="http://schemas.microsoft.com/office/drawing/2014/main" id="{61995695-CF88-C1B4-E22B-3BCEFD069C8C}"/>
              </a:ext>
            </a:extLst>
          </p:cNvPr>
          <p:cNvSpPr txBox="1"/>
          <p:nvPr/>
        </p:nvSpPr>
        <p:spPr>
          <a:xfrm>
            <a:off x="6801804" y="5324869"/>
            <a:ext cx="5002908" cy="646331"/>
          </a:xfrm>
          <a:prstGeom prst="rect">
            <a:avLst/>
          </a:prstGeom>
          <a:noFill/>
        </p:spPr>
        <p:txBody>
          <a:bodyPr wrap="square" rtlCol="0">
            <a:spAutoFit/>
          </a:bodyPr>
          <a:lstStyle/>
          <a:p>
            <a:pPr algn="l"/>
            <a:r>
              <a:rPr kumimoji="1" lang="ja-JP" altLang="en-US" dirty="0">
                <a:solidFill>
                  <a:schemeClr val="tx1">
                    <a:lumMod val="90000"/>
                    <a:lumOff val="10000"/>
                  </a:schemeClr>
                </a:solidFill>
              </a:rPr>
              <a:t>組み合わせ回路の過渡的な状態で誤動作を起こすので設計が困難</a:t>
            </a:r>
          </a:p>
        </p:txBody>
      </p:sp>
      <p:sp>
        <p:nvSpPr>
          <p:cNvPr id="76" name="テキスト ボックス 75">
            <a:extLst>
              <a:ext uri="{FF2B5EF4-FFF2-40B4-BE49-F238E27FC236}">
                <a16:creationId xmlns:a16="http://schemas.microsoft.com/office/drawing/2014/main" id="{E96FFE0D-F849-E4C7-E018-28BE478C8693}"/>
              </a:ext>
            </a:extLst>
          </p:cNvPr>
          <p:cNvSpPr txBox="1"/>
          <p:nvPr/>
        </p:nvSpPr>
        <p:spPr>
          <a:xfrm>
            <a:off x="2856170" y="6246224"/>
            <a:ext cx="6479659" cy="461665"/>
          </a:xfrm>
          <a:prstGeom prst="rect">
            <a:avLst/>
          </a:prstGeom>
          <a:solidFill>
            <a:schemeClr val="accent2">
              <a:lumMod val="40000"/>
              <a:lumOff val="60000"/>
            </a:schemeClr>
          </a:solidFill>
        </p:spPr>
        <p:txBody>
          <a:bodyPr wrap="none" rtlCol="0">
            <a:spAutoFit/>
          </a:bodyPr>
          <a:lstStyle/>
          <a:p>
            <a:pPr algn="l"/>
            <a:r>
              <a:rPr kumimoji="1" lang="en-US" altLang="ja-JP" sz="2400" dirty="0">
                <a:solidFill>
                  <a:schemeClr val="tx1">
                    <a:lumMod val="90000"/>
                    <a:lumOff val="10000"/>
                  </a:schemeClr>
                </a:solidFill>
              </a:rPr>
              <a:t>FPGA</a:t>
            </a:r>
            <a:r>
              <a:rPr kumimoji="1" lang="ja-JP" altLang="en-US" sz="2400" dirty="0">
                <a:solidFill>
                  <a:schemeClr val="tx1">
                    <a:lumMod val="90000"/>
                    <a:lumOff val="10000"/>
                  </a:schemeClr>
                </a:solidFill>
              </a:rPr>
              <a:t>は同期式順序回路を前提とした回路構成</a:t>
            </a:r>
          </a:p>
        </p:txBody>
      </p:sp>
    </p:spTree>
    <p:extLst>
      <p:ext uri="{BB962C8B-B14F-4D97-AF65-F5344CB8AC3E}">
        <p14:creationId xmlns:p14="http://schemas.microsoft.com/office/powerpoint/2010/main" val="288865581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3AE4DC3-133E-A1AD-F8D8-8039AA761FA5}"/>
              </a:ext>
            </a:extLst>
          </p:cNvPr>
          <p:cNvSpPr>
            <a:spLocks noGrp="1"/>
          </p:cNvSpPr>
          <p:nvPr>
            <p:ph type="title"/>
          </p:nvPr>
        </p:nvSpPr>
        <p:spPr/>
        <p:txBody>
          <a:bodyPr/>
          <a:lstStyle/>
          <a:p>
            <a:r>
              <a:rPr kumimoji="1" lang="en-US" altLang="ja-JP" dirty="0"/>
              <a:t>Δ</a:t>
            </a:r>
            <a:r>
              <a:rPr kumimoji="1" lang="ja-JP" altLang="en-US" dirty="0"/>
              <a:t>変調器をもう少し考える</a:t>
            </a:r>
          </a:p>
        </p:txBody>
      </p:sp>
      <p:sp>
        <p:nvSpPr>
          <p:cNvPr id="3" name="スライド番号プレースホルダー 2">
            <a:extLst>
              <a:ext uri="{FF2B5EF4-FFF2-40B4-BE49-F238E27FC236}">
                <a16:creationId xmlns:a16="http://schemas.microsoft.com/office/drawing/2014/main" id="{03182342-7B00-ACF4-6485-9BFE75C52F27}"/>
              </a:ext>
            </a:extLst>
          </p:cNvPr>
          <p:cNvSpPr>
            <a:spLocks noGrp="1"/>
          </p:cNvSpPr>
          <p:nvPr>
            <p:ph type="sldNum" sz="quarter" idx="12"/>
          </p:nvPr>
        </p:nvSpPr>
        <p:spPr/>
        <p:txBody>
          <a:bodyPr/>
          <a:lstStyle/>
          <a:p>
            <a:fld id="{336D103E-743F-4B05-B1B2-74D6FB9408BE}" type="slidenum">
              <a:rPr kumimoji="1" lang="ja-JP" altLang="en-US" smtClean="0"/>
              <a:t>43</a:t>
            </a:fld>
            <a:endParaRPr kumimoji="1" lang="ja-JP" altLang="en-US"/>
          </a:p>
        </p:txBody>
      </p:sp>
      <mc:AlternateContent xmlns:mc="http://schemas.openxmlformats.org/markup-compatibility/2006" xmlns:a14="http://schemas.microsoft.com/office/drawing/2010/main">
        <mc:Choice Requires="a14">
          <p:sp>
            <p:nvSpPr>
              <p:cNvPr id="55" name="テキスト ボックス 54">
                <a:extLst>
                  <a:ext uri="{FF2B5EF4-FFF2-40B4-BE49-F238E27FC236}">
                    <a16:creationId xmlns:a16="http://schemas.microsoft.com/office/drawing/2014/main" id="{8DEF6917-68C3-45A7-2F21-4C49EDE6B529}"/>
                  </a:ext>
                </a:extLst>
              </p:cNvPr>
              <p:cNvSpPr txBox="1"/>
              <p:nvPr/>
            </p:nvSpPr>
            <p:spPr>
              <a:xfrm>
                <a:off x="506199" y="2951763"/>
                <a:ext cx="269112" cy="369332"/>
              </a:xfrm>
              <a:prstGeom prst="rect">
                <a:avLst/>
              </a:prstGeom>
              <a:noFill/>
            </p:spPr>
            <p:txBody>
              <a:bodyPr wrap="square" lIns="0" tIns="0" rIns="0" bIns="0" rtlCol="0">
                <a:spAutoFit/>
              </a:bodyPr>
              <a:lstStyle/>
              <a:p>
                <a:pPr algn="l"/>
                <a14:m>
                  <m:oMathPara xmlns:m="http://schemas.openxmlformats.org/officeDocument/2006/math">
                    <m:oMath>
                      <m:r>
                        <a:rPr kumimoji="1" lang="en-US" altLang="ja-JP" sz="2400" b="0" i="1" smtClean="0">
                          <a:solidFill>
                            <a:schemeClr val="tx1">
                              <a:lumMod val="90000"/>
                              <a:lumOff val="10000"/>
                            </a:schemeClr>
                          </a:solidFill>
                          <a:latin typeface="Cambria Math" panose="02040503050406030204" pitchFamily="18" charset="0"/>
                        </a:rPr>
                        <m:t>𝑢</m:t>
                      </m:r>
                    </m:oMath>
                  </m:oMathPara>
                </a14:m>
                <a:endParaRPr kumimoji="1" lang="ja-JP" altLang="en-US" sz="2400" dirty="0">
                  <a:solidFill>
                    <a:schemeClr val="tx1">
                      <a:lumMod val="90000"/>
                      <a:lumOff val="10000"/>
                    </a:schemeClr>
                  </a:solidFill>
                </a:endParaRPr>
              </a:p>
            </p:txBody>
          </p:sp>
        </mc:Choice>
        <mc:Fallback xmlns="">
          <p:sp>
            <p:nvSpPr>
              <p:cNvPr id="55" name="テキスト ボックス 54">
                <a:extLst>
                  <a:ext uri="{FF2B5EF4-FFF2-40B4-BE49-F238E27FC236}">
                    <a16:creationId xmlns:a16="http://schemas.microsoft.com/office/drawing/2014/main" id="{8DEF6917-68C3-45A7-2F21-4C49EDE6B529}"/>
                  </a:ext>
                </a:extLst>
              </p:cNvPr>
              <p:cNvSpPr txBox="1">
                <a:spLocks noRot="1" noChangeAspect="1" noMove="1" noResize="1" noEditPoints="1" noAdjustHandles="1" noChangeArrowheads="1" noChangeShapeType="1" noTextEdit="1"/>
              </p:cNvSpPr>
              <p:nvPr/>
            </p:nvSpPr>
            <p:spPr>
              <a:xfrm>
                <a:off x="506199" y="2951763"/>
                <a:ext cx="269112" cy="369332"/>
              </a:xfrm>
              <a:prstGeom prst="rect">
                <a:avLst/>
              </a:prstGeom>
              <a:blipFill>
                <a:blip r:embed="rId2"/>
                <a:stretch>
                  <a:fillRect l="-11364" r="-11364" b="-1639"/>
                </a:stretch>
              </a:blipFill>
            </p:spPr>
            <p:txBody>
              <a:bodyPr/>
              <a:lstStyle/>
              <a:p>
                <a:r>
                  <a:rPr lang="ja-JP" altLang="en-US">
                    <a:noFill/>
                  </a:rPr>
                  <a:t> </a:t>
                </a:r>
              </a:p>
            </p:txBody>
          </p:sp>
        </mc:Fallback>
      </mc:AlternateContent>
      <p:cxnSp>
        <p:nvCxnSpPr>
          <p:cNvPr id="56" name="直線コネクタ 55">
            <a:extLst>
              <a:ext uri="{FF2B5EF4-FFF2-40B4-BE49-F238E27FC236}">
                <a16:creationId xmlns:a16="http://schemas.microsoft.com/office/drawing/2014/main" id="{EA9A50F0-8CB9-6351-95EF-C08F48F8725E}"/>
              </a:ext>
            </a:extLst>
          </p:cNvPr>
          <p:cNvCxnSpPr>
            <a:cxnSpLocks/>
            <a:stCxn id="55" idx="3"/>
            <a:endCxn id="57" idx="2"/>
          </p:cNvCxnSpPr>
          <p:nvPr/>
        </p:nvCxnSpPr>
        <p:spPr>
          <a:xfrm>
            <a:off x="775311" y="3136429"/>
            <a:ext cx="738160" cy="0"/>
          </a:xfrm>
          <a:prstGeom prst="line">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57" name="楕円 56">
            <a:extLst>
              <a:ext uri="{FF2B5EF4-FFF2-40B4-BE49-F238E27FC236}">
                <a16:creationId xmlns:a16="http://schemas.microsoft.com/office/drawing/2014/main" id="{DAA856D7-08D7-B277-A439-9BCB7A42F5E4}"/>
              </a:ext>
            </a:extLst>
          </p:cNvPr>
          <p:cNvSpPr/>
          <p:nvPr/>
        </p:nvSpPr>
        <p:spPr>
          <a:xfrm>
            <a:off x="1513471" y="3076104"/>
            <a:ext cx="120650" cy="120650"/>
          </a:xfrm>
          <a:prstGeom prst="ellipse">
            <a:avLst/>
          </a:prstGeom>
          <a:noFill/>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kumimoji="1" lang="ja-JP" altLang="en-US"/>
          </a:p>
        </p:txBody>
      </p:sp>
      <p:cxnSp>
        <p:nvCxnSpPr>
          <p:cNvPr id="58" name="直線コネクタ 57">
            <a:extLst>
              <a:ext uri="{FF2B5EF4-FFF2-40B4-BE49-F238E27FC236}">
                <a16:creationId xmlns:a16="http://schemas.microsoft.com/office/drawing/2014/main" id="{C3CED514-9D5C-D2EC-8320-47D417FEF59A}"/>
              </a:ext>
            </a:extLst>
          </p:cNvPr>
          <p:cNvCxnSpPr>
            <a:cxnSpLocks/>
            <a:stCxn id="57" idx="6"/>
            <a:endCxn id="110" idx="2"/>
          </p:cNvCxnSpPr>
          <p:nvPr/>
        </p:nvCxnSpPr>
        <p:spPr>
          <a:xfrm>
            <a:off x="1634121" y="3136429"/>
            <a:ext cx="1254360" cy="0"/>
          </a:xfrm>
          <a:prstGeom prst="line">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grpSp>
        <p:nvGrpSpPr>
          <p:cNvPr id="59" name="グループ化 58">
            <a:extLst>
              <a:ext uri="{FF2B5EF4-FFF2-40B4-BE49-F238E27FC236}">
                <a16:creationId xmlns:a16="http://schemas.microsoft.com/office/drawing/2014/main" id="{D94BEC95-0A15-06A7-4F2A-9F5836ADB738}"/>
              </a:ext>
            </a:extLst>
          </p:cNvPr>
          <p:cNvGrpSpPr/>
          <p:nvPr/>
        </p:nvGrpSpPr>
        <p:grpSpPr>
          <a:xfrm flipH="1">
            <a:off x="1689474" y="3716737"/>
            <a:ext cx="579005" cy="666654"/>
            <a:chOff x="3633715" y="4527650"/>
            <a:chExt cx="579005" cy="666654"/>
          </a:xfrm>
        </p:grpSpPr>
        <p:sp>
          <p:nvSpPr>
            <p:cNvPr id="60" name="二等辺三角形 59">
              <a:extLst>
                <a:ext uri="{FF2B5EF4-FFF2-40B4-BE49-F238E27FC236}">
                  <a16:creationId xmlns:a16="http://schemas.microsoft.com/office/drawing/2014/main" id="{FAE7C3AC-AA8D-63E8-E449-7476E7A2CE1D}"/>
                </a:ext>
              </a:extLst>
            </p:cNvPr>
            <p:cNvSpPr/>
            <p:nvPr/>
          </p:nvSpPr>
          <p:spPr>
            <a:xfrm rot="5400000">
              <a:off x="3589891" y="4571474"/>
              <a:ext cx="666654" cy="579005"/>
            </a:xfrm>
            <a:prstGeom prst="triangle">
              <a:avLst/>
            </a:prstGeom>
            <a:noFill/>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vert="vert270" rtlCol="0" anchor="ctr"/>
            <a:lstStyle/>
            <a:p>
              <a:pPr algn="ctr"/>
              <a:endParaRPr kumimoji="1" lang="ja-JP" altLang="en-US" sz="1050" dirty="0"/>
            </a:p>
          </p:txBody>
        </p:sp>
        <p:sp>
          <p:nvSpPr>
            <p:cNvPr id="61" name="テキスト ボックス 60">
              <a:extLst>
                <a:ext uri="{FF2B5EF4-FFF2-40B4-BE49-F238E27FC236}">
                  <a16:creationId xmlns:a16="http://schemas.microsoft.com/office/drawing/2014/main" id="{9E89A23F-3412-06DA-6BD1-89594A561AE6}"/>
                </a:ext>
              </a:extLst>
            </p:cNvPr>
            <p:cNvSpPr txBox="1"/>
            <p:nvPr/>
          </p:nvSpPr>
          <p:spPr>
            <a:xfrm>
              <a:off x="3664430" y="4722477"/>
              <a:ext cx="394339" cy="276999"/>
            </a:xfrm>
            <a:prstGeom prst="rect">
              <a:avLst/>
            </a:prstGeom>
            <a:noFill/>
          </p:spPr>
          <p:txBody>
            <a:bodyPr wrap="none" lIns="0" tIns="0" rIns="0" bIns="0" rtlCol="0">
              <a:spAutoFit/>
            </a:bodyPr>
            <a:lstStyle/>
            <a:p>
              <a:r>
                <a:rPr lang="ja-JP" altLang="en-US" dirty="0"/>
                <a:t>✕</a:t>
              </a:r>
              <a:r>
                <a:rPr lang="en-US" altLang="ja-JP" dirty="0"/>
                <a:t>-1</a:t>
              </a:r>
              <a:endParaRPr lang="ja-JP" altLang="en-US" dirty="0"/>
            </a:p>
          </p:txBody>
        </p:sp>
      </p:grpSp>
      <p:cxnSp>
        <p:nvCxnSpPr>
          <p:cNvPr id="62" name="直線コネクタ 61">
            <a:extLst>
              <a:ext uri="{FF2B5EF4-FFF2-40B4-BE49-F238E27FC236}">
                <a16:creationId xmlns:a16="http://schemas.microsoft.com/office/drawing/2014/main" id="{0E5C52E3-9AAA-785C-DCFE-D016CCDF22AF}"/>
              </a:ext>
            </a:extLst>
          </p:cNvPr>
          <p:cNvCxnSpPr>
            <a:cxnSpLocks/>
            <a:stCxn id="74" idx="1"/>
            <a:endCxn id="60" idx="3"/>
          </p:cNvCxnSpPr>
          <p:nvPr/>
        </p:nvCxnSpPr>
        <p:spPr>
          <a:xfrm flipH="1">
            <a:off x="2268479" y="4050063"/>
            <a:ext cx="647068" cy="1"/>
          </a:xfrm>
          <a:prstGeom prst="line">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63" name="テキスト ボックス 62">
            <a:extLst>
              <a:ext uri="{FF2B5EF4-FFF2-40B4-BE49-F238E27FC236}">
                <a16:creationId xmlns:a16="http://schemas.microsoft.com/office/drawing/2014/main" id="{B0DC28B2-B34D-F401-6986-94BC59CFE75C}"/>
              </a:ext>
            </a:extLst>
          </p:cNvPr>
          <p:cNvSpPr txBox="1"/>
          <p:nvPr/>
        </p:nvSpPr>
        <p:spPr>
          <a:xfrm>
            <a:off x="1347375" y="2891438"/>
            <a:ext cx="153888" cy="184666"/>
          </a:xfrm>
          <a:prstGeom prst="rect">
            <a:avLst/>
          </a:prstGeom>
          <a:noFill/>
        </p:spPr>
        <p:txBody>
          <a:bodyPr wrap="square" lIns="0" tIns="0" rIns="0" bIns="0" rtlCol="0">
            <a:spAutoFit/>
          </a:bodyPr>
          <a:lstStyle/>
          <a:p>
            <a:pPr algn="l"/>
            <a:r>
              <a:rPr kumimoji="1" lang="ja-JP" altLang="en-US" sz="1200" dirty="0">
                <a:solidFill>
                  <a:schemeClr val="tx1">
                    <a:lumMod val="90000"/>
                    <a:lumOff val="10000"/>
                  </a:schemeClr>
                </a:solidFill>
              </a:rPr>
              <a:t>＋</a:t>
            </a:r>
          </a:p>
        </p:txBody>
      </p:sp>
      <p:sp>
        <p:nvSpPr>
          <p:cNvPr id="64" name="テキスト ボックス 63">
            <a:extLst>
              <a:ext uri="{FF2B5EF4-FFF2-40B4-BE49-F238E27FC236}">
                <a16:creationId xmlns:a16="http://schemas.microsoft.com/office/drawing/2014/main" id="{4CA49A58-B348-0514-0027-ACD5208C1095}"/>
              </a:ext>
            </a:extLst>
          </p:cNvPr>
          <p:cNvSpPr txBox="1"/>
          <p:nvPr/>
        </p:nvSpPr>
        <p:spPr>
          <a:xfrm>
            <a:off x="1402408" y="3226221"/>
            <a:ext cx="153888" cy="184666"/>
          </a:xfrm>
          <a:prstGeom prst="rect">
            <a:avLst/>
          </a:prstGeom>
          <a:noFill/>
        </p:spPr>
        <p:txBody>
          <a:bodyPr wrap="square" lIns="0" tIns="0" rIns="0" bIns="0" rtlCol="0">
            <a:spAutoFit/>
          </a:bodyPr>
          <a:lstStyle/>
          <a:p>
            <a:pPr algn="l"/>
            <a:r>
              <a:rPr kumimoji="1" lang="ja-JP" altLang="en-US" sz="1200" dirty="0">
                <a:solidFill>
                  <a:schemeClr val="tx1">
                    <a:lumMod val="90000"/>
                    <a:lumOff val="10000"/>
                  </a:schemeClr>
                </a:solidFill>
              </a:rPr>
              <a:t>＋</a:t>
            </a:r>
          </a:p>
        </p:txBody>
      </p:sp>
      <mc:AlternateContent xmlns:mc="http://schemas.openxmlformats.org/markup-compatibility/2006" xmlns:a14="http://schemas.microsoft.com/office/drawing/2010/main">
        <mc:Choice Requires="a14">
          <p:sp>
            <p:nvSpPr>
              <p:cNvPr id="71" name="テキスト ボックス 70">
                <a:extLst>
                  <a:ext uri="{FF2B5EF4-FFF2-40B4-BE49-F238E27FC236}">
                    <a16:creationId xmlns:a16="http://schemas.microsoft.com/office/drawing/2014/main" id="{300A67AB-E121-CCE5-CF28-45E1A7E567EE}"/>
                  </a:ext>
                </a:extLst>
              </p:cNvPr>
              <p:cNvSpPr txBox="1"/>
              <p:nvPr/>
            </p:nvSpPr>
            <p:spPr>
              <a:xfrm>
                <a:off x="8192615" y="2951763"/>
                <a:ext cx="1496739" cy="369332"/>
              </a:xfrm>
              <a:prstGeom prst="rect">
                <a:avLst/>
              </a:prstGeom>
              <a:noFill/>
            </p:spPr>
            <p:txBody>
              <a:bodyPr wrap="square" lIns="0" tIns="0" rIns="0" bIns="0" rtlCol="0">
                <a:spAutoFit/>
              </a:bodyPr>
              <a:lstStyle/>
              <a:p>
                <a:pPr algn="l"/>
                <a14:m>
                  <m:oMathPara xmlns:m="http://schemas.openxmlformats.org/officeDocument/2006/math">
                    <m:oMath>
                      <m:acc>
                        <m:accPr>
                          <m:chr m:val="̂"/>
                          <m:ctrlPr>
                            <a:rPr kumimoji="1" lang="en-US" altLang="ja-JP" sz="2400" b="0" i="1" smtClean="0">
                              <a:solidFill>
                                <a:schemeClr val="tx1">
                                  <a:lumMod val="90000"/>
                                  <a:lumOff val="10000"/>
                                </a:schemeClr>
                              </a:solidFill>
                              <a:latin typeface="Cambria Math" panose="02040503050406030204" pitchFamily="18" charset="0"/>
                            </a:rPr>
                          </m:ctrlPr>
                        </m:accPr>
                        <m:e>
                          <m:r>
                            <a:rPr kumimoji="1" lang="en-US" altLang="ja-JP" sz="2400" b="0" i="1" smtClean="0">
                              <a:solidFill>
                                <a:schemeClr val="tx1">
                                  <a:lumMod val="90000"/>
                                  <a:lumOff val="10000"/>
                                </a:schemeClr>
                              </a:solidFill>
                              <a:latin typeface="Cambria Math" panose="02040503050406030204" pitchFamily="18" charset="0"/>
                            </a:rPr>
                            <m:t>𝑢</m:t>
                          </m:r>
                        </m:e>
                      </m:acc>
                      <m:r>
                        <a:rPr kumimoji="1" lang="ja-JP" altLang="en-US" sz="2400" b="0" i="1" smtClean="0">
                          <a:solidFill>
                            <a:schemeClr val="tx1">
                              <a:lumMod val="90000"/>
                              <a:lumOff val="10000"/>
                            </a:schemeClr>
                          </a:solidFill>
                          <a:latin typeface="Cambria Math" panose="02040503050406030204" pitchFamily="18" charset="0"/>
                        </a:rPr>
                        <m:t>≈</m:t>
                      </m:r>
                      <m:sSub>
                        <m:sSubPr>
                          <m:ctrlPr>
                            <a:rPr kumimoji="1" lang="en-US" altLang="ja-JP" sz="2400" b="0" i="1" smtClean="0">
                              <a:solidFill>
                                <a:schemeClr val="tx1">
                                  <a:lumMod val="90000"/>
                                  <a:lumOff val="10000"/>
                                </a:schemeClr>
                              </a:solidFill>
                              <a:latin typeface="Cambria Math" panose="02040503050406030204" pitchFamily="18" charset="0"/>
                            </a:rPr>
                          </m:ctrlPr>
                        </m:sSubPr>
                        <m:e>
                          <m:r>
                            <a:rPr kumimoji="1" lang="en-US" altLang="ja-JP" sz="2400" b="0" i="1" smtClean="0">
                              <a:solidFill>
                                <a:schemeClr val="tx1">
                                  <a:lumMod val="90000"/>
                                  <a:lumOff val="10000"/>
                                </a:schemeClr>
                              </a:solidFill>
                              <a:latin typeface="Cambria Math" panose="02040503050406030204" pitchFamily="18" charset="0"/>
                            </a:rPr>
                            <m:t>𝑢</m:t>
                          </m:r>
                        </m:e>
                        <m:sub>
                          <m:r>
                            <a:rPr kumimoji="1" lang="en-US" altLang="ja-JP" sz="2400" b="0" i="1" smtClean="0">
                              <a:solidFill>
                                <a:schemeClr val="tx1">
                                  <a:lumMod val="90000"/>
                                  <a:lumOff val="10000"/>
                                </a:schemeClr>
                              </a:solidFill>
                              <a:latin typeface="Cambria Math" panose="02040503050406030204" pitchFamily="18" charset="0"/>
                            </a:rPr>
                            <m:t>𝑛</m:t>
                          </m:r>
                          <m:r>
                            <a:rPr kumimoji="1" lang="en-US" altLang="ja-JP" sz="2400" b="0" i="1" smtClean="0">
                              <a:solidFill>
                                <a:schemeClr val="tx1">
                                  <a:lumMod val="90000"/>
                                  <a:lumOff val="10000"/>
                                </a:schemeClr>
                              </a:solidFill>
                              <a:latin typeface="Cambria Math" panose="02040503050406030204" pitchFamily="18" charset="0"/>
                            </a:rPr>
                            <m:t>−1</m:t>
                          </m:r>
                        </m:sub>
                      </m:sSub>
                    </m:oMath>
                  </m:oMathPara>
                </a14:m>
                <a:endParaRPr kumimoji="1" lang="ja-JP" altLang="en-US" sz="2400" dirty="0">
                  <a:solidFill>
                    <a:schemeClr val="tx1">
                      <a:lumMod val="90000"/>
                      <a:lumOff val="10000"/>
                    </a:schemeClr>
                  </a:solidFill>
                </a:endParaRPr>
              </a:p>
            </p:txBody>
          </p:sp>
        </mc:Choice>
        <mc:Fallback xmlns="">
          <p:sp>
            <p:nvSpPr>
              <p:cNvPr id="71" name="テキスト ボックス 70">
                <a:extLst>
                  <a:ext uri="{FF2B5EF4-FFF2-40B4-BE49-F238E27FC236}">
                    <a16:creationId xmlns:a16="http://schemas.microsoft.com/office/drawing/2014/main" id="{300A67AB-E121-CCE5-CF28-45E1A7E567EE}"/>
                  </a:ext>
                </a:extLst>
              </p:cNvPr>
              <p:cNvSpPr txBox="1">
                <a:spLocks noRot="1" noChangeAspect="1" noMove="1" noResize="1" noEditPoints="1" noAdjustHandles="1" noChangeArrowheads="1" noChangeShapeType="1" noTextEdit="1"/>
              </p:cNvSpPr>
              <p:nvPr/>
            </p:nvSpPr>
            <p:spPr>
              <a:xfrm>
                <a:off x="8192615" y="2951763"/>
                <a:ext cx="1496739" cy="369332"/>
              </a:xfrm>
              <a:prstGeom prst="rect">
                <a:avLst/>
              </a:prstGeom>
              <a:blipFill>
                <a:blip r:embed="rId3"/>
                <a:stretch>
                  <a:fillRect t="-13115" b="-16393"/>
                </a:stretch>
              </a:blipFill>
            </p:spPr>
            <p:txBody>
              <a:bodyPr/>
              <a:lstStyle/>
              <a:p>
                <a:r>
                  <a:rPr lang="ja-JP" altLang="en-US">
                    <a:noFill/>
                  </a:rPr>
                  <a:t> </a:t>
                </a:r>
              </a:p>
            </p:txBody>
          </p:sp>
        </mc:Fallback>
      </mc:AlternateContent>
      <p:cxnSp>
        <p:nvCxnSpPr>
          <p:cNvPr id="72" name="直線コネクタ 71">
            <a:extLst>
              <a:ext uri="{FF2B5EF4-FFF2-40B4-BE49-F238E27FC236}">
                <a16:creationId xmlns:a16="http://schemas.microsoft.com/office/drawing/2014/main" id="{295FAC57-E992-5012-DCB0-771CE9ED9DB1}"/>
              </a:ext>
            </a:extLst>
          </p:cNvPr>
          <p:cNvCxnSpPr>
            <a:cxnSpLocks/>
            <a:stCxn id="110" idx="6"/>
            <a:endCxn id="81" idx="2"/>
          </p:cNvCxnSpPr>
          <p:nvPr/>
        </p:nvCxnSpPr>
        <p:spPr>
          <a:xfrm>
            <a:off x="3009131" y="3136429"/>
            <a:ext cx="2469220" cy="0"/>
          </a:xfrm>
          <a:prstGeom prst="line">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grpSp>
        <p:nvGrpSpPr>
          <p:cNvPr id="73" name="グループ化 72">
            <a:extLst>
              <a:ext uri="{FF2B5EF4-FFF2-40B4-BE49-F238E27FC236}">
                <a16:creationId xmlns:a16="http://schemas.microsoft.com/office/drawing/2014/main" id="{CBE94D59-FD5B-DD18-5A5B-38711BB143EA}"/>
              </a:ext>
            </a:extLst>
          </p:cNvPr>
          <p:cNvGrpSpPr/>
          <p:nvPr/>
        </p:nvGrpSpPr>
        <p:grpSpPr>
          <a:xfrm flipV="1">
            <a:off x="2915547" y="3641758"/>
            <a:ext cx="662940" cy="816610"/>
            <a:chOff x="9274810" y="4104640"/>
            <a:chExt cx="662940" cy="816610"/>
          </a:xfrm>
        </p:grpSpPr>
        <p:sp>
          <p:nvSpPr>
            <p:cNvPr id="74" name="正方形/長方形 73">
              <a:extLst>
                <a:ext uri="{FF2B5EF4-FFF2-40B4-BE49-F238E27FC236}">
                  <a16:creationId xmlns:a16="http://schemas.microsoft.com/office/drawing/2014/main" id="{237A0FAB-8519-54BE-5B6D-E58ACF3AB67E}"/>
                </a:ext>
              </a:extLst>
            </p:cNvPr>
            <p:cNvSpPr/>
            <p:nvPr/>
          </p:nvSpPr>
          <p:spPr>
            <a:xfrm>
              <a:off x="9274810" y="4104640"/>
              <a:ext cx="662940" cy="816610"/>
            </a:xfrm>
            <a:prstGeom prst="rect">
              <a:avLst/>
            </a:prstGeom>
            <a:noFill/>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kumimoji="1" lang="ja-JP" altLang="en-US"/>
            </a:p>
          </p:txBody>
        </p:sp>
        <p:sp>
          <p:nvSpPr>
            <p:cNvPr id="75" name="二等辺三角形 74">
              <a:extLst>
                <a:ext uri="{FF2B5EF4-FFF2-40B4-BE49-F238E27FC236}">
                  <a16:creationId xmlns:a16="http://schemas.microsoft.com/office/drawing/2014/main" id="{0D01DA61-13CA-542E-6DEA-353D4EBCE479}"/>
                </a:ext>
              </a:extLst>
            </p:cNvPr>
            <p:cNvSpPr/>
            <p:nvPr/>
          </p:nvSpPr>
          <p:spPr>
            <a:xfrm rot="10800000">
              <a:off x="9439592" y="4104640"/>
              <a:ext cx="333375" cy="161925"/>
            </a:xfrm>
            <a:prstGeom prst="triangle">
              <a:avLst/>
            </a:prstGeom>
            <a:noFill/>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kumimoji="1" lang="ja-JP" altLang="en-US"/>
            </a:p>
          </p:txBody>
        </p:sp>
      </p:grpSp>
      <mc:AlternateContent xmlns:mc="http://schemas.openxmlformats.org/markup-compatibility/2006" xmlns:a14="http://schemas.microsoft.com/office/drawing/2010/main">
        <mc:Choice Requires="a14">
          <p:sp>
            <p:nvSpPr>
              <p:cNvPr id="76" name="テキスト ボックス 75">
                <a:extLst>
                  <a:ext uri="{FF2B5EF4-FFF2-40B4-BE49-F238E27FC236}">
                    <a16:creationId xmlns:a16="http://schemas.microsoft.com/office/drawing/2014/main" id="{E92AB40A-3504-EE0D-CB9B-59757DAE7166}"/>
                  </a:ext>
                </a:extLst>
              </p:cNvPr>
              <p:cNvSpPr txBox="1"/>
              <p:nvPr/>
            </p:nvSpPr>
            <p:spPr>
              <a:xfrm>
                <a:off x="2577562" y="4584694"/>
                <a:ext cx="502766" cy="369332"/>
              </a:xfrm>
              <a:prstGeom prst="rect">
                <a:avLst/>
              </a:prstGeom>
              <a:noFill/>
            </p:spPr>
            <p:txBody>
              <a:bodyPr wrap="square" lIns="0" tIns="0" rIns="0" bIns="0" rtlCol="0">
                <a:spAutoFit/>
              </a:bodyPr>
              <a:lstStyle/>
              <a:p>
                <a:pPr algn="l"/>
                <a14:m>
                  <m:oMathPara xmlns:m="http://schemas.openxmlformats.org/officeDocument/2006/math">
                    <m:oMath>
                      <m:r>
                        <a:rPr kumimoji="1" lang="en-US" altLang="ja-JP" sz="2400" b="0" i="1" smtClean="0">
                          <a:solidFill>
                            <a:schemeClr val="tx1">
                              <a:lumMod val="90000"/>
                              <a:lumOff val="10000"/>
                            </a:schemeClr>
                          </a:solidFill>
                          <a:latin typeface="Cambria Math" panose="02040503050406030204" pitchFamily="18" charset="0"/>
                        </a:rPr>
                        <m:t>𝑐𝑙𝑘</m:t>
                      </m:r>
                    </m:oMath>
                  </m:oMathPara>
                </a14:m>
                <a:endParaRPr kumimoji="1" lang="ja-JP" altLang="en-US" sz="2400" dirty="0">
                  <a:solidFill>
                    <a:schemeClr val="tx1">
                      <a:lumMod val="90000"/>
                      <a:lumOff val="10000"/>
                    </a:schemeClr>
                  </a:solidFill>
                </a:endParaRPr>
              </a:p>
            </p:txBody>
          </p:sp>
        </mc:Choice>
        <mc:Fallback xmlns="">
          <p:sp>
            <p:nvSpPr>
              <p:cNvPr id="76" name="テキスト ボックス 75">
                <a:extLst>
                  <a:ext uri="{FF2B5EF4-FFF2-40B4-BE49-F238E27FC236}">
                    <a16:creationId xmlns:a16="http://schemas.microsoft.com/office/drawing/2014/main" id="{E92AB40A-3504-EE0D-CB9B-59757DAE7166}"/>
                  </a:ext>
                </a:extLst>
              </p:cNvPr>
              <p:cNvSpPr txBox="1">
                <a:spLocks noRot="1" noChangeAspect="1" noMove="1" noResize="1" noEditPoints="1" noAdjustHandles="1" noChangeArrowheads="1" noChangeShapeType="1" noTextEdit="1"/>
              </p:cNvSpPr>
              <p:nvPr/>
            </p:nvSpPr>
            <p:spPr>
              <a:xfrm>
                <a:off x="2577562" y="4584694"/>
                <a:ext cx="502766" cy="369332"/>
              </a:xfrm>
              <a:prstGeom prst="rect">
                <a:avLst/>
              </a:prstGeom>
              <a:blipFill>
                <a:blip r:embed="rId4"/>
                <a:stretch>
                  <a:fillRect l="-13415" r="-12195" b="-9836"/>
                </a:stretch>
              </a:blipFill>
            </p:spPr>
            <p:txBody>
              <a:bodyPr/>
              <a:lstStyle/>
              <a:p>
                <a:r>
                  <a:rPr lang="ja-JP" altLang="en-US">
                    <a:noFill/>
                  </a:rPr>
                  <a:t> </a:t>
                </a:r>
              </a:p>
            </p:txBody>
          </p:sp>
        </mc:Fallback>
      </mc:AlternateContent>
      <p:cxnSp>
        <p:nvCxnSpPr>
          <p:cNvPr id="77" name="コネクタ: カギ線 76">
            <a:extLst>
              <a:ext uri="{FF2B5EF4-FFF2-40B4-BE49-F238E27FC236}">
                <a16:creationId xmlns:a16="http://schemas.microsoft.com/office/drawing/2014/main" id="{59219792-0C65-E29F-37CC-566A0D21CFEC}"/>
              </a:ext>
            </a:extLst>
          </p:cNvPr>
          <p:cNvCxnSpPr>
            <a:cxnSpLocks/>
            <a:stCxn id="76" idx="3"/>
            <a:endCxn id="75" idx="3"/>
          </p:cNvCxnSpPr>
          <p:nvPr/>
        </p:nvCxnSpPr>
        <p:spPr>
          <a:xfrm flipV="1">
            <a:off x="3080328" y="4458368"/>
            <a:ext cx="166688" cy="310992"/>
          </a:xfrm>
          <a:prstGeom prst="bentConnector2">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grpSp>
        <p:nvGrpSpPr>
          <p:cNvPr id="78" name="グループ化 77">
            <a:extLst>
              <a:ext uri="{FF2B5EF4-FFF2-40B4-BE49-F238E27FC236}">
                <a16:creationId xmlns:a16="http://schemas.microsoft.com/office/drawing/2014/main" id="{2BF8835B-01B8-9C13-44C2-C79969E1E8E5}"/>
              </a:ext>
            </a:extLst>
          </p:cNvPr>
          <p:cNvGrpSpPr/>
          <p:nvPr/>
        </p:nvGrpSpPr>
        <p:grpSpPr>
          <a:xfrm flipV="1">
            <a:off x="6078308" y="2728124"/>
            <a:ext cx="662940" cy="816610"/>
            <a:chOff x="9274810" y="4104640"/>
            <a:chExt cx="662940" cy="816610"/>
          </a:xfrm>
        </p:grpSpPr>
        <p:sp>
          <p:nvSpPr>
            <p:cNvPr id="79" name="正方形/長方形 78">
              <a:extLst>
                <a:ext uri="{FF2B5EF4-FFF2-40B4-BE49-F238E27FC236}">
                  <a16:creationId xmlns:a16="http://schemas.microsoft.com/office/drawing/2014/main" id="{90AF97B1-54AB-1F90-3B62-F53F6F31D08B}"/>
                </a:ext>
              </a:extLst>
            </p:cNvPr>
            <p:cNvSpPr/>
            <p:nvPr/>
          </p:nvSpPr>
          <p:spPr>
            <a:xfrm>
              <a:off x="9274810" y="4104640"/>
              <a:ext cx="662940" cy="816610"/>
            </a:xfrm>
            <a:prstGeom prst="rect">
              <a:avLst/>
            </a:prstGeom>
            <a:noFill/>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kumimoji="1" lang="ja-JP" altLang="en-US"/>
            </a:p>
          </p:txBody>
        </p:sp>
        <p:sp>
          <p:nvSpPr>
            <p:cNvPr id="80" name="二等辺三角形 79">
              <a:extLst>
                <a:ext uri="{FF2B5EF4-FFF2-40B4-BE49-F238E27FC236}">
                  <a16:creationId xmlns:a16="http://schemas.microsoft.com/office/drawing/2014/main" id="{A66658C2-9D78-AC5C-CB45-461EB25A9B6E}"/>
                </a:ext>
              </a:extLst>
            </p:cNvPr>
            <p:cNvSpPr/>
            <p:nvPr/>
          </p:nvSpPr>
          <p:spPr>
            <a:xfrm rot="10800000">
              <a:off x="9439592" y="4104640"/>
              <a:ext cx="333375" cy="161925"/>
            </a:xfrm>
            <a:prstGeom prst="triangle">
              <a:avLst/>
            </a:prstGeom>
            <a:noFill/>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kumimoji="1" lang="ja-JP" altLang="en-US"/>
            </a:p>
          </p:txBody>
        </p:sp>
      </p:grpSp>
      <p:sp>
        <p:nvSpPr>
          <p:cNvPr id="81" name="楕円 80">
            <a:extLst>
              <a:ext uri="{FF2B5EF4-FFF2-40B4-BE49-F238E27FC236}">
                <a16:creationId xmlns:a16="http://schemas.microsoft.com/office/drawing/2014/main" id="{076E4A98-E943-34C1-8DCB-637157FC9EB7}"/>
              </a:ext>
            </a:extLst>
          </p:cNvPr>
          <p:cNvSpPr/>
          <p:nvPr/>
        </p:nvSpPr>
        <p:spPr>
          <a:xfrm>
            <a:off x="5478351" y="3076104"/>
            <a:ext cx="120650" cy="120650"/>
          </a:xfrm>
          <a:prstGeom prst="ellipse">
            <a:avLst/>
          </a:prstGeom>
          <a:noFill/>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kumimoji="1" lang="ja-JP" altLang="en-US"/>
          </a:p>
        </p:txBody>
      </p:sp>
      <p:sp>
        <p:nvSpPr>
          <p:cNvPr id="82" name="テキスト ボックス 81">
            <a:extLst>
              <a:ext uri="{FF2B5EF4-FFF2-40B4-BE49-F238E27FC236}">
                <a16:creationId xmlns:a16="http://schemas.microsoft.com/office/drawing/2014/main" id="{E4116BCD-68C5-137B-B1E0-B0EC4022EDFA}"/>
              </a:ext>
            </a:extLst>
          </p:cNvPr>
          <p:cNvSpPr txBox="1"/>
          <p:nvPr/>
        </p:nvSpPr>
        <p:spPr>
          <a:xfrm>
            <a:off x="5312255" y="3178099"/>
            <a:ext cx="153888" cy="184666"/>
          </a:xfrm>
          <a:prstGeom prst="rect">
            <a:avLst/>
          </a:prstGeom>
          <a:noFill/>
        </p:spPr>
        <p:txBody>
          <a:bodyPr wrap="square" lIns="0" tIns="0" rIns="0" bIns="0" rtlCol="0">
            <a:spAutoFit/>
          </a:bodyPr>
          <a:lstStyle/>
          <a:p>
            <a:pPr algn="l"/>
            <a:r>
              <a:rPr kumimoji="1" lang="ja-JP" altLang="en-US" sz="1200" dirty="0">
                <a:solidFill>
                  <a:schemeClr val="tx1">
                    <a:lumMod val="90000"/>
                    <a:lumOff val="10000"/>
                  </a:schemeClr>
                </a:solidFill>
              </a:rPr>
              <a:t>＋</a:t>
            </a:r>
          </a:p>
        </p:txBody>
      </p:sp>
      <p:sp>
        <p:nvSpPr>
          <p:cNvPr id="83" name="テキスト ボックス 82">
            <a:extLst>
              <a:ext uri="{FF2B5EF4-FFF2-40B4-BE49-F238E27FC236}">
                <a16:creationId xmlns:a16="http://schemas.microsoft.com/office/drawing/2014/main" id="{02C4A851-E3B9-C786-5CC2-4D7A1FCAE114}"/>
              </a:ext>
            </a:extLst>
          </p:cNvPr>
          <p:cNvSpPr txBox="1"/>
          <p:nvPr/>
        </p:nvSpPr>
        <p:spPr>
          <a:xfrm>
            <a:off x="5592156" y="2921600"/>
            <a:ext cx="153888" cy="184666"/>
          </a:xfrm>
          <a:prstGeom prst="rect">
            <a:avLst/>
          </a:prstGeom>
          <a:noFill/>
        </p:spPr>
        <p:txBody>
          <a:bodyPr wrap="square" lIns="0" tIns="0" rIns="0" bIns="0" rtlCol="0">
            <a:spAutoFit/>
          </a:bodyPr>
          <a:lstStyle/>
          <a:p>
            <a:pPr algn="l"/>
            <a:r>
              <a:rPr kumimoji="1" lang="ja-JP" altLang="en-US" sz="1200" dirty="0">
                <a:solidFill>
                  <a:schemeClr val="tx1">
                    <a:lumMod val="90000"/>
                    <a:lumOff val="10000"/>
                  </a:schemeClr>
                </a:solidFill>
              </a:rPr>
              <a:t>＋</a:t>
            </a:r>
          </a:p>
        </p:txBody>
      </p:sp>
      <p:cxnSp>
        <p:nvCxnSpPr>
          <p:cNvPr id="84" name="直線コネクタ 83">
            <a:extLst>
              <a:ext uri="{FF2B5EF4-FFF2-40B4-BE49-F238E27FC236}">
                <a16:creationId xmlns:a16="http://schemas.microsoft.com/office/drawing/2014/main" id="{07617FAB-D2FF-EF08-FA31-221E390A2823}"/>
              </a:ext>
            </a:extLst>
          </p:cNvPr>
          <p:cNvCxnSpPr>
            <a:cxnSpLocks/>
            <a:stCxn id="81" idx="6"/>
            <a:endCxn id="79" idx="1"/>
          </p:cNvCxnSpPr>
          <p:nvPr/>
        </p:nvCxnSpPr>
        <p:spPr>
          <a:xfrm>
            <a:off x="5599001" y="3136429"/>
            <a:ext cx="479307" cy="0"/>
          </a:xfrm>
          <a:prstGeom prst="line">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85" name="コネクタ: カギ線 84">
            <a:extLst>
              <a:ext uri="{FF2B5EF4-FFF2-40B4-BE49-F238E27FC236}">
                <a16:creationId xmlns:a16="http://schemas.microsoft.com/office/drawing/2014/main" id="{79A96EFB-3262-1828-3DB7-FD1F238646AC}"/>
              </a:ext>
            </a:extLst>
          </p:cNvPr>
          <p:cNvCxnSpPr>
            <a:cxnSpLocks/>
            <a:stCxn id="79" idx="3"/>
            <a:endCxn id="81" idx="0"/>
          </p:cNvCxnSpPr>
          <p:nvPr/>
        </p:nvCxnSpPr>
        <p:spPr>
          <a:xfrm flipH="1" flipV="1">
            <a:off x="5538676" y="3076104"/>
            <a:ext cx="1202572" cy="60325"/>
          </a:xfrm>
          <a:prstGeom prst="bentConnector4">
            <a:avLst>
              <a:gd name="adj1" fmla="val -44223"/>
              <a:gd name="adj2" fmla="val 1055789"/>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86" name="直線コネクタ 85">
            <a:extLst>
              <a:ext uri="{FF2B5EF4-FFF2-40B4-BE49-F238E27FC236}">
                <a16:creationId xmlns:a16="http://schemas.microsoft.com/office/drawing/2014/main" id="{11008200-81A1-8F15-99AF-B0A205F2FCF3}"/>
              </a:ext>
            </a:extLst>
          </p:cNvPr>
          <p:cNvCxnSpPr>
            <a:cxnSpLocks/>
            <a:stCxn id="79" idx="3"/>
            <a:endCxn id="71" idx="1"/>
          </p:cNvCxnSpPr>
          <p:nvPr/>
        </p:nvCxnSpPr>
        <p:spPr>
          <a:xfrm>
            <a:off x="6741248" y="3136429"/>
            <a:ext cx="1451367" cy="0"/>
          </a:xfrm>
          <a:prstGeom prst="line">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mc:AlternateContent xmlns:mc="http://schemas.openxmlformats.org/markup-compatibility/2006" xmlns:a14="http://schemas.microsoft.com/office/drawing/2010/main">
        <mc:Choice Requires="a14">
          <p:sp>
            <p:nvSpPr>
              <p:cNvPr id="87" name="テキスト ボックス 86">
                <a:extLst>
                  <a:ext uri="{FF2B5EF4-FFF2-40B4-BE49-F238E27FC236}">
                    <a16:creationId xmlns:a16="http://schemas.microsoft.com/office/drawing/2014/main" id="{AAFC9B40-F57F-7D21-32A0-4F2CDF0E73F6}"/>
                  </a:ext>
                </a:extLst>
              </p:cNvPr>
              <p:cNvSpPr txBox="1"/>
              <p:nvPr/>
            </p:nvSpPr>
            <p:spPr>
              <a:xfrm>
                <a:off x="5367721" y="3774290"/>
                <a:ext cx="502766" cy="369332"/>
              </a:xfrm>
              <a:prstGeom prst="rect">
                <a:avLst/>
              </a:prstGeom>
              <a:noFill/>
            </p:spPr>
            <p:txBody>
              <a:bodyPr wrap="square" lIns="0" tIns="0" rIns="0" bIns="0" rtlCol="0">
                <a:spAutoFit/>
              </a:bodyPr>
              <a:lstStyle/>
              <a:p>
                <a:pPr algn="l"/>
                <a14:m>
                  <m:oMathPara xmlns:m="http://schemas.openxmlformats.org/officeDocument/2006/math">
                    <m:oMath>
                      <m:r>
                        <a:rPr kumimoji="1" lang="en-US" altLang="ja-JP" sz="2400" b="0" i="1" smtClean="0">
                          <a:solidFill>
                            <a:schemeClr val="tx1">
                              <a:lumMod val="90000"/>
                              <a:lumOff val="10000"/>
                            </a:schemeClr>
                          </a:solidFill>
                          <a:latin typeface="Cambria Math" panose="02040503050406030204" pitchFamily="18" charset="0"/>
                        </a:rPr>
                        <m:t>𝑐𝑙𝑘</m:t>
                      </m:r>
                    </m:oMath>
                  </m:oMathPara>
                </a14:m>
                <a:endParaRPr kumimoji="1" lang="ja-JP" altLang="en-US" sz="2400" dirty="0">
                  <a:solidFill>
                    <a:schemeClr val="tx1">
                      <a:lumMod val="90000"/>
                      <a:lumOff val="10000"/>
                    </a:schemeClr>
                  </a:solidFill>
                </a:endParaRPr>
              </a:p>
            </p:txBody>
          </p:sp>
        </mc:Choice>
        <mc:Fallback xmlns="">
          <p:sp>
            <p:nvSpPr>
              <p:cNvPr id="87" name="テキスト ボックス 86">
                <a:extLst>
                  <a:ext uri="{FF2B5EF4-FFF2-40B4-BE49-F238E27FC236}">
                    <a16:creationId xmlns:a16="http://schemas.microsoft.com/office/drawing/2014/main" id="{AAFC9B40-F57F-7D21-32A0-4F2CDF0E73F6}"/>
                  </a:ext>
                </a:extLst>
              </p:cNvPr>
              <p:cNvSpPr txBox="1">
                <a:spLocks noRot="1" noChangeAspect="1" noMove="1" noResize="1" noEditPoints="1" noAdjustHandles="1" noChangeArrowheads="1" noChangeShapeType="1" noTextEdit="1"/>
              </p:cNvSpPr>
              <p:nvPr/>
            </p:nvSpPr>
            <p:spPr>
              <a:xfrm>
                <a:off x="5367721" y="3774290"/>
                <a:ext cx="502766" cy="369332"/>
              </a:xfrm>
              <a:prstGeom prst="rect">
                <a:avLst/>
              </a:prstGeom>
              <a:blipFill>
                <a:blip r:embed="rId5"/>
                <a:stretch>
                  <a:fillRect l="-13415" r="-12195" b="-9836"/>
                </a:stretch>
              </a:blipFill>
            </p:spPr>
            <p:txBody>
              <a:bodyPr/>
              <a:lstStyle/>
              <a:p>
                <a:r>
                  <a:rPr lang="ja-JP" altLang="en-US">
                    <a:noFill/>
                  </a:rPr>
                  <a:t> </a:t>
                </a:r>
              </a:p>
            </p:txBody>
          </p:sp>
        </mc:Fallback>
      </mc:AlternateContent>
      <p:cxnSp>
        <p:nvCxnSpPr>
          <p:cNvPr id="88" name="コネクタ: カギ線 87">
            <a:extLst>
              <a:ext uri="{FF2B5EF4-FFF2-40B4-BE49-F238E27FC236}">
                <a16:creationId xmlns:a16="http://schemas.microsoft.com/office/drawing/2014/main" id="{66CFA23A-DB15-BF52-B5D8-11E2C7C666ED}"/>
              </a:ext>
            </a:extLst>
          </p:cNvPr>
          <p:cNvCxnSpPr>
            <a:cxnSpLocks/>
            <a:stCxn id="87" idx="3"/>
            <a:endCxn id="80" idx="3"/>
          </p:cNvCxnSpPr>
          <p:nvPr/>
        </p:nvCxnSpPr>
        <p:spPr>
          <a:xfrm flipV="1">
            <a:off x="5870487" y="3544734"/>
            <a:ext cx="539290" cy="414222"/>
          </a:xfrm>
          <a:prstGeom prst="bentConnector2">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89" name="コネクタ: カギ線 88">
            <a:extLst>
              <a:ext uri="{FF2B5EF4-FFF2-40B4-BE49-F238E27FC236}">
                <a16:creationId xmlns:a16="http://schemas.microsoft.com/office/drawing/2014/main" id="{6FE1CDC7-8F18-D46F-2471-2F3149E017C8}"/>
              </a:ext>
            </a:extLst>
          </p:cNvPr>
          <p:cNvCxnSpPr>
            <a:cxnSpLocks/>
            <a:stCxn id="110" idx="6"/>
            <a:endCxn id="97" idx="6"/>
          </p:cNvCxnSpPr>
          <p:nvPr/>
        </p:nvCxnSpPr>
        <p:spPr>
          <a:xfrm>
            <a:off x="3009131" y="3136429"/>
            <a:ext cx="1058300" cy="913634"/>
          </a:xfrm>
          <a:prstGeom prst="bentConnector3">
            <a:avLst>
              <a:gd name="adj1" fmla="val 12160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90" name="コネクタ: カギ線 89">
            <a:extLst>
              <a:ext uri="{FF2B5EF4-FFF2-40B4-BE49-F238E27FC236}">
                <a16:creationId xmlns:a16="http://schemas.microsoft.com/office/drawing/2014/main" id="{16B63473-3AD4-9D29-B407-FA5DBC22F309}"/>
              </a:ext>
            </a:extLst>
          </p:cNvPr>
          <p:cNvCxnSpPr>
            <a:cxnSpLocks/>
            <a:stCxn id="60" idx="0"/>
            <a:endCxn id="57" idx="4"/>
          </p:cNvCxnSpPr>
          <p:nvPr/>
        </p:nvCxnSpPr>
        <p:spPr>
          <a:xfrm rot="10800000">
            <a:off x="1573796" y="3196754"/>
            <a:ext cx="115678" cy="853310"/>
          </a:xfrm>
          <a:prstGeom prst="bentConnector2">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97" name="楕円 96">
            <a:extLst>
              <a:ext uri="{FF2B5EF4-FFF2-40B4-BE49-F238E27FC236}">
                <a16:creationId xmlns:a16="http://schemas.microsoft.com/office/drawing/2014/main" id="{53633006-C554-0F1A-CF18-EA864E04B23C}"/>
              </a:ext>
            </a:extLst>
          </p:cNvPr>
          <p:cNvSpPr/>
          <p:nvPr/>
        </p:nvSpPr>
        <p:spPr>
          <a:xfrm>
            <a:off x="3946781" y="3989738"/>
            <a:ext cx="120650" cy="120650"/>
          </a:xfrm>
          <a:prstGeom prst="ellipse">
            <a:avLst/>
          </a:prstGeom>
          <a:noFill/>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kumimoji="1" lang="ja-JP" altLang="en-US"/>
          </a:p>
        </p:txBody>
      </p:sp>
      <p:sp>
        <p:nvSpPr>
          <p:cNvPr id="98" name="テキスト ボックス 97">
            <a:extLst>
              <a:ext uri="{FF2B5EF4-FFF2-40B4-BE49-F238E27FC236}">
                <a16:creationId xmlns:a16="http://schemas.microsoft.com/office/drawing/2014/main" id="{C08161C7-E026-2150-F017-188B1DED2EB6}"/>
              </a:ext>
            </a:extLst>
          </p:cNvPr>
          <p:cNvSpPr txBox="1"/>
          <p:nvPr/>
        </p:nvSpPr>
        <p:spPr>
          <a:xfrm>
            <a:off x="4100802" y="4069939"/>
            <a:ext cx="153888" cy="184666"/>
          </a:xfrm>
          <a:prstGeom prst="rect">
            <a:avLst/>
          </a:prstGeom>
          <a:noFill/>
        </p:spPr>
        <p:txBody>
          <a:bodyPr wrap="square" lIns="0" tIns="0" rIns="0" bIns="0" rtlCol="0">
            <a:spAutoFit/>
          </a:bodyPr>
          <a:lstStyle/>
          <a:p>
            <a:pPr algn="l"/>
            <a:r>
              <a:rPr kumimoji="1" lang="ja-JP" altLang="en-US" sz="1200" dirty="0">
                <a:solidFill>
                  <a:schemeClr val="tx1">
                    <a:lumMod val="90000"/>
                    <a:lumOff val="10000"/>
                  </a:schemeClr>
                </a:solidFill>
              </a:rPr>
              <a:t>＋</a:t>
            </a:r>
          </a:p>
        </p:txBody>
      </p:sp>
      <p:sp>
        <p:nvSpPr>
          <p:cNvPr id="99" name="テキスト ボックス 98">
            <a:extLst>
              <a:ext uri="{FF2B5EF4-FFF2-40B4-BE49-F238E27FC236}">
                <a16:creationId xmlns:a16="http://schemas.microsoft.com/office/drawing/2014/main" id="{BBAB0A77-62E3-8AD2-E1DB-CAFFE41ADAC8}"/>
              </a:ext>
            </a:extLst>
          </p:cNvPr>
          <p:cNvSpPr txBox="1"/>
          <p:nvPr/>
        </p:nvSpPr>
        <p:spPr>
          <a:xfrm>
            <a:off x="4060586" y="3818513"/>
            <a:ext cx="153888" cy="184666"/>
          </a:xfrm>
          <a:prstGeom prst="rect">
            <a:avLst/>
          </a:prstGeom>
          <a:noFill/>
        </p:spPr>
        <p:txBody>
          <a:bodyPr wrap="square" lIns="0" tIns="0" rIns="0" bIns="0" rtlCol="0">
            <a:spAutoFit/>
          </a:bodyPr>
          <a:lstStyle/>
          <a:p>
            <a:pPr algn="l"/>
            <a:r>
              <a:rPr kumimoji="1" lang="ja-JP" altLang="en-US" sz="1200" dirty="0">
                <a:solidFill>
                  <a:schemeClr val="tx1">
                    <a:lumMod val="90000"/>
                    <a:lumOff val="10000"/>
                  </a:schemeClr>
                </a:solidFill>
              </a:rPr>
              <a:t>＋</a:t>
            </a:r>
          </a:p>
        </p:txBody>
      </p:sp>
      <p:cxnSp>
        <p:nvCxnSpPr>
          <p:cNvPr id="100" name="コネクタ: カギ線 99">
            <a:extLst>
              <a:ext uri="{FF2B5EF4-FFF2-40B4-BE49-F238E27FC236}">
                <a16:creationId xmlns:a16="http://schemas.microsoft.com/office/drawing/2014/main" id="{53CBEDDC-0C27-D3FF-81CE-E1AA01F83CE8}"/>
              </a:ext>
            </a:extLst>
          </p:cNvPr>
          <p:cNvCxnSpPr>
            <a:cxnSpLocks/>
            <a:stCxn id="74" idx="1"/>
            <a:endCxn id="97" idx="0"/>
          </p:cNvCxnSpPr>
          <p:nvPr/>
        </p:nvCxnSpPr>
        <p:spPr>
          <a:xfrm rot="10800000" flipH="1">
            <a:off x="2915546" y="3989739"/>
            <a:ext cx="1091559" cy="60325"/>
          </a:xfrm>
          <a:prstGeom prst="bentConnector4">
            <a:avLst>
              <a:gd name="adj1" fmla="val -20943"/>
              <a:gd name="adj2" fmla="val 1055789"/>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01" name="直線コネクタ 100">
            <a:extLst>
              <a:ext uri="{FF2B5EF4-FFF2-40B4-BE49-F238E27FC236}">
                <a16:creationId xmlns:a16="http://schemas.microsoft.com/office/drawing/2014/main" id="{57A0714E-C6C8-E07A-407B-3349B61B6BC2}"/>
              </a:ext>
            </a:extLst>
          </p:cNvPr>
          <p:cNvCxnSpPr>
            <a:cxnSpLocks/>
            <a:stCxn id="97" idx="2"/>
            <a:endCxn id="74" idx="3"/>
          </p:cNvCxnSpPr>
          <p:nvPr/>
        </p:nvCxnSpPr>
        <p:spPr>
          <a:xfrm flipH="1">
            <a:off x="3578487" y="4050063"/>
            <a:ext cx="368294" cy="0"/>
          </a:xfrm>
          <a:prstGeom prst="line">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mc:AlternateContent xmlns:mc="http://schemas.openxmlformats.org/markup-compatibility/2006" xmlns:a14="http://schemas.microsoft.com/office/drawing/2010/main">
        <mc:Choice Requires="a14">
          <p:sp>
            <p:nvSpPr>
              <p:cNvPr id="107" name="テキスト ボックス 106">
                <a:extLst>
                  <a:ext uri="{FF2B5EF4-FFF2-40B4-BE49-F238E27FC236}">
                    <a16:creationId xmlns:a16="http://schemas.microsoft.com/office/drawing/2014/main" id="{FDC2A63F-7228-BF32-51BF-B2373A109BC8}"/>
                  </a:ext>
                </a:extLst>
              </p:cNvPr>
              <p:cNvSpPr txBox="1"/>
              <p:nvPr/>
            </p:nvSpPr>
            <p:spPr>
              <a:xfrm>
                <a:off x="3247016" y="931743"/>
                <a:ext cx="3998020" cy="910634"/>
              </a:xfrm>
              <a:prstGeom prst="rect">
                <a:avLst/>
              </a:prstGeom>
              <a:noFill/>
            </p:spPr>
            <p:txBody>
              <a:bodyPr wrap="square">
                <a:spAutoFit/>
              </a:bodyPr>
              <a:lstStyle/>
              <a:p>
                <a:pPr/>
                <a14:m>
                  <m:oMathPara xmlns:m="http://schemas.openxmlformats.org/officeDocument/2006/math">
                    <m:oMath>
                      <m:sSub>
                        <m:sSubPr>
                          <m:ctrlPr>
                            <a:rPr lang="en-US" altLang="ja-JP" sz="1800" b="0" i="1" smtClean="0">
                              <a:solidFill>
                                <a:schemeClr val="tx1">
                                  <a:lumMod val="90000"/>
                                  <a:lumOff val="10000"/>
                                </a:schemeClr>
                              </a:solidFill>
                              <a:latin typeface="Cambria Math" panose="02040503050406030204" pitchFamily="18" charset="0"/>
                            </a:rPr>
                          </m:ctrlPr>
                        </m:sSubPr>
                        <m:e>
                          <m:r>
                            <a:rPr lang="en-US" altLang="ja-JP" sz="1800" b="0" i="1" smtClean="0">
                              <a:solidFill>
                                <a:schemeClr val="tx1">
                                  <a:lumMod val="90000"/>
                                  <a:lumOff val="10000"/>
                                </a:schemeClr>
                              </a:solidFill>
                              <a:latin typeface="Cambria Math" panose="02040503050406030204" pitchFamily="18" charset="0"/>
                            </a:rPr>
                            <m:t>𝐺</m:t>
                          </m:r>
                        </m:e>
                        <m:sub>
                          <m:r>
                            <a:rPr lang="en-US" altLang="ja-JP" sz="1800" b="0" i="1" smtClean="0">
                              <a:solidFill>
                                <a:schemeClr val="tx1">
                                  <a:lumMod val="90000"/>
                                  <a:lumOff val="10000"/>
                                </a:schemeClr>
                              </a:solidFill>
                              <a:latin typeface="Cambria Math" panose="02040503050406030204" pitchFamily="18" charset="0"/>
                            </a:rPr>
                            <m:t>𝑛</m:t>
                          </m:r>
                        </m:sub>
                      </m:sSub>
                      <m:r>
                        <a:rPr lang="en-US" altLang="ja-JP" sz="1800" b="0" i="1" smtClean="0">
                          <a:solidFill>
                            <a:schemeClr val="tx1">
                              <a:lumMod val="90000"/>
                              <a:lumOff val="10000"/>
                            </a:schemeClr>
                          </a:solidFill>
                          <a:latin typeface="Cambria Math" panose="02040503050406030204" pitchFamily="18" charset="0"/>
                        </a:rPr>
                        <m:t>=</m:t>
                      </m:r>
                      <m:sSub>
                        <m:sSubPr>
                          <m:ctrlPr>
                            <a:rPr lang="en-US" altLang="ja-JP" sz="1800" b="0" i="1" smtClean="0">
                              <a:solidFill>
                                <a:schemeClr val="tx1">
                                  <a:lumMod val="90000"/>
                                  <a:lumOff val="10000"/>
                                </a:schemeClr>
                              </a:solidFill>
                              <a:latin typeface="Cambria Math" panose="02040503050406030204" pitchFamily="18" charset="0"/>
                            </a:rPr>
                          </m:ctrlPr>
                        </m:sSubPr>
                        <m:e>
                          <m:r>
                            <a:rPr lang="en-US" altLang="ja-JP" sz="1800" b="0" i="1" smtClean="0">
                              <a:solidFill>
                                <a:schemeClr val="tx1">
                                  <a:lumMod val="90000"/>
                                  <a:lumOff val="10000"/>
                                </a:schemeClr>
                              </a:solidFill>
                              <a:latin typeface="Cambria Math" panose="02040503050406030204" pitchFamily="18" charset="0"/>
                            </a:rPr>
                            <m:t>𝑢</m:t>
                          </m:r>
                        </m:e>
                        <m:sub>
                          <m:r>
                            <a:rPr lang="en-US" altLang="ja-JP" sz="1800" b="0" i="1" smtClean="0">
                              <a:solidFill>
                                <a:schemeClr val="tx1">
                                  <a:lumMod val="90000"/>
                                  <a:lumOff val="10000"/>
                                </a:schemeClr>
                              </a:solidFill>
                              <a:latin typeface="Cambria Math" panose="02040503050406030204" pitchFamily="18" charset="0"/>
                            </a:rPr>
                            <m:t>𝑛</m:t>
                          </m:r>
                        </m:sub>
                      </m:sSub>
                      <m:r>
                        <a:rPr lang="en-US" altLang="ja-JP" sz="1800" b="0" i="1" smtClean="0">
                          <a:solidFill>
                            <a:schemeClr val="tx1">
                              <a:lumMod val="90000"/>
                              <a:lumOff val="10000"/>
                            </a:schemeClr>
                          </a:solidFill>
                          <a:latin typeface="Cambria Math" panose="02040503050406030204" pitchFamily="18" charset="0"/>
                        </a:rPr>
                        <m:t>+</m:t>
                      </m:r>
                      <m:sSub>
                        <m:sSubPr>
                          <m:ctrlPr>
                            <a:rPr lang="en-US" altLang="ja-JP" sz="1800" b="0" i="1" smtClean="0">
                              <a:solidFill>
                                <a:schemeClr val="tx1">
                                  <a:lumMod val="90000"/>
                                  <a:lumOff val="10000"/>
                                </a:schemeClr>
                              </a:solidFill>
                              <a:latin typeface="Cambria Math" panose="02040503050406030204" pitchFamily="18" charset="0"/>
                            </a:rPr>
                          </m:ctrlPr>
                        </m:sSubPr>
                        <m:e>
                          <m:r>
                            <a:rPr lang="en-US" altLang="ja-JP" sz="1800" b="0" i="1" smtClean="0">
                              <a:solidFill>
                                <a:schemeClr val="tx1">
                                  <a:lumMod val="90000"/>
                                  <a:lumOff val="10000"/>
                                </a:schemeClr>
                              </a:solidFill>
                              <a:latin typeface="Cambria Math" panose="02040503050406030204" pitchFamily="18" charset="0"/>
                            </a:rPr>
                            <m:t>𝑒</m:t>
                          </m:r>
                        </m:e>
                        <m:sub>
                          <m:r>
                            <a:rPr lang="en-US" altLang="ja-JP" sz="1800" b="0" i="1" smtClean="0">
                              <a:solidFill>
                                <a:schemeClr val="tx1">
                                  <a:lumMod val="90000"/>
                                  <a:lumOff val="10000"/>
                                </a:schemeClr>
                              </a:solidFill>
                              <a:latin typeface="Cambria Math" panose="02040503050406030204" pitchFamily="18" charset="0"/>
                            </a:rPr>
                            <m:t>𝑛</m:t>
                          </m:r>
                        </m:sub>
                      </m:sSub>
                      <m:r>
                        <a:rPr lang="en-US" altLang="ja-JP" sz="1800" b="0" i="1" smtClean="0">
                          <a:solidFill>
                            <a:schemeClr val="tx1">
                              <a:lumMod val="90000"/>
                              <a:lumOff val="10000"/>
                            </a:schemeClr>
                          </a:solidFill>
                          <a:latin typeface="Cambria Math" panose="02040503050406030204" pitchFamily="18" charset="0"/>
                        </a:rPr>
                        <m:t>−</m:t>
                      </m:r>
                      <m:r>
                        <m:rPr>
                          <m:sty m:val="p"/>
                        </m:rPr>
                        <a:rPr lang="en-US" altLang="ja-JP" sz="1800" b="0" i="0" smtClean="0">
                          <a:solidFill>
                            <a:schemeClr val="tx1">
                              <a:lumMod val="90000"/>
                              <a:lumOff val="10000"/>
                            </a:schemeClr>
                          </a:solidFill>
                          <a:latin typeface="Cambria Math" panose="02040503050406030204" pitchFamily="18" charset="0"/>
                        </a:rPr>
                        <m:t>Σ</m:t>
                      </m:r>
                      <m:sSub>
                        <m:sSubPr>
                          <m:ctrlPr>
                            <a:rPr lang="en-US" altLang="ja-JP" sz="1800" b="0" i="1" smtClean="0">
                              <a:solidFill>
                                <a:schemeClr val="tx1">
                                  <a:lumMod val="90000"/>
                                  <a:lumOff val="10000"/>
                                </a:schemeClr>
                              </a:solidFill>
                              <a:latin typeface="Cambria Math" panose="02040503050406030204" pitchFamily="18" charset="0"/>
                            </a:rPr>
                          </m:ctrlPr>
                        </m:sSubPr>
                        <m:e>
                          <m:r>
                            <a:rPr lang="en-US" altLang="ja-JP" sz="1800" b="0" i="1" smtClean="0">
                              <a:solidFill>
                                <a:schemeClr val="tx1">
                                  <a:lumMod val="90000"/>
                                  <a:lumOff val="10000"/>
                                </a:schemeClr>
                              </a:solidFill>
                              <a:latin typeface="Cambria Math" panose="02040503050406030204" pitchFamily="18" charset="0"/>
                            </a:rPr>
                            <m:t>𝐺</m:t>
                          </m:r>
                        </m:e>
                        <m:sub>
                          <m:r>
                            <a:rPr lang="en-US" altLang="ja-JP" sz="1800" b="0" i="1" smtClean="0">
                              <a:solidFill>
                                <a:schemeClr val="tx1">
                                  <a:lumMod val="90000"/>
                                  <a:lumOff val="10000"/>
                                </a:schemeClr>
                              </a:solidFill>
                              <a:latin typeface="Cambria Math" panose="02040503050406030204" pitchFamily="18" charset="0"/>
                            </a:rPr>
                            <m:t>𝑛</m:t>
                          </m:r>
                          <m:r>
                            <a:rPr lang="en-US" altLang="ja-JP" sz="1800" b="0" i="1" smtClean="0">
                              <a:solidFill>
                                <a:schemeClr val="tx1">
                                  <a:lumMod val="90000"/>
                                  <a:lumOff val="10000"/>
                                </a:schemeClr>
                              </a:solidFill>
                              <a:latin typeface="Cambria Math" panose="02040503050406030204" pitchFamily="18" charset="0"/>
                            </a:rPr>
                            <m:t>−1</m:t>
                          </m:r>
                        </m:sub>
                      </m:sSub>
                      <m:r>
                        <a:rPr lang="en-US" altLang="ja-JP" sz="1800" b="0" i="1" smtClean="0">
                          <a:solidFill>
                            <a:schemeClr val="tx1">
                              <a:lumMod val="90000"/>
                              <a:lumOff val="10000"/>
                            </a:schemeClr>
                          </a:solidFill>
                          <a:latin typeface="Cambria Math" panose="02040503050406030204" pitchFamily="18" charset="0"/>
                        </a:rPr>
                        <m:t>=</m:t>
                      </m:r>
                      <m:sSub>
                        <m:sSubPr>
                          <m:ctrlPr>
                            <a:rPr lang="en-US" altLang="ja-JP" i="1">
                              <a:solidFill>
                                <a:schemeClr val="tx1">
                                  <a:lumMod val="90000"/>
                                  <a:lumOff val="10000"/>
                                </a:schemeClr>
                              </a:solidFill>
                              <a:latin typeface="Cambria Math" panose="02040503050406030204" pitchFamily="18" charset="0"/>
                            </a:rPr>
                          </m:ctrlPr>
                        </m:sSubPr>
                        <m:e>
                          <m:r>
                            <a:rPr lang="en-US" altLang="ja-JP" i="1">
                              <a:solidFill>
                                <a:schemeClr val="tx1">
                                  <a:lumMod val="90000"/>
                                  <a:lumOff val="10000"/>
                                </a:schemeClr>
                              </a:solidFill>
                              <a:latin typeface="Cambria Math" panose="02040503050406030204" pitchFamily="18" charset="0"/>
                            </a:rPr>
                            <m:t>𝑢</m:t>
                          </m:r>
                        </m:e>
                        <m:sub>
                          <m:r>
                            <a:rPr lang="en-US" altLang="ja-JP" i="1">
                              <a:solidFill>
                                <a:schemeClr val="tx1">
                                  <a:lumMod val="90000"/>
                                  <a:lumOff val="10000"/>
                                </a:schemeClr>
                              </a:solidFill>
                              <a:latin typeface="Cambria Math" panose="02040503050406030204" pitchFamily="18" charset="0"/>
                            </a:rPr>
                            <m:t>𝑛</m:t>
                          </m:r>
                        </m:sub>
                      </m:sSub>
                      <m:r>
                        <a:rPr lang="en-US" altLang="ja-JP" i="1">
                          <a:solidFill>
                            <a:schemeClr val="tx1">
                              <a:lumMod val="90000"/>
                              <a:lumOff val="10000"/>
                            </a:schemeClr>
                          </a:solidFill>
                          <a:latin typeface="Cambria Math" panose="02040503050406030204" pitchFamily="18" charset="0"/>
                        </a:rPr>
                        <m:t>+</m:t>
                      </m:r>
                      <m:sSub>
                        <m:sSubPr>
                          <m:ctrlPr>
                            <a:rPr lang="en-US" altLang="ja-JP" i="1">
                              <a:solidFill>
                                <a:schemeClr val="tx1">
                                  <a:lumMod val="90000"/>
                                  <a:lumOff val="10000"/>
                                </a:schemeClr>
                              </a:solidFill>
                              <a:latin typeface="Cambria Math" panose="02040503050406030204" pitchFamily="18" charset="0"/>
                            </a:rPr>
                          </m:ctrlPr>
                        </m:sSubPr>
                        <m:e>
                          <m:r>
                            <a:rPr lang="en-US" altLang="ja-JP" i="1">
                              <a:solidFill>
                                <a:schemeClr val="tx1">
                                  <a:lumMod val="90000"/>
                                  <a:lumOff val="10000"/>
                                </a:schemeClr>
                              </a:solidFill>
                              <a:latin typeface="Cambria Math" panose="02040503050406030204" pitchFamily="18" charset="0"/>
                            </a:rPr>
                            <m:t>𝑒</m:t>
                          </m:r>
                        </m:e>
                        <m:sub>
                          <m:r>
                            <a:rPr lang="en-US" altLang="ja-JP" i="1">
                              <a:solidFill>
                                <a:schemeClr val="tx1">
                                  <a:lumMod val="90000"/>
                                  <a:lumOff val="10000"/>
                                </a:schemeClr>
                              </a:solidFill>
                              <a:latin typeface="Cambria Math" panose="02040503050406030204" pitchFamily="18" charset="0"/>
                            </a:rPr>
                            <m:t>𝑛</m:t>
                          </m:r>
                        </m:sub>
                      </m:sSub>
                      <m:r>
                        <a:rPr lang="en-US" altLang="ja-JP" i="1">
                          <a:solidFill>
                            <a:schemeClr val="tx1">
                              <a:lumMod val="90000"/>
                              <a:lumOff val="10000"/>
                            </a:schemeClr>
                          </a:solidFill>
                          <a:latin typeface="Cambria Math" panose="02040503050406030204" pitchFamily="18" charset="0"/>
                        </a:rPr>
                        <m:t>−</m:t>
                      </m:r>
                      <m:d>
                        <m:dPr>
                          <m:ctrlPr>
                            <a:rPr lang="en-US" altLang="ja-JP" b="0" i="1" smtClean="0">
                              <a:solidFill>
                                <a:schemeClr val="tx1">
                                  <a:lumMod val="90000"/>
                                  <a:lumOff val="10000"/>
                                </a:schemeClr>
                              </a:solidFill>
                              <a:latin typeface="Cambria Math" panose="02040503050406030204" pitchFamily="18" charset="0"/>
                            </a:rPr>
                          </m:ctrlPr>
                        </m:dPr>
                        <m:e>
                          <m:sSub>
                            <m:sSubPr>
                              <m:ctrlPr>
                                <a:rPr lang="en-US" altLang="ja-JP" b="0" i="1" smtClean="0">
                                  <a:solidFill>
                                    <a:schemeClr val="tx1">
                                      <a:lumMod val="90000"/>
                                      <a:lumOff val="10000"/>
                                    </a:schemeClr>
                                  </a:solidFill>
                                  <a:latin typeface="Cambria Math" panose="02040503050406030204" pitchFamily="18" charset="0"/>
                                </a:rPr>
                              </m:ctrlPr>
                            </m:sSubPr>
                            <m:e>
                              <m:r>
                                <a:rPr lang="en-US" altLang="ja-JP" b="0" i="1" smtClean="0">
                                  <a:solidFill>
                                    <a:schemeClr val="tx1">
                                      <a:lumMod val="90000"/>
                                      <a:lumOff val="10000"/>
                                    </a:schemeClr>
                                  </a:solidFill>
                                  <a:latin typeface="Cambria Math" panose="02040503050406030204" pitchFamily="18" charset="0"/>
                                </a:rPr>
                                <m:t>𝑢</m:t>
                              </m:r>
                            </m:e>
                            <m:sub>
                              <m:r>
                                <a:rPr lang="en-US" altLang="ja-JP" b="0" i="1" smtClean="0">
                                  <a:solidFill>
                                    <a:schemeClr val="tx1">
                                      <a:lumMod val="90000"/>
                                      <a:lumOff val="10000"/>
                                    </a:schemeClr>
                                  </a:solidFill>
                                  <a:latin typeface="Cambria Math" panose="02040503050406030204" pitchFamily="18" charset="0"/>
                                </a:rPr>
                                <m:t>𝑛</m:t>
                              </m:r>
                              <m:r>
                                <a:rPr lang="en-US" altLang="ja-JP" b="0" i="1" smtClean="0">
                                  <a:solidFill>
                                    <a:schemeClr val="tx1">
                                      <a:lumMod val="90000"/>
                                      <a:lumOff val="10000"/>
                                    </a:schemeClr>
                                  </a:solidFill>
                                  <a:latin typeface="Cambria Math" panose="02040503050406030204" pitchFamily="18" charset="0"/>
                                </a:rPr>
                                <m:t>−1</m:t>
                              </m:r>
                            </m:sub>
                          </m:sSub>
                          <m:r>
                            <a:rPr lang="en-US" altLang="ja-JP" b="0" i="1" smtClean="0">
                              <a:solidFill>
                                <a:schemeClr val="tx1">
                                  <a:lumMod val="90000"/>
                                  <a:lumOff val="10000"/>
                                </a:schemeClr>
                              </a:solidFill>
                              <a:latin typeface="Cambria Math" panose="02040503050406030204" pitchFamily="18" charset="0"/>
                            </a:rPr>
                            <m:t>+</m:t>
                          </m:r>
                          <m:sSub>
                            <m:sSubPr>
                              <m:ctrlPr>
                                <a:rPr lang="en-US" altLang="ja-JP" b="0" i="1" smtClean="0">
                                  <a:solidFill>
                                    <a:schemeClr val="tx1">
                                      <a:lumMod val="90000"/>
                                      <a:lumOff val="10000"/>
                                    </a:schemeClr>
                                  </a:solidFill>
                                  <a:latin typeface="Cambria Math" panose="02040503050406030204" pitchFamily="18" charset="0"/>
                                </a:rPr>
                              </m:ctrlPr>
                            </m:sSubPr>
                            <m:e>
                              <m:r>
                                <a:rPr lang="en-US" altLang="ja-JP" b="0" i="1" smtClean="0">
                                  <a:solidFill>
                                    <a:schemeClr val="tx1">
                                      <a:lumMod val="90000"/>
                                      <a:lumOff val="10000"/>
                                    </a:schemeClr>
                                  </a:solidFill>
                                  <a:latin typeface="Cambria Math" panose="02040503050406030204" pitchFamily="18" charset="0"/>
                                </a:rPr>
                                <m:t>𝑒</m:t>
                              </m:r>
                            </m:e>
                            <m:sub>
                              <m:r>
                                <a:rPr lang="en-US" altLang="ja-JP" b="0" i="1" smtClean="0">
                                  <a:solidFill>
                                    <a:schemeClr val="tx1">
                                      <a:lumMod val="90000"/>
                                      <a:lumOff val="10000"/>
                                    </a:schemeClr>
                                  </a:solidFill>
                                  <a:latin typeface="Cambria Math" panose="02040503050406030204" pitchFamily="18" charset="0"/>
                                </a:rPr>
                                <m:t>𝑛</m:t>
                              </m:r>
                              <m:r>
                                <a:rPr lang="en-US" altLang="ja-JP" b="0" i="1" smtClean="0">
                                  <a:solidFill>
                                    <a:schemeClr val="tx1">
                                      <a:lumMod val="90000"/>
                                      <a:lumOff val="10000"/>
                                    </a:schemeClr>
                                  </a:solidFill>
                                  <a:latin typeface="Cambria Math" panose="02040503050406030204" pitchFamily="18" charset="0"/>
                                </a:rPr>
                                <m:t>−1</m:t>
                              </m:r>
                            </m:sub>
                          </m:sSub>
                          <m:r>
                            <a:rPr lang="en-US" altLang="ja-JP" b="0" i="1" smtClean="0">
                              <a:solidFill>
                                <a:schemeClr val="tx1">
                                  <a:lumMod val="90000"/>
                                  <a:lumOff val="10000"/>
                                </a:schemeClr>
                              </a:solidFill>
                              <a:latin typeface="Cambria Math" panose="02040503050406030204" pitchFamily="18" charset="0"/>
                            </a:rPr>
                            <m:t>+</m:t>
                          </m:r>
                          <m:r>
                            <m:rPr>
                              <m:sty m:val="p"/>
                            </m:rPr>
                            <a:rPr lang="en-US" altLang="ja-JP">
                              <a:solidFill>
                                <a:schemeClr val="tx1">
                                  <a:lumMod val="90000"/>
                                  <a:lumOff val="10000"/>
                                </a:schemeClr>
                              </a:solidFill>
                              <a:latin typeface="Cambria Math" panose="02040503050406030204" pitchFamily="18" charset="0"/>
                            </a:rPr>
                            <m:t>Σ</m:t>
                          </m:r>
                          <m:sSub>
                            <m:sSubPr>
                              <m:ctrlPr>
                                <a:rPr lang="en-US" altLang="ja-JP" i="1">
                                  <a:solidFill>
                                    <a:schemeClr val="tx1">
                                      <a:lumMod val="90000"/>
                                      <a:lumOff val="10000"/>
                                    </a:schemeClr>
                                  </a:solidFill>
                                  <a:latin typeface="Cambria Math" panose="02040503050406030204" pitchFamily="18" charset="0"/>
                                </a:rPr>
                              </m:ctrlPr>
                            </m:sSubPr>
                            <m:e>
                              <m:r>
                                <a:rPr lang="en-US" altLang="ja-JP" i="1">
                                  <a:solidFill>
                                    <a:schemeClr val="tx1">
                                      <a:lumMod val="90000"/>
                                      <a:lumOff val="10000"/>
                                    </a:schemeClr>
                                  </a:solidFill>
                                  <a:latin typeface="Cambria Math" panose="02040503050406030204" pitchFamily="18" charset="0"/>
                                </a:rPr>
                                <m:t>𝐺</m:t>
                              </m:r>
                            </m:e>
                            <m:sub>
                              <m:r>
                                <a:rPr lang="en-US" altLang="ja-JP" i="1">
                                  <a:solidFill>
                                    <a:schemeClr val="tx1">
                                      <a:lumMod val="90000"/>
                                      <a:lumOff val="10000"/>
                                    </a:schemeClr>
                                  </a:solidFill>
                                  <a:latin typeface="Cambria Math" panose="02040503050406030204" pitchFamily="18" charset="0"/>
                                </a:rPr>
                                <m:t>𝑛</m:t>
                              </m:r>
                              <m:r>
                                <a:rPr lang="en-US" altLang="ja-JP" i="1">
                                  <a:solidFill>
                                    <a:schemeClr val="tx1">
                                      <a:lumMod val="90000"/>
                                      <a:lumOff val="10000"/>
                                    </a:schemeClr>
                                  </a:solidFill>
                                  <a:latin typeface="Cambria Math" panose="02040503050406030204" pitchFamily="18" charset="0"/>
                                </a:rPr>
                                <m:t>−2</m:t>
                              </m:r>
                            </m:sub>
                          </m:sSub>
                        </m:e>
                      </m:d>
                      <m:r>
                        <a:rPr lang="en-US" altLang="ja-JP" b="0" i="1" smtClean="0">
                          <a:solidFill>
                            <a:schemeClr val="tx1">
                              <a:lumMod val="90000"/>
                              <a:lumOff val="10000"/>
                            </a:schemeClr>
                          </a:solidFill>
                          <a:latin typeface="Cambria Math" panose="02040503050406030204" pitchFamily="18" charset="0"/>
                        </a:rPr>
                        <m:t>=</m:t>
                      </m:r>
                      <m:d>
                        <m:dPr>
                          <m:ctrlPr>
                            <a:rPr lang="en-US" altLang="ja-JP" b="0" i="1" smtClean="0">
                              <a:solidFill>
                                <a:schemeClr val="tx1">
                                  <a:lumMod val="90000"/>
                                  <a:lumOff val="10000"/>
                                </a:schemeClr>
                              </a:solidFill>
                              <a:latin typeface="Cambria Math" panose="02040503050406030204" pitchFamily="18" charset="0"/>
                            </a:rPr>
                          </m:ctrlPr>
                        </m:dPr>
                        <m:e>
                          <m:sSub>
                            <m:sSubPr>
                              <m:ctrlPr>
                                <a:rPr lang="en-US" altLang="ja-JP" b="0" i="1" smtClean="0">
                                  <a:solidFill>
                                    <a:schemeClr val="tx1">
                                      <a:lumMod val="90000"/>
                                      <a:lumOff val="10000"/>
                                    </a:schemeClr>
                                  </a:solidFill>
                                  <a:latin typeface="Cambria Math" panose="02040503050406030204" pitchFamily="18" charset="0"/>
                                </a:rPr>
                              </m:ctrlPr>
                            </m:sSubPr>
                            <m:e>
                              <m:r>
                                <a:rPr lang="en-US" altLang="ja-JP" b="0" i="1" smtClean="0">
                                  <a:solidFill>
                                    <a:schemeClr val="tx1">
                                      <a:lumMod val="90000"/>
                                      <a:lumOff val="10000"/>
                                    </a:schemeClr>
                                  </a:solidFill>
                                  <a:latin typeface="Cambria Math" panose="02040503050406030204" pitchFamily="18" charset="0"/>
                                </a:rPr>
                                <m:t>𝑢</m:t>
                              </m:r>
                            </m:e>
                            <m:sub>
                              <m:r>
                                <a:rPr lang="en-US" altLang="ja-JP" b="0" i="1" smtClean="0">
                                  <a:solidFill>
                                    <a:schemeClr val="tx1">
                                      <a:lumMod val="90000"/>
                                      <a:lumOff val="10000"/>
                                    </a:schemeClr>
                                  </a:solidFill>
                                  <a:latin typeface="Cambria Math" panose="02040503050406030204" pitchFamily="18" charset="0"/>
                                </a:rPr>
                                <m:t>𝑛</m:t>
                              </m:r>
                            </m:sub>
                          </m:sSub>
                          <m:r>
                            <a:rPr lang="en-US" altLang="ja-JP" b="0" i="1" smtClean="0">
                              <a:solidFill>
                                <a:schemeClr val="tx1">
                                  <a:lumMod val="90000"/>
                                  <a:lumOff val="10000"/>
                                </a:schemeClr>
                              </a:solidFill>
                              <a:latin typeface="Cambria Math" panose="02040503050406030204" pitchFamily="18" charset="0"/>
                            </a:rPr>
                            <m:t>−</m:t>
                          </m:r>
                          <m:sSub>
                            <m:sSubPr>
                              <m:ctrlPr>
                                <a:rPr lang="en-US" altLang="ja-JP" b="0" i="1" smtClean="0">
                                  <a:solidFill>
                                    <a:schemeClr val="tx1">
                                      <a:lumMod val="90000"/>
                                      <a:lumOff val="10000"/>
                                    </a:schemeClr>
                                  </a:solidFill>
                                  <a:latin typeface="Cambria Math" panose="02040503050406030204" pitchFamily="18" charset="0"/>
                                </a:rPr>
                              </m:ctrlPr>
                            </m:sSubPr>
                            <m:e>
                              <m:r>
                                <a:rPr lang="en-US" altLang="ja-JP" b="0" i="1" smtClean="0">
                                  <a:solidFill>
                                    <a:schemeClr val="tx1">
                                      <a:lumMod val="90000"/>
                                      <a:lumOff val="10000"/>
                                    </a:schemeClr>
                                  </a:solidFill>
                                  <a:latin typeface="Cambria Math" panose="02040503050406030204" pitchFamily="18" charset="0"/>
                                </a:rPr>
                                <m:t>𝑢</m:t>
                              </m:r>
                            </m:e>
                            <m:sub>
                              <m:r>
                                <a:rPr lang="en-US" altLang="ja-JP" b="0" i="1" smtClean="0">
                                  <a:solidFill>
                                    <a:schemeClr val="tx1">
                                      <a:lumMod val="90000"/>
                                      <a:lumOff val="10000"/>
                                    </a:schemeClr>
                                  </a:solidFill>
                                  <a:latin typeface="Cambria Math" panose="02040503050406030204" pitchFamily="18" charset="0"/>
                                </a:rPr>
                                <m:t>𝑛</m:t>
                              </m:r>
                              <m:r>
                                <a:rPr lang="en-US" altLang="ja-JP" b="0" i="1" smtClean="0">
                                  <a:solidFill>
                                    <a:schemeClr val="tx1">
                                      <a:lumMod val="90000"/>
                                      <a:lumOff val="10000"/>
                                    </a:schemeClr>
                                  </a:solidFill>
                                  <a:latin typeface="Cambria Math" panose="02040503050406030204" pitchFamily="18" charset="0"/>
                                </a:rPr>
                                <m:t>−1</m:t>
                              </m:r>
                            </m:sub>
                          </m:sSub>
                        </m:e>
                      </m:d>
                      <m:r>
                        <a:rPr lang="en-US" altLang="ja-JP" b="0" i="1" smtClean="0">
                          <a:solidFill>
                            <a:schemeClr val="tx1">
                              <a:lumMod val="90000"/>
                              <a:lumOff val="10000"/>
                            </a:schemeClr>
                          </a:solidFill>
                          <a:latin typeface="Cambria Math" panose="02040503050406030204" pitchFamily="18" charset="0"/>
                        </a:rPr>
                        <m:t>+</m:t>
                      </m:r>
                      <m:d>
                        <m:dPr>
                          <m:ctrlPr>
                            <a:rPr lang="en-US" altLang="ja-JP" b="0" i="1" smtClean="0">
                              <a:solidFill>
                                <a:schemeClr val="tx1">
                                  <a:lumMod val="90000"/>
                                  <a:lumOff val="10000"/>
                                </a:schemeClr>
                              </a:solidFill>
                              <a:latin typeface="Cambria Math" panose="02040503050406030204" pitchFamily="18" charset="0"/>
                            </a:rPr>
                          </m:ctrlPr>
                        </m:dPr>
                        <m:e>
                          <m:sSub>
                            <m:sSubPr>
                              <m:ctrlPr>
                                <a:rPr lang="en-US" altLang="ja-JP" b="0" i="1" smtClean="0">
                                  <a:solidFill>
                                    <a:schemeClr val="tx1">
                                      <a:lumMod val="90000"/>
                                      <a:lumOff val="10000"/>
                                    </a:schemeClr>
                                  </a:solidFill>
                                  <a:latin typeface="Cambria Math" panose="02040503050406030204" pitchFamily="18" charset="0"/>
                                </a:rPr>
                              </m:ctrlPr>
                            </m:sSubPr>
                            <m:e>
                              <m:r>
                                <a:rPr lang="en-US" altLang="ja-JP" b="0" i="1" smtClean="0">
                                  <a:solidFill>
                                    <a:schemeClr val="tx1">
                                      <a:lumMod val="90000"/>
                                      <a:lumOff val="10000"/>
                                    </a:schemeClr>
                                  </a:solidFill>
                                  <a:latin typeface="Cambria Math" panose="02040503050406030204" pitchFamily="18" charset="0"/>
                                </a:rPr>
                                <m:t>𝑒</m:t>
                              </m:r>
                            </m:e>
                            <m:sub>
                              <m:r>
                                <a:rPr lang="en-US" altLang="ja-JP" b="0" i="1" smtClean="0">
                                  <a:solidFill>
                                    <a:schemeClr val="tx1">
                                      <a:lumMod val="90000"/>
                                      <a:lumOff val="10000"/>
                                    </a:schemeClr>
                                  </a:solidFill>
                                  <a:latin typeface="Cambria Math" panose="02040503050406030204" pitchFamily="18" charset="0"/>
                                </a:rPr>
                                <m:t>𝑛</m:t>
                              </m:r>
                            </m:sub>
                          </m:sSub>
                          <m:r>
                            <a:rPr lang="en-US" altLang="ja-JP" b="0" i="1" smtClean="0">
                              <a:solidFill>
                                <a:schemeClr val="tx1">
                                  <a:lumMod val="90000"/>
                                  <a:lumOff val="10000"/>
                                </a:schemeClr>
                              </a:solidFill>
                              <a:latin typeface="Cambria Math" panose="02040503050406030204" pitchFamily="18" charset="0"/>
                            </a:rPr>
                            <m:t>−</m:t>
                          </m:r>
                          <m:sSub>
                            <m:sSubPr>
                              <m:ctrlPr>
                                <a:rPr lang="en-US" altLang="ja-JP" b="0" i="1" smtClean="0">
                                  <a:solidFill>
                                    <a:schemeClr val="tx1">
                                      <a:lumMod val="90000"/>
                                      <a:lumOff val="10000"/>
                                    </a:schemeClr>
                                  </a:solidFill>
                                  <a:latin typeface="Cambria Math" panose="02040503050406030204" pitchFamily="18" charset="0"/>
                                </a:rPr>
                              </m:ctrlPr>
                            </m:sSubPr>
                            <m:e>
                              <m:r>
                                <a:rPr lang="en-US" altLang="ja-JP" b="0" i="1" smtClean="0">
                                  <a:solidFill>
                                    <a:schemeClr val="tx1">
                                      <a:lumMod val="90000"/>
                                      <a:lumOff val="10000"/>
                                    </a:schemeClr>
                                  </a:solidFill>
                                  <a:latin typeface="Cambria Math" panose="02040503050406030204" pitchFamily="18" charset="0"/>
                                </a:rPr>
                                <m:t>𝑒</m:t>
                              </m:r>
                            </m:e>
                            <m:sub>
                              <m:r>
                                <a:rPr lang="en-US" altLang="ja-JP" b="0" i="1" smtClean="0">
                                  <a:solidFill>
                                    <a:schemeClr val="tx1">
                                      <a:lumMod val="90000"/>
                                      <a:lumOff val="10000"/>
                                    </a:schemeClr>
                                  </a:solidFill>
                                  <a:latin typeface="Cambria Math" panose="02040503050406030204" pitchFamily="18" charset="0"/>
                                </a:rPr>
                                <m:t>𝑛</m:t>
                              </m:r>
                              <m:r>
                                <a:rPr lang="en-US" altLang="ja-JP" b="0" i="1" smtClean="0">
                                  <a:solidFill>
                                    <a:schemeClr val="tx1">
                                      <a:lumMod val="90000"/>
                                      <a:lumOff val="10000"/>
                                    </a:schemeClr>
                                  </a:solidFill>
                                  <a:latin typeface="Cambria Math" panose="02040503050406030204" pitchFamily="18" charset="0"/>
                                </a:rPr>
                                <m:t>−1</m:t>
                              </m:r>
                            </m:sub>
                          </m:sSub>
                        </m:e>
                      </m:d>
                      <m:r>
                        <a:rPr lang="en-US" altLang="ja-JP" b="0" i="1" smtClean="0">
                          <a:solidFill>
                            <a:schemeClr val="tx1">
                              <a:lumMod val="90000"/>
                              <a:lumOff val="10000"/>
                            </a:schemeClr>
                          </a:solidFill>
                          <a:latin typeface="Cambria Math" panose="02040503050406030204" pitchFamily="18" charset="0"/>
                        </a:rPr>
                        <m:t>−</m:t>
                      </m:r>
                      <m:r>
                        <m:rPr>
                          <m:sty m:val="p"/>
                        </m:rPr>
                        <a:rPr lang="en-US" altLang="ja-JP">
                          <a:solidFill>
                            <a:schemeClr val="tx1">
                              <a:lumMod val="90000"/>
                              <a:lumOff val="10000"/>
                            </a:schemeClr>
                          </a:solidFill>
                          <a:latin typeface="Cambria Math" panose="02040503050406030204" pitchFamily="18" charset="0"/>
                        </a:rPr>
                        <m:t>Σ</m:t>
                      </m:r>
                      <m:sSub>
                        <m:sSubPr>
                          <m:ctrlPr>
                            <a:rPr lang="en-US" altLang="ja-JP" i="1">
                              <a:solidFill>
                                <a:schemeClr val="tx1">
                                  <a:lumMod val="90000"/>
                                  <a:lumOff val="10000"/>
                                </a:schemeClr>
                              </a:solidFill>
                              <a:latin typeface="Cambria Math" panose="02040503050406030204" pitchFamily="18" charset="0"/>
                            </a:rPr>
                          </m:ctrlPr>
                        </m:sSubPr>
                        <m:e>
                          <m:r>
                            <a:rPr lang="en-US" altLang="ja-JP" i="1">
                              <a:solidFill>
                                <a:schemeClr val="tx1">
                                  <a:lumMod val="90000"/>
                                  <a:lumOff val="10000"/>
                                </a:schemeClr>
                              </a:solidFill>
                              <a:latin typeface="Cambria Math" panose="02040503050406030204" pitchFamily="18" charset="0"/>
                            </a:rPr>
                            <m:t>𝐺</m:t>
                          </m:r>
                        </m:e>
                        <m:sub>
                          <m:r>
                            <a:rPr lang="en-US" altLang="ja-JP" i="1">
                              <a:solidFill>
                                <a:schemeClr val="tx1">
                                  <a:lumMod val="90000"/>
                                  <a:lumOff val="10000"/>
                                </a:schemeClr>
                              </a:solidFill>
                              <a:latin typeface="Cambria Math" panose="02040503050406030204" pitchFamily="18" charset="0"/>
                            </a:rPr>
                            <m:t>𝑛</m:t>
                          </m:r>
                          <m:r>
                            <a:rPr lang="en-US" altLang="ja-JP" i="1">
                              <a:solidFill>
                                <a:schemeClr val="tx1">
                                  <a:lumMod val="90000"/>
                                  <a:lumOff val="10000"/>
                                </a:schemeClr>
                              </a:solidFill>
                              <a:latin typeface="Cambria Math" panose="02040503050406030204" pitchFamily="18" charset="0"/>
                            </a:rPr>
                            <m:t>−2</m:t>
                          </m:r>
                        </m:sub>
                      </m:sSub>
                    </m:oMath>
                  </m:oMathPara>
                </a14:m>
                <a:endParaRPr lang="en-US" altLang="ja-JP" b="0" dirty="0">
                  <a:solidFill>
                    <a:schemeClr val="tx1">
                      <a:lumMod val="90000"/>
                      <a:lumOff val="10000"/>
                    </a:schemeClr>
                  </a:solidFill>
                </a:endParaRPr>
              </a:p>
            </p:txBody>
          </p:sp>
        </mc:Choice>
        <mc:Fallback xmlns="">
          <p:sp>
            <p:nvSpPr>
              <p:cNvPr id="107" name="テキスト ボックス 106">
                <a:extLst>
                  <a:ext uri="{FF2B5EF4-FFF2-40B4-BE49-F238E27FC236}">
                    <a16:creationId xmlns:a16="http://schemas.microsoft.com/office/drawing/2014/main" id="{FDC2A63F-7228-BF32-51BF-B2373A109BC8}"/>
                  </a:ext>
                </a:extLst>
              </p:cNvPr>
              <p:cNvSpPr txBox="1">
                <a:spLocks noRot="1" noChangeAspect="1" noMove="1" noResize="1" noEditPoints="1" noAdjustHandles="1" noChangeArrowheads="1" noChangeShapeType="1" noTextEdit="1"/>
              </p:cNvSpPr>
              <p:nvPr/>
            </p:nvSpPr>
            <p:spPr>
              <a:xfrm>
                <a:off x="3247016" y="931743"/>
                <a:ext cx="3998020" cy="910634"/>
              </a:xfrm>
              <a:prstGeom prst="rect">
                <a:avLst/>
              </a:prstGeom>
              <a:blipFill>
                <a:blip r:embed="rId6"/>
                <a:stretch>
                  <a:fillRect/>
                </a:stretch>
              </a:blipFill>
            </p:spPr>
            <p:txBody>
              <a:bodyPr/>
              <a:lstStyle/>
              <a:p>
                <a:r>
                  <a:rPr lang="ja-JP" altLang="en-US">
                    <a:noFill/>
                  </a:rPr>
                  <a:t> </a:t>
                </a:r>
              </a:p>
            </p:txBody>
          </p:sp>
        </mc:Fallback>
      </mc:AlternateContent>
      <p:sp>
        <p:nvSpPr>
          <p:cNvPr id="109" name="フリーフォーム: 図形 108">
            <a:extLst>
              <a:ext uri="{FF2B5EF4-FFF2-40B4-BE49-F238E27FC236}">
                <a16:creationId xmlns:a16="http://schemas.microsoft.com/office/drawing/2014/main" id="{7258A46F-1729-F4F4-62AE-4000164FFE67}"/>
              </a:ext>
            </a:extLst>
          </p:cNvPr>
          <p:cNvSpPr/>
          <p:nvPr/>
        </p:nvSpPr>
        <p:spPr>
          <a:xfrm rot="2097267">
            <a:off x="2196001" y="4136808"/>
            <a:ext cx="144956" cy="920120"/>
          </a:xfrm>
          <a:custGeom>
            <a:avLst/>
            <a:gdLst>
              <a:gd name="csX0" fmla="*/ 71566 w 135746"/>
              <a:gd name="csY0" fmla="*/ 510117 h 510117"/>
              <a:gd name="csX1" fmla="*/ 1716 w 135746"/>
              <a:gd name="csY1" fmla="*/ 294217 h 510117"/>
              <a:gd name="csX2" fmla="*/ 135066 w 135746"/>
              <a:gd name="csY2" fmla="*/ 243417 h 510117"/>
              <a:gd name="csX3" fmla="*/ 44049 w 135746"/>
              <a:gd name="csY3" fmla="*/ 0 h 510117"/>
            </a:gdLst>
            <a:ahLst/>
            <a:cxnLst>
              <a:cxn ang="0">
                <a:pos x="csX0" y="csY0"/>
              </a:cxn>
              <a:cxn ang="0">
                <a:pos x="csX1" y="csY1"/>
              </a:cxn>
              <a:cxn ang="0">
                <a:pos x="csX2" y="csY2"/>
              </a:cxn>
              <a:cxn ang="0">
                <a:pos x="csX3" y="csY3"/>
              </a:cxn>
            </a:cxnLst>
            <a:rect l="l" t="t" r="r" b="b"/>
            <a:pathLst>
              <a:path w="135746" h="510117">
                <a:moveTo>
                  <a:pt x="71566" y="510117"/>
                </a:moveTo>
                <a:cubicBezTo>
                  <a:pt x="31349" y="424392"/>
                  <a:pt x="-8867" y="338667"/>
                  <a:pt x="1716" y="294217"/>
                </a:cubicBezTo>
                <a:cubicBezTo>
                  <a:pt x="12299" y="249767"/>
                  <a:pt x="128011" y="292453"/>
                  <a:pt x="135066" y="243417"/>
                </a:cubicBezTo>
                <a:cubicBezTo>
                  <a:pt x="142122" y="194381"/>
                  <a:pt x="93085" y="97190"/>
                  <a:pt x="44049" y="0"/>
                </a:cubicBezTo>
              </a:path>
            </a:pathLst>
          </a:cu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kumimoji="1" lang="ja-JP" altLang="en-US"/>
          </a:p>
        </p:txBody>
      </p:sp>
      <p:sp>
        <p:nvSpPr>
          <p:cNvPr id="110" name="楕円 109">
            <a:extLst>
              <a:ext uri="{FF2B5EF4-FFF2-40B4-BE49-F238E27FC236}">
                <a16:creationId xmlns:a16="http://schemas.microsoft.com/office/drawing/2014/main" id="{4E83EF63-E256-E0E6-6D52-811AD3A02B95}"/>
              </a:ext>
            </a:extLst>
          </p:cNvPr>
          <p:cNvSpPr/>
          <p:nvPr/>
        </p:nvSpPr>
        <p:spPr>
          <a:xfrm>
            <a:off x="2888481" y="3076104"/>
            <a:ext cx="120650" cy="120650"/>
          </a:xfrm>
          <a:prstGeom prst="ellipse">
            <a:avLst/>
          </a:prstGeom>
          <a:noFill/>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kumimoji="1" lang="ja-JP" altLang="en-US"/>
          </a:p>
        </p:txBody>
      </p:sp>
      <mc:AlternateContent xmlns:mc="http://schemas.openxmlformats.org/markup-compatibility/2006" xmlns:a14="http://schemas.microsoft.com/office/drawing/2010/main">
        <mc:Choice Requires="a14">
          <p:sp>
            <p:nvSpPr>
              <p:cNvPr id="111" name="テキスト ボックス 110">
                <a:extLst>
                  <a:ext uri="{FF2B5EF4-FFF2-40B4-BE49-F238E27FC236}">
                    <a16:creationId xmlns:a16="http://schemas.microsoft.com/office/drawing/2014/main" id="{3178574E-56ED-0BDB-7E5D-C5C7E0B051BE}"/>
                  </a:ext>
                </a:extLst>
              </p:cNvPr>
              <p:cNvSpPr txBox="1"/>
              <p:nvPr/>
            </p:nvSpPr>
            <p:spPr>
              <a:xfrm>
                <a:off x="2753464" y="2217653"/>
                <a:ext cx="390683" cy="369332"/>
              </a:xfrm>
              <a:prstGeom prst="rect">
                <a:avLst/>
              </a:prstGeom>
              <a:noFill/>
            </p:spPr>
            <p:txBody>
              <a:bodyPr wrap="none" lIns="0" tIns="0" rIns="0" bIns="0" rtlCol="0">
                <a:spAutoFit/>
              </a:bodyPr>
              <a:lstStyle/>
              <a:p>
                <a:pPr algn="l"/>
                <a14:m>
                  <m:oMathPara xmlns:m="http://schemas.openxmlformats.org/officeDocument/2006/math">
                    <m:oMath>
                      <m:sSub>
                        <m:sSubPr>
                          <m:ctrlPr>
                            <a:rPr kumimoji="1" lang="en-US" altLang="ja-JP" sz="2400" b="0" i="1" smtClean="0">
                              <a:solidFill>
                                <a:schemeClr val="tx1">
                                  <a:lumMod val="90000"/>
                                  <a:lumOff val="10000"/>
                                </a:schemeClr>
                              </a:solidFill>
                              <a:latin typeface="Cambria Math" panose="02040503050406030204" pitchFamily="18" charset="0"/>
                            </a:rPr>
                          </m:ctrlPr>
                        </m:sSubPr>
                        <m:e>
                          <m:r>
                            <a:rPr kumimoji="1" lang="en-US" altLang="ja-JP" sz="2400" b="0" i="1" smtClean="0">
                              <a:solidFill>
                                <a:schemeClr val="tx1">
                                  <a:lumMod val="90000"/>
                                  <a:lumOff val="10000"/>
                                </a:schemeClr>
                              </a:solidFill>
                              <a:latin typeface="Cambria Math" panose="02040503050406030204" pitchFamily="18" charset="0"/>
                            </a:rPr>
                            <m:t>𝑒</m:t>
                          </m:r>
                        </m:e>
                        <m:sub>
                          <m:r>
                            <a:rPr kumimoji="1" lang="en-US" altLang="ja-JP" sz="2400" b="0" i="1" smtClean="0">
                              <a:solidFill>
                                <a:schemeClr val="tx1">
                                  <a:lumMod val="90000"/>
                                  <a:lumOff val="10000"/>
                                </a:schemeClr>
                              </a:solidFill>
                              <a:latin typeface="Cambria Math" panose="02040503050406030204" pitchFamily="18" charset="0"/>
                            </a:rPr>
                            <m:t>𝑛</m:t>
                          </m:r>
                        </m:sub>
                      </m:sSub>
                    </m:oMath>
                  </m:oMathPara>
                </a14:m>
                <a:endParaRPr kumimoji="1" lang="ja-JP" altLang="en-US" sz="2400" dirty="0">
                  <a:solidFill>
                    <a:schemeClr val="tx1">
                      <a:lumMod val="90000"/>
                      <a:lumOff val="10000"/>
                    </a:schemeClr>
                  </a:solidFill>
                </a:endParaRPr>
              </a:p>
            </p:txBody>
          </p:sp>
        </mc:Choice>
        <mc:Fallback xmlns="">
          <p:sp>
            <p:nvSpPr>
              <p:cNvPr id="111" name="テキスト ボックス 110">
                <a:extLst>
                  <a:ext uri="{FF2B5EF4-FFF2-40B4-BE49-F238E27FC236}">
                    <a16:creationId xmlns:a16="http://schemas.microsoft.com/office/drawing/2014/main" id="{3178574E-56ED-0BDB-7E5D-C5C7E0B051BE}"/>
                  </a:ext>
                </a:extLst>
              </p:cNvPr>
              <p:cNvSpPr txBox="1">
                <a:spLocks noRot="1" noChangeAspect="1" noMove="1" noResize="1" noEditPoints="1" noAdjustHandles="1" noChangeArrowheads="1" noChangeShapeType="1" noTextEdit="1"/>
              </p:cNvSpPr>
              <p:nvPr/>
            </p:nvSpPr>
            <p:spPr>
              <a:xfrm>
                <a:off x="2753464" y="2217653"/>
                <a:ext cx="390683" cy="369332"/>
              </a:xfrm>
              <a:prstGeom prst="rect">
                <a:avLst/>
              </a:prstGeom>
              <a:blipFill>
                <a:blip r:embed="rId7"/>
                <a:stretch>
                  <a:fillRect l="-9375" b="-13333"/>
                </a:stretch>
              </a:blipFill>
            </p:spPr>
            <p:txBody>
              <a:bodyPr/>
              <a:lstStyle/>
              <a:p>
                <a:r>
                  <a:rPr lang="ja-JP" altLang="en-US">
                    <a:noFill/>
                  </a:rPr>
                  <a:t> </a:t>
                </a:r>
              </a:p>
            </p:txBody>
          </p:sp>
        </mc:Fallback>
      </mc:AlternateContent>
      <p:cxnSp>
        <p:nvCxnSpPr>
          <p:cNvPr id="112" name="直線コネクタ 111">
            <a:extLst>
              <a:ext uri="{FF2B5EF4-FFF2-40B4-BE49-F238E27FC236}">
                <a16:creationId xmlns:a16="http://schemas.microsoft.com/office/drawing/2014/main" id="{6E9E06EE-6652-5C6B-5607-93D73B87472C}"/>
              </a:ext>
            </a:extLst>
          </p:cNvPr>
          <p:cNvCxnSpPr>
            <a:cxnSpLocks/>
            <a:stCxn id="111" idx="2"/>
            <a:endCxn id="110" idx="0"/>
          </p:cNvCxnSpPr>
          <p:nvPr/>
        </p:nvCxnSpPr>
        <p:spPr>
          <a:xfrm>
            <a:off x="2948806" y="2586985"/>
            <a:ext cx="0" cy="489119"/>
          </a:xfrm>
          <a:prstGeom prst="line">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13" name="テキスト ボックス 112">
            <a:extLst>
              <a:ext uri="{FF2B5EF4-FFF2-40B4-BE49-F238E27FC236}">
                <a16:creationId xmlns:a16="http://schemas.microsoft.com/office/drawing/2014/main" id="{60B3EC88-C4FB-3368-AFA4-1B61A4DAE10E}"/>
              </a:ext>
            </a:extLst>
          </p:cNvPr>
          <p:cNvSpPr txBox="1"/>
          <p:nvPr/>
        </p:nvSpPr>
        <p:spPr>
          <a:xfrm>
            <a:off x="2739457" y="3178099"/>
            <a:ext cx="153888" cy="184666"/>
          </a:xfrm>
          <a:prstGeom prst="rect">
            <a:avLst/>
          </a:prstGeom>
          <a:noFill/>
        </p:spPr>
        <p:txBody>
          <a:bodyPr wrap="none" lIns="0" tIns="0" rIns="0" bIns="0" rtlCol="0">
            <a:spAutoFit/>
          </a:bodyPr>
          <a:lstStyle/>
          <a:p>
            <a:pPr algn="l"/>
            <a:r>
              <a:rPr kumimoji="1" lang="ja-JP" altLang="en-US" sz="1200" dirty="0">
                <a:solidFill>
                  <a:schemeClr val="tx1">
                    <a:lumMod val="90000"/>
                    <a:lumOff val="10000"/>
                  </a:schemeClr>
                </a:solidFill>
              </a:rPr>
              <a:t>＋</a:t>
            </a:r>
          </a:p>
        </p:txBody>
      </p:sp>
      <p:sp>
        <p:nvSpPr>
          <p:cNvPr id="114" name="テキスト ボックス 113">
            <a:extLst>
              <a:ext uri="{FF2B5EF4-FFF2-40B4-BE49-F238E27FC236}">
                <a16:creationId xmlns:a16="http://schemas.microsoft.com/office/drawing/2014/main" id="{7D4FD600-55CA-6B6F-B79F-05964E01C455}"/>
              </a:ext>
            </a:extLst>
          </p:cNvPr>
          <p:cNvSpPr txBox="1"/>
          <p:nvPr/>
        </p:nvSpPr>
        <p:spPr>
          <a:xfrm>
            <a:off x="3019358" y="2921600"/>
            <a:ext cx="153888" cy="184666"/>
          </a:xfrm>
          <a:prstGeom prst="rect">
            <a:avLst/>
          </a:prstGeom>
          <a:noFill/>
        </p:spPr>
        <p:txBody>
          <a:bodyPr wrap="none" lIns="0" tIns="0" rIns="0" bIns="0" rtlCol="0">
            <a:spAutoFit/>
          </a:bodyPr>
          <a:lstStyle/>
          <a:p>
            <a:pPr algn="l"/>
            <a:r>
              <a:rPr kumimoji="1" lang="ja-JP" altLang="en-US" sz="1200" dirty="0">
                <a:solidFill>
                  <a:schemeClr val="tx1">
                    <a:lumMod val="90000"/>
                    <a:lumOff val="10000"/>
                  </a:schemeClr>
                </a:solidFill>
              </a:rPr>
              <a:t>＋</a:t>
            </a:r>
          </a:p>
        </p:txBody>
      </p:sp>
      <p:sp>
        <p:nvSpPr>
          <p:cNvPr id="126" name="フリーフォーム: 図形 125">
            <a:extLst>
              <a:ext uri="{FF2B5EF4-FFF2-40B4-BE49-F238E27FC236}">
                <a16:creationId xmlns:a16="http://schemas.microsoft.com/office/drawing/2014/main" id="{B5F03486-1E7C-8B55-9279-070586CFA9F9}"/>
              </a:ext>
            </a:extLst>
          </p:cNvPr>
          <p:cNvSpPr/>
          <p:nvPr/>
        </p:nvSpPr>
        <p:spPr>
          <a:xfrm rot="11076323">
            <a:off x="3886724" y="1803815"/>
            <a:ext cx="135746" cy="1176404"/>
          </a:xfrm>
          <a:custGeom>
            <a:avLst/>
            <a:gdLst>
              <a:gd name="csX0" fmla="*/ 71566 w 135746"/>
              <a:gd name="csY0" fmla="*/ 510117 h 510117"/>
              <a:gd name="csX1" fmla="*/ 1716 w 135746"/>
              <a:gd name="csY1" fmla="*/ 294217 h 510117"/>
              <a:gd name="csX2" fmla="*/ 135066 w 135746"/>
              <a:gd name="csY2" fmla="*/ 243417 h 510117"/>
              <a:gd name="csX3" fmla="*/ 44049 w 135746"/>
              <a:gd name="csY3" fmla="*/ 0 h 510117"/>
            </a:gdLst>
            <a:ahLst/>
            <a:cxnLst>
              <a:cxn ang="0">
                <a:pos x="csX0" y="csY0"/>
              </a:cxn>
              <a:cxn ang="0">
                <a:pos x="csX1" y="csY1"/>
              </a:cxn>
              <a:cxn ang="0">
                <a:pos x="csX2" y="csY2"/>
              </a:cxn>
              <a:cxn ang="0">
                <a:pos x="csX3" y="csY3"/>
              </a:cxn>
            </a:cxnLst>
            <a:rect l="l" t="t" r="r" b="b"/>
            <a:pathLst>
              <a:path w="135746" h="510117">
                <a:moveTo>
                  <a:pt x="71566" y="510117"/>
                </a:moveTo>
                <a:cubicBezTo>
                  <a:pt x="31349" y="424392"/>
                  <a:pt x="-8867" y="338667"/>
                  <a:pt x="1716" y="294217"/>
                </a:cubicBezTo>
                <a:cubicBezTo>
                  <a:pt x="12299" y="249767"/>
                  <a:pt x="128011" y="292453"/>
                  <a:pt x="135066" y="243417"/>
                </a:cubicBezTo>
                <a:cubicBezTo>
                  <a:pt x="142122" y="194381"/>
                  <a:pt x="93085" y="97190"/>
                  <a:pt x="44049" y="0"/>
                </a:cubicBezTo>
              </a:path>
            </a:pathLst>
          </a:cu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kumimoji="1" lang="ja-JP" altLang="en-US"/>
          </a:p>
        </p:txBody>
      </p:sp>
      <mc:AlternateContent xmlns:mc="http://schemas.openxmlformats.org/markup-compatibility/2006" xmlns:a14="http://schemas.microsoft.com/office/drawing/2010/main">
        <mc:Choice Requires="a14">
          <p:sp>
            <p:nvSpPr>
              <p:cNvPr id="128" name="テキスト ボックス 127">
                <a:extLst>
                  <a:ext uri="{FF2B5EF4-FFF2-40B4-BE49-F238E27FC236}">
                    <a16:creationId xmlns:a16="http://schemas.microsoft.com/office/drawing/2014/main" id="{3D819E16-95CD-9337-14D9-72A31298CE31}"/>
                  </a:ext>
                </a:extLst>
              </p:cNvPr>
              <p:cNvSpPr txBox="1"/>
              <p:nvPr/>
            </p:nvSpPr>
            <p:spPr>
              <a:xfrm>
                <a:off x="1524600" y="4947194"/>
                <a:ext cx="3589267" cy="369332"/>
              </a:xfrm>
              <a:prstGeom prst="rect">
                <a:avLst/>
              </a:prstGeom>
              <a:noFill/>
            </p:spPr>
            <p:txBody>
              <a:bodyPr wrap="square">
                <a:spAutoFit/>
              </a:bodyPr>
              <a:lstStyle/>
              <a:p>
                <a:pPr/>
                <a14:m>
                  <m:oMathPara xmlns:m="http://schemas.openxmlformats.org/officeDocument/2006/math">
                    <m:oMathParaPr>
                      <m:jc m:val="left"/>
                    </m:oMathParaPr>
                    <m:oMath>
                      <m:r>
                        <m:rPr>
                          <m:sty m:val="p"/>
                        </m:rPr>
                        <a:rPr lang="en-US" altLang="ja-JP" sz="1800" b="0" i="0" smtClean="0">
                          <a:solidFill>
                            <a:schemeClr val="tx1">
                              <a:lumMod val="90000"/>
                              <a:lumOff val="10000"/>
                            </a:schemeClr>
                          </a:solidFill>
                          <a:latin typeface="Cambria Math" panose="02040503050406030204" pitchFamily="18" charset="0"/>
                        </a:rPr>
                        <m:t>Σ</m:t>
                      </m:r>
                      <m:sSub>
                        <m:sSubPr>
                          <m:ctrlPr>
                            <a:rPr lang="en-US" altLang="ja-JP" sz="1800" b="0" i="1" smtClean="0">
                              <a:solidFill>
                                <a:schemeClr val="tx1">
                                  <a:lumMod val="90000"/>
                                  <a:lumOff val="10000"/>
                                </a:schemeClr>
                              </a:solidFill>
                              <a:latin typeface="Cambria Math" panose="02040503050406030204" pitchFamily="18" charset="0"/>
                            </a:rPr>
                          </m:ctrlPr>
                        </m:sSubPr>
                        <m:e>
                          <m:r>
                            <a:rPr lang="en-US" altLang="ja-JP" sz="1800" b="0" i="1" smtClean="0">
                              <a:solidFill>
                                <a:schemeClr val="tx1">
                                  <a:lumMod val="90000"/>
                                  <a:lumOff val="10000"/>
                                </a:schemeClr>
                              </a:solidFill>
                              <a:latin typeface="Cambria Math" panose="02040503050406030204" pitchFamily="18" charset="0"/>
                            </a:rPr>
                            <m:t>𝐺</m:t>
                          </m:r>
                        </m:e>
                        <m:sub>
                          <m:r>
                            <a:rPr lang="en-US" altLang="ja-JP" sz="1800" b="0" i="1" smtClean="0">
                              <a:solidFill>
                                <a:schemeClr val="tx1">
                                  <a:lumMod val="90000"/>
                                  <a:lumOff val="10000"/>
                                </a:schemeClr>
                              </a:solidFill>
                              <a:latin typeface="Cambria Math" panose="02040503050406030204" pitchFamily="18" charset="0"/>
                            </a:rPr>
                            <m:t>𝑛</m:t>
                          </m:r>
                          <m:r>
                            <a:rPr lang="en-US" altLang="ja-JP" sz="1800" b="0" i="1" smtClean="0">
                              <a:solidFill>
                                <a:schemeClr val="tx1">
                                  <a:lumMod val="90000"/>
                                  <a:lumOff val="10000"/>
                                </a:schemeClr>
                              </a:solidFill>
                              <a:latin typeface="Cambria Math" panose="02040503050406030204" pitchFamily="18" charset="0"/>
                            </a:rPr>
                            <m:t>−1 </m:t>
                          </m:r>
                        </m:sub>
                      </m:sSub>
                      <m:r>
                        <a:rPr lang="en-US" altLang="ja-JP" sz="1800" b="0" i="1" smtClean="0">
                          <a:solidFill>
                            <a:schemeClr val="tx1">
                              <a:lumMod val="90000"/>
                              <a:lumOff val="10000"/>
                            </a:schemeClr>
                          </a:solidFill>
                          <a:latin typeface="Cambria Math" panose="02040503050406030204" pitchFamily="18" charset="0"/>
                        </a:rPr>
                        <m:t>=</m:t>
                      </m:r>
                      <m:sSub>
                        <m:sSubPr>
                          <m:ctrlPr>
                            <a:rPr lang="en-US" altLang="ja-JP" sz="1800" b="0" i="1" smtClean="0">
                              <a:solidFill>
                                <a:schemeClr val="tx1">
                                  <a:lumMod val="90000"/>
                                  <a:lumOff val="10000"/>
                                </a:schemeClr>
                              </a:solidFill>
                              <a:latin typeface="Cambria Math" panose="02040503050406030204" pitchFamily="18" charset="0"/>
                            </a:rPr>
                          </m:ctrlPr>
                        </m:sSubPr>
                        <m:e>
                          <m:r>
                            <a:rPr lang="en-US" altLang="ja-JP" sz="1800" b="0" i="1" smtClean="0">
                              <a:solidFill>
                                <a:schemeClr val="tx1">
                                  <a:lumMod val="90000"/>
                                  <a:lumOff val="10000"/>
                                </a:schemeClr>
                              </a:solidFill>
                              <a:latin typeface="Cambria Math" panose="02040503050406030204" pitchFamily="18" charset="0"/>
                            </a:rPr>
                            <m:t>𝑢</m:t>
                          </m:r>
                        </m:e>
                        <m:sub>
                          <m:r>
                            <a:rPr lang="en-US" altLang="ja-JP" sz="1800" b="0" i="1" smtClean="0">
                              <a:solidFill>
                                <a:schemeClr val="tx1">
                                  <a:lumMod val="90000"/>
                                  <a:lumOff val="10000"/>
                                </a:schemeClr>
                              </a:solidFill>
                              <a:latin typeface="Cambria Math" panose="02040503050406030204" pitchFamily="18" charset="0"/>
                            </a:rPr>
                            <m:t>𝑛</m:t>
                          </m:r>
                          <m:r>
                            <a:rPr lang="en-US" altLang="ja-JP" sz="1800" b="0" i="1" smtClean="0">
                              <a:solidFill>
                                <a:schemeClr val="tx1">
                                  <a:lumMod val="90000"/>
                                  <a:lumOff val="10000"/>
                                </a:schemeClr>
                              </a:solidFill>
                              <a:latin typeface="Cambria Math" panose="02040503050406030204" pitchFamily="18" charset="0"/>
                            </a:rPr>
                            <m:t>−1</m:t>
                          </m:r>
                        </m:sub>
                      </m:sSub>
                      <m:r>
                        <a:rPr lang="en-US" altLang="ja-JP" sz="1800" b="0" i="1" smtClean="0">
                          <a:solidFill>
                            <a:schemeClr val="tx1">
                              <a:lumMod val="90000"/>
                              <a:lumOff val="10000"/>
                            </a:schemeClr>
                          </a:solidFill>
                          <a:latin typeface="Cambria Math" panose="02040503050406030204" pitchFamily="18" charset="0"/>
                        </a:rPr>
                        <m:t>+</m:t>
                      </m:r>
                      <m:sSub>
                        <m:sSubPr>
                          <m:ctrlPr>
                            <a:rPr lang="en-US" altLang="ja-JP" sz="1800" b="0" i="1" smtClean="0">
                              <a:solidFill>
                                <a:schemeClr val="tx1">
                                  <a:lumMod val="90000"/>
                                  <a:lumOff val="10000"/>
                                </a:schemeClr>
                              </a:solidFill>
                              <a:latin typeface="Cambria Math" panose="02040503050406030204" pitchFamily="18" charset="0"/>
                            </a:rPr>
                          </m:ctrlPr>
                        </m:sSubPr>
                        <m:e>
                          <m:r>
                            <a:rPr lang="en-US" altLang="ja-JP" sz="1800" b="0" i="1" smtClean="0">
                              <a:solidFill>
                                <a:schemeClr val="tx1">
                                  <a:lumMod val="90000"/>
                                  <a:lumOff val="10000"/>
                                </a:schemeClr>
                              </a:solidFill>
                              <a:latin typeface="Cambria Math" panose="02040503050406030204" pitchFamily="18" charset="0"/>
                            </a:rPr>
                            <m:t>𝑒</m:t>
                          </m:r>
                        </m:e>
                        <m:sub>
                          <m:r>
                            <a:rPr lang="en-US" altLang="ja-JP" sz="1800" b="0" i="1" smtClean="0">
                              <a:solidFill>
                                <a:schemeClr val="tx1">
                                  <a:lumMod val="90000"/>
                                  <a:lumOff val="10000"/>
                                </a:schemeClr>
                              </a:solidFill>
                              <a:latin typeface="Cambria Math" panose="02040503050406030204" pitchFamily="18" charset="0"/>
                            </a:rPr>
                            <m:t>𝑛</m:t>
                          </m:r>
                          <m:r>
                            <a:rPr lang="en-US" altLang="ja-JP" sz="1800" b="0" i="1" smtClean="0">
                              <a:solidFill>
                                <a:schemeClr val="tx1">
                                  <a:lumMod val="90000"/>
                                  <a:lumOff val="10000"/>
                                </a:schemeClr>
                              </a:solidFill>
                              <a:latin typeface="Cambria Math" panose="02040503050406030204" pitchFamily="18" charset="0"/>
                            </a:rPr>
                            <m:t>−1</m:t>
                          </m:r>
                        </m:sub>
                      </m:sSub>
                      <m:r>
                        <a:rPr lang="en-US" altLang="ja-JP" sz="1800" b="0" i="1" smtClean="0">
                          <a:solidFill>
                            <a:schemeClr val="tx1">
                              <a:lumMod val="90000"/>
                              <a:lumOff val="10000"/>
                            </a:schemeClr>
                          </a:solidFill>
                          <a:latin typeface="Cambria Math" panose="02040503050406030204" pitchFamily="18" charset="0"/>
                        </a:rPr>
                        <m:t>+</m:t>
                      </m:r>
                      <m:r>
                        <m:rPr>
                          <m:sty m:val="p"/>
                        </m:rPr>
                        <a:rPr lang="en-US" altLang="ja-JP" sz="1800" b="0" i="0" smtClean="0">
                          <a:solidFill>
                            <a:schemeClr val="tx1">
                              <a:lumMod val="90000"/>
                              <a:lumOff val="10000"/>
                            </a:schemeClr>
                          </a:solidFill>
                          <a:latin typeface="Cambria Math" panose="02040503050406030204" pitchFamily="18" charset="0"/>
                        </a:rPr>
                        <m:t>Σ</m:t>
                      </m:r>
                      <m:sSub>
                        <m:sSubPr>
                          <m:ctrlPr>
                            <a:rPr lang="en-US" altLang="ja-JP" sz="1800" b="0" i="1" smtClean="0">
                              <a:solidFill>
                                <a:schemeClr val="tx1">
                                  <a:lumMod val="90000"/>
                                  <a:lumOff val="10000"/>
                                </a:schemeClr>
                              </a:solidFill>
                              <a:latin typeface="Cambria Math" panose="02040503050406030204" pitchFamily="18" charset="0"/>
                            </a:rPr>
                          </m:ctrlPr>
                        </m:sSubPr>
                        <m:e>
                          <m:r>
                            <a:rPr lang="en-US" altLang="ja-JP" sz="1800" b="0" i="1" smtClean="0">
                              <a:solidFill>
                                <a:schemeClr val="tx1">
                                  <a:lumMod val="90000"/>
                                  <a:lumOff val="10000"/>
                                </a:schemeClr>
                              </a:solidFill>
                              <a:latin typeface="Cambria Math" panose="02040503050406030204" pitchFamily="18" charset="0"/>
                            </a:rPr>
                            <m:t>𝐺</m:t>
                          </m:r>
                        </m:e>
                        <m:sub>
                          <m:r>
                            <a:rPr lang="en-US" altLang="ja-JP" sz="1800" b="0" i="1" smtClean="0">
                              <a:solidFill>
                                <a:schemeClr val="tx1">
                                  <a:lumMod val="90000"/>
                                  <a:lumOff val="10000"/>
                                </a:schemeClr>
                              </a:solidFill>
                              <a:latin typeface="Cambria Math" panose="02040503050406030204" pitchFamily="18" charset="0"/>
                            </a:rPr>
                            <m:t>𝑛</m:t>
                          </m:r>
                          <m:r>
                            <a:rPr lang="en-US" altLang="ja-JP" sz="1800" b="0" i="1" smtClean="0">
                              <a:solidFill>
                                <a:schemeClr val="tx1">
                                  <a:lumMod val="90000"/>
                                  <a:lumOff val="10000"/>
                                </a:schemeClr>
                              </a:solidFill>
                              <a:latin typeface="Cambria Math" panose="02040503050406030204" pitchFamily="18" charset="0"/>
                            </a:rPr>
                            <m:t>−2</m:t>
                          </m:r>
                        </m:sub>
                      </m:sSub>
                    </m:oMath>
                  </m:oMathPara>
                </a14:m>
                <a:endParaRPr lang="ja-JP" altLang="en-US" dirty="0"/>
              </a:p>
            </p:txBody>
          </p:sp>
        </mc:Choice>
        <mc:Fallback xmlns="">
          <p:sp>
            <p:nvSpPr>
              <p:cNvPr id="128" name="テキスト ボックス 127">
                <a:extLst>
                  <a:ext uri="{FF2B5EF4-FFF2-40B4-BE49-F238E27FC236}">
                    <a16:creationId xmlns:a16="http://schemas.microsoft.com/office/drawing/2014/main" id="{3D819E16-95CD-9337-14D9-72A31298CE31}"/>
                  </a:ext>
                </a:extLst>
              </p:cNvPr>
              <p:cNvSpPr txBox="1">
                <a:spLocks noRot="1" noChangeAspect="1" noMove="1" noResize="1" noEditPoints="1" noAdjustHandles="1" noChangeArrowheads="1" noChangeShapeType="1" noTextEdit="1"/>
              </p:cNvSpPr>
              <p:nvPr/>
            </p:nvSpPr>
            <p:spPr>
              <a:xfrm>
                <a:off x="1524600" y="4947194"/>
                <a:ext cx="3589267" cy="369332"/>
              </a:xfrm>
              <a:prstGeom prst="rect">
                <a:avLst/>
              </a:prstGeom>
              <a:blipFill>
                <a:blip r:embed="rId8"/>
                <a:stretch>
                  <a:fillRect/>
                </a:stretch>
              </a:blipFill>
            </p:spPr>
            <p:txBody>
              <a:bodyPr/>
              <a:lstStyle/>
              <a:p>
                <a:r>
                  <a:rPr lang="ja-JP" altLang="en-US">
                    <a:noFill/>
                  </a:rPr>
                  <a:t> </a:t>
                </a:r>
              </a:p>
            </p:txBody>
          </p:sp>
        </mc:Fallback>
      </mc:AlternateContent>
      <p:cxnSp>
        <p:nvCxnSpPr>
          <p:cNvPr id="130" name="直線コネクタ 129">
            <a:extLst>
              <a:ext uri="{FF2B5EF4-FFF2-40B4-BE49-F238E27FC236}">
                <a16:creationId xmlns:a16="http://schemas.microsoft.com/office/drawing/2014/main" id="{6B9AE2AE-3F6F-090B-AFD1-A0E3318C9612}"/>
              </a:ext>
            </a:extLst>
          </p:cNvPr>
          <p:cNvCxnSpPr>
            <a:cxnSpLocks/>
          </p:cNvCxnSpPr>
          <p:nvPr/>
        </p:nvCxnSpPr>
        <p:spPr>
          <a:xfrm>
            <a:off x="5071533" y="1806140"/>
            <a:ext cx="1171557" cy="0"/>
          </a:xfrm>
          <a:prstGeom prst="line">
            <a:avLst/>
          </a:prstGeom>
          <a:ln w="19050" cap="flat" cmpd="sng" algn="ctr">
            <a:solidFill>
              <a:schemeClr val="accent6"/>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132" name="テキスト ボックス 131">
            <a:extLst>
              <a:ext uri="{FF2B5EF4-FFF2-40B4-BE49-F238E27FC236}">
                <a16:creationId xmlns:a16="http://schemas.microsoft.com/office/drawing/2014/main" id="{2463B2FD-D08A-97F9-4DCD-D90CDF39B526}"/>
              </a:ext>
            </a:extLst>
          </p:cNvPr>
          <p:cNvSpPr txBox="1"/>
          <p:nvPr/>
        </p:nvSpPr>
        <p:spPr>
          <a:xfrm>
            <a:off x="5140325" y="1806139"/>
            <a:ext cx="2403222" cy="400110"/>
          </a:xfrm>
          <a:prstGeom prst="rect">
            <a:avLst/>
          </a:prstGeom>
          <a:noFill/>
        </p:spPr>
        <p:txBody>
          <a:bodyPr wrap="none" rtlCol="0">
            <a:spAutoFit/>
          </a:bodyPr>
          <a:lstStyle/>
          <a:p>
            <a:pPr algn="l"/>
            <a:r>
              <a:rPr lang="ja-JP" altLang="en-US" sz="2000" dirty="0">
                <a:solidFill>
                  <a:schemeClr val="tx1">
                    <a:lumMod val="90000"/>
                    <a:lumOff val="10000"/>
                  </a:schemeClr>
                </a:solidFill>
              </a:rPr>
              <a:t>エラーも微分される</a:t>
            </a:r>
            <a:endParaRPr kumimoji="1" lang="ja-JP" altLang="en-US" sz="2000" dirty="0">
              <a:solidFill>
                <a:schemeClr val="tx1">
                  <a:lumMod val="90000"/>
                  <a:lumOff val="10000"/>
                </a:schemeClr>
              </a:solidFill>
            </a:endParaRPr>
          </a:p>
        </p:txBody>
      </p:sp>
      <p:sp>
        <p:nvSpPr>
          <p:cNvPr id="133" name="フリーフォーム: 図形 132">
            <a:extLst>
              <a:ext uri="{FF2B5EF4-FFF2-40B4-BE49-F238E27FC236}">
                <a16:creationId xmlns:a16="http://schemas.microsoft.com/office/drawing/2014/main" id="{6D3F560B-BB65-1CE4-417E-3C2DEF5988A5}"/>
              </a:ext>
            </a:extLst>
          </p:cNvPr>
          <p:cNvSpPr/>
          <p:nvPr/>
        </p:nvSpPr>
        <p:spPr>
          <a:xfrm rot="3159425">
            <a:off x="7628344" y="3164724"/>
            <a:ext cx="354121" cy="1302313"/>
          </a:xfrm>
          <a:custGeom>
            <a:avLst/>
            <a:gdLst>
              <a:gd name="csX0" fmla="*/ 71566 w 135746"/>
              <a:gd name="csY0" fmla="*/ 510117 h 510117"/>
              <a:gd name="csX1" fmla="*/ 1716 w 135746"/>
              <a:gd name="csY1" fmla="*/ 294217 h 510117"/>
              <a:gd name="csX2" fmla="*/ 135066 w 135746"/>
              <a:gd name="csY2" fmla="*/ 243417 h 510117"/>
              <a:gd name="csX3" fmla="*/ 44049 w 135746"/>
              <a:gd name="csY3" fmla="*/ 0 h 510117"/>
            </a:gdLst>
            <a:ahLst/>
            <a:cxnLst>
              <a:cxn ang="0">
                <a:pos x="csX0" y="csY0"/>
              </a:cxn>
              <a:cxn ang="0">
                <a:pos x="csX1" y="csY1"/>
              </a:cxn>
              <a:cxn ang="0">
                <a:pos x="csX2" y="csY2"/>
              </a:cxn>
              <a:cxn ang="0">
                <a:pos x="csX3" y="csY3"/>
              </a:cxn>
            </a:cxnLst>
            <a:rect l="l" t="t" r="r" b="b"/>
            <a:pathLst>
              <a:path w="135746" h="510117">
                <a:moveTo>
                  <a:pt x="71566" y="510117"/>
                </a:moveTo>
                <a:cubicBezTo>
                  <a:pt x="31349" y="424392"/>
                  <a:pt x="-8867" y="338667"/>
                  <a:pt x="1716" y="294217"/>
                </a:cubicBezTo>
                <a:cubicBezTo>
                  <a:pt x="12299" y="249767"/>
                  <a:pt x="128011" y="292453"/>
                  <a:pt x="135066" y="243417"/>
                </a:cubicBezTo>
                <a:cubicBezTo>
                  <a:pt x="142122" y="194381"/>
                  <a:pt x="93085" y="97190"/>
                  <a:pt x="44049" y="0"/>
                </a:cubicBezTo>
              </a:path>
            </a:pathLst>
          </a:cu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kumimoji="1" lang="ja-JP" altLang="en-US"/>
          </a:p>
        </p:txBody>
      </p:sp>
      <mc:AlternateContent xmlns:mc="http://schemas.openxmlformats.org/markup-compatibility/2006" xmlns:a14="http://schemas.microsoft.com/office/drawing/2010/main">
        <mc:Choice Requires="a14">
          <p:sp>
            <p:nvSpPr>
              <p:cNvPr id="135" name="テキスト ボックス 134">
                <a:extLst>
                  <a:ext uri="{FF2B5EF4-FFF2-40B4-BE49-F238E27FC236}">
                    <a16:creationId xmlns:a16="http://schemas.microsoft.com/office/drawing/2014/main" id="{547C7C72-87DF-3204-B8D4-944D9CD8070B}"/>
                  </a:ext>
                </a:extLst>
              </p:cNvPr>
              <p:cNvSpPr txBox="1"/>
              <p:nvPr/>
            </p:nvSpPr>
            <p:spPr>
              <a:xfrm>
                <a:off x="5246026" y="4259296"/>
                <a:ext cx="6709208" cy="369332"/>
              </a:xfrm>
              <a:prstGeom prst="rect">
                <a:avLst/>
              </a:prstGeom>
              <a:noFill/>
            </p:spPr>
            <p:txBody>
              <a:bodyPr wrap="none" lIns="0" tIns="0" rIns="0" bIns="0" rtlCol="0">
                <a:spAutoFit/>
              </a:bodyPr>
              <a:lstStyle/>
              <a:p>
                <a:pPr/>
                <a14:m>
                  <m:oMathPara xmlns:m="http://schemas.openxmlformats.org/officeDocument/2006/math">
                    <m:oMath>
                      <m:r>
                        <m:rPr>
                          <m:sty m:val="p"/>
                        </m:rPr>
                        <a:rPr kumimoji="1" lang="en-US" altLang="ja-JP" sz="2400" b="0" i="0" smtClean="0">
                          <a:solidFill>
                            <a:schemeClr val="tx1">
                              <a:lumMod val="90000"/>
                              <a:lumOff val="10000"/>
                            </a:schemeClr>
                          </a:solidFill>
                          <a:latin typeface="Cambria Math" panose="02040503050406030204" pitchFamily="18" charset="0"/>
                        </a:rPr>
                        <m:t>Σ</m:t>
                      </m:r>
                      <m:sSub>
                        <m:sSubPr>
                          <m:ctrlPr>
                            <a:rPr kumimoji="1" lang="en-US" altLang="ja-JP" sz="2400" b="0" i="1" smtClean="0">
                              <a:solidFill>
                                <a:schemeClr val="tx1">
                                  <a:lumMod val="90000"/>
                                  <a:lumOff val="10000"/>
                                </a:schemeClr>
                              </a:solidFill>
                              <a:latin typeface="Cambria Math" panose="02040503050406030204" pitchFamily="18" charset="0"/>
                            </a:rPr>
                          </m:ctrlPr>
                        </m:sSubPr>
                        <m:e>
                          <m:r>
                            <a:rPr kumimoji="1" lang="en-US" altLang="ja-JP" sz="2400" b="0" i="1" smtClean="0">
                              <a:solidFill>
                                <a:schemeClr val="tx1">
                                  <a:lumMod val="90000"/>
                                  <a:lumOff val="10000"/>
                                </a:schemeClr>
                              </a:solidFill>
                              <a:latin typeface="Cambria Math" panose="02040503050406030204" pitchFamily="18" charset="0"/>
                            </a:rPr>
                            <m:t>𝐺</m:t>
                          </m:r>
                        </m:e>
                        <m:sub>
                          <m:r>
                            <a:rPr kumimoji="1" lang="en-US" altLang="ja-JP" sz="2400" b="0" i="1" smtClean="0">
                              <a:solidFill>
                                <a:schemeClr val="tx1">
                                  <a:lumMod val="90000"/>
                                  <a:lumOff val="10000"/>
                                </a:schemeClr>
                              </a:solidFill>
                              <a:latin typeface="Cambria Math" panose="02040503050406030204" pitchFamily="18" charset="0"/>
                            </a:rPr>
                            <m:t>𝑛</m:t>
                          </m:r>
                          <m:r>
                            <a:rPr kumimoji="1" lang="en-US" altLang="ja-JP" sz="2400" b="0" i="1" smtClean="0">
                              <a:solidFill>
                                <a:schemeClr val="tx1">
                                  <a:lumMod val="90000"/>
                                  <a:lumOff val="10000"/>
                                </a:schemeClr>
                              </a:solidFill>
                              <a:latin typeface="Cambria Math" panose="02040503050406030204" pitchFamily="18" charset="0"/>
                            </a:rPr>
                            <m:t>−1</m:t>
                          </m:r>
                        </m:sub>
                      </m:sSub>
                      <m:r>
                        <a:rPr kumimoji="1" lang="en-US" altLang="ja-JP" sz="2400" b="0" i="1" smtClean="0">
                          <a:solidFill>
                            <a:schemeClr val="tx1">
                              <a:lumMod val="90000"/>
                              <a:lumOff val="10000"/>
                            </a:schemeClr>
                          </a:solidFill>
                          <a:latin typeface="Cambria Math" panose="02040503050406030204" pitchFamily="18" charset="0"/>
                        </a:rPr>
                        <m:t>=</m:t>
                      </m:r>
                      <m:r>
                        <m:rPr>
                          <m:sty m:val="p"/>
                        </m:rPr>
                        <a:rPr kumimoji="1" lang="en-US" altLang="ja-JP" sz="2400" b="0" i="0" smtClean="0">
                          <a:solidFill>
                            <a:schemeClr val="tx1">
                              <a:lumMod val="90000"/>
                              <a:lumOff val="10000"/>
                            </a:schemeClr>
                          </a:solidFill>
                          <a:latin typeface="Cambria Math" panose="02040503050406030204" pitchFamily="18" charset="0"/>
                        </a:rPr>
                        <m:t>Σ</m:t>
                      </m:r>
                      <m:d>
                        <m:dPr>
                          <m:ctrlPr>
                            <a:rPr lang="en-US" altLang="ja-JP" sz="2400" i="1">
                              <a:solidFill>
                                <a:schemeClr val="tx1">
                                  <a:lumMod val="90000"/>
                                  <a:lumOff val="10000"/>
                                </a:schemeClr>
                              </a:solidFill>
                              <a:latin typeface="Cambria Math" panose="02040503050406030204" pitchFamily="18" charset="0"/>
                            </a:rPr>
                          </m:ctrlPr>
                        </m:dPr>
                        <m:e>
                          <m:sSub>
                            <m:sSubPr>
                              <m:ctrlPr>
                                <a:rPr lang="en-US" altLang="ja-JP" sz="2400" i="1">
                                  <a:solidFill>
                                    <a:schemeClr val="tx1">
                                      <a:lumMod val="90000"/>
                                      <a:lumOff val="10000"/>
                                    </a:schemeClr>
                                  </a:solidFill>
                                  <a:latin typeface="Cambria Math" panose="02040503050406030204" pitchFamily="18" charset="0"/>
                                </a:rPr>
                              </m:ctrlPr>
                            </m:sSubPr>
                            <m:e>
                              <m:r>
                                <a:rPr lang="en-US" altLang="ja-JP" sz="2400" i="1">
                                  <a:solidFill>
                                    <a:schemeClr val="tx1">
                                      <a:lumMod val="90000"/>
                                      <a:lumOff val="10000"/>
                                    </a:schemeClr>
                                  </a:solidFill>
                                  <a:latin typeface="Cambria Math" panose="02040503050406030204" pitchFamily="18" charset="0"/>
                                </a:rPr>
                                <m:t>𝑢</m:t>
                              </m:r>
                            </m:e>
                            <m:sub>
                              <m:r>
                                <a:rPr lang="en-US" altLang="ja-JP" sz="2400" i="1">
                                  <a:solidFill>
                                    <a:schemeClr val="tx1">
                                      <a:lumMod val="90000"/>
                                      <a:lumOff val="10000"/>
                                    </a:schemeClr>
                                  </a:solidFill>
                                  <a:latin typeface="Cambria Math" panose="02040503050406030204" pitchFamily="18" charset="0"/>
                                </a:rPr>
                                <m:t>𝑛</m:t>
                              </m:r>
                              <m:r>
                                <a:rPr lang="en-US" altLang="ja-JP" sz="2400" b="0" i="1" smtClean="0">
                                  <a:solidFill>
                                    <a:schemeClr val="tx1">
                                      <a:lumMod val="90000"/>
                                      <a:lumOff val="10000"/>
                                    </a:schemeClr>
                                  </a:solidFill>
                                  <a:latin typeface="Cambria Math" panose="02040503050406030204" pitchFamily="18" charset="0"/>
                                </a:rPr>
                                <m:t>−1</m:t>
                              </m:r>
                            </m:sub>
                          </m:sSub>
                          <m:r>
                            <a:rPr lang="en-US" altLang="ja-JP" sz="2400" i="1">
                              <a:solidFill>
                                <a:schemeClr val="tx1">
                                  <a:lumMod val="90000"/>
                                  <a:lumOff val="10000"/>
                                </a:schemeClr>
                              </a:solidFill>
                              <a:latin typeface="Cambria Math" panose="02040503050406030204" pitchFamily="18" charset="0"/>
                            </a:rPr>
                            <m:t>−</m:t>
                          </m:r>
                          <m:sSub>
                            <m:sSubPr>
                              <m:ctrlPr>
                                <a:rPr lang="en-US" altLang="ja-JP" sz="2400" i="1">
                                  <a:solidFill>
                                    <a:schemeClr val="tx1">
                                      <a:lumMod val="90000"/>
                                      <a:lumOff val="10000"/>
                                    </a:schemeClr>
                                  </a:solidFill>
                                  <a:latin typeface="Cambria Math" panose="02040503050406030204" pitchFamily="18" charset="0"/>
                                </a:rPr>
                              </m:ctrlPr>
                            </m:sSubPr>
                            <m:e>
                              <m:r>
                                <a:rPr lang="en-US" altLang="ja-JP" sz="2400" i="1">
                                  <a:solidFill>
                                    <a:schemeClr val="tx1">
                                      <a:lumMod val="90000"/>
                                      <a:lumOff val="10000"/>
                                    </a:schemeClr>
                                  </a:solidFill>
                                  <a:latin typeface="Cambria Math" panose="02040503050406030204" pitchFamily="18" charset="0"/>
                                </a:rPr>
                                <m:t>𝑢</m:t>
                              </m:r>
                            </m:e>
                            <m:sub>
                              <m:r>
                                <a:rPr lang="en-US" altLang="ja-JP" sz="2400" i="1">
                                  <a:solidFill>
                                    <a:schemeClr val="tx1">
                                      <a:lumMod val="90000"/>
                                      <a:lumOff val="10000"/>
                                    </a:schemeClr>
                                  </a:solidFill>
                                  <a:latin typeface="Cambria Math" panose="02040503050406030204" pitchFamily="18" charset="0"/>
                                </a:rPr>
                                <m:t>𝑛</m:t>
                              </m:r>
                              <m:r>
                                <a:rPr lang="en-US" altLang="ja-JP" sz="2400" i="1">
                                  <a:solidFill>
                                    <a:schemeClr val="tx1">
                                      <a:lumMod val="90000"/>
                                      <a:lumOff val="10000"/>
                                    </a:schemeClr>
                                  </a:solidFill>
                                  <a:latin typeface="Cambria Math" panose="02040503050406030204" pitchFamily="18" charset="0"/>
                                </a:rPr>
                                <m:t>−2</m:t>
                              </m:r>
                            </m:sub>
                          </m:sSub>
                        </m:e>
                      </m:d>
                      <m:r>
                        <a:rPr lang="en-US" altLang="ja-JP" sz="2400" i="1">
                          <a:solidFill>
                            <a:schemeClr val="tx1">
                              <a:lumMod val="90000"/>
                              <a:lumOff val="10000"/>
                            </a:schemeClr>
                          </a:solidFill>
                          <a:latin typeface="Cambria Math" panose="02040503050406030204" pitchFamily="18" charset="0"/>
                        </a:rPr>
                        <m:t>+</m:t>
                      </m:r>
                      <m:d>
                        <m:dPr>
                          <m:ctrlPr>
                            <a:rPr lang="en-US" altLang="ja-JP" sz="2400" i="1">
                              <a:solidFill>
                                <a:schemeClr val="tx1">
                                  <a:lumMod val="90000"/>
                                  <a:lumOff val="10000"/>
                                </a:schemeClr>
                              </a:solidFill>
                              <a:latin typeface="Cambria Math" panose="02040503050406030204" pitchFamily="18" charset="0"/>
                            </a:rPr>
                          </m:ctrlPr>
                        </m:dPr>
                        <m:e>
                          <m:sSub>
                            <m:sSubPr>
                              <m:ctrlPr>
                                <a:rPr lang="en-US" altLang="ja-JP" sz="2400" i="1">
                                  <a:solidFill>
                                    <a:schemeClr val="tx1">
                                      <a:lumMod val="90000"/>
                                      <a:lumOff val="10000"/>
                                    </a:schemeClr>
                                  </a:solidFill>
                                  <a:latin typeface="Cambria Math" panose="02040503050406030204" pitchFamily="18" charset="0"/>
                                </a:rPr>
                              </m:ctrlPr>
                            </m:sSubPr>
                            <m:e>
                              <m:r>
                                <a:rPr lang="en-US" altLang="ja-JP" sz="2400" i="1">
                                  <a:solidFill>
                                    <a:schemeClr val="tx1">
                                      <a:lumMod val="90000"/>
                                      <a:lumOff val="10000"/>
                                    </a:schemeClr>
                                  </a:solidFill>
                                  <a:latin typeface="Cambria Math" panose="02040503050406030204" pitchFamily="18" charset="0"/>
                                </a:rPr>
                                <m:t>𝑒</m:t>
                              </m:r>
                            </m:e>
                            <m:sub>
                              <m:r>
                                <a:rPr lang="en-US" altLang="ja-JP" sz="2400" i="1">
                                  <a:solidFill>
                                    <a:schemeClr val="tx1">
                                      <a:lumMod val="90000"/>
                                      <a:lumOff val="10000"/>
                                    </a:schemeClr>
                                  </a:solidFill>
                                  <a:latin typeface="Cambria Math" panose="02040503050406030204" pitchFamily="18" charset="0"/>
                                </a:rPr>
                                <m:t>𝑛</m:t>
                              </m:r>
                              <m:r>
                                <a:rPr lang="en-US" altLang="ja-JP" sz="2400" b="0" i="1" smtClean="0">
                                  <a:solidFill>
                                    <a:schemeClr val="tx1">
                                      <a:lumMod val="90000"/>
                                      <a:lumOff val="10000"/>
                                    </a:schemeClr>
                                  </a:solidFill>
                                  <a:latin typeface="Cambria Math" panose="02040503050406030204" pitchFamily="18" charset="0"/>
                                </a:rPr>
                                <m:t>−1</m:t>
                              </m:r>
                            </m:sub>
                          </m:sSub>
                          <m:r>
                            <a:rPr lang="en-US" altLang="ja-JP" sz="2400" i="1">
                              <a:solidFill>
                                <a:schemeClr val="tx1">
                                  <a:lumMod val="90000"/>
                                  <a:lumOff val="10000"/>
                                </a:schemeClr>
                              </a:solidFill>
                              <a:latin typeface="Cambria Math" panose="02040503050406030204" pitchFamily="18" charset="0"/>
                            </a:rPr>
                            <m:t>−</m:t>
                          </m:r>
                          <m:sSub>
                            <m:sSubPr>
                              <m:ctrlPr>
                                <a:rPr lang="en-US" altLang="ja-JP" sz="2400" i="1">
                                  <a:solidFill>
                                    <a:schemeClr val="tx1">
                                      <a:lumMod val="90000"/>
                                      <a:lumOff val="10000"/>
                                    </a:schemeClr>
                                  </a:solidFill>
                                  <a:latin typeface="Cambria Math" panose="02040503050406030204" pitchFamily="18" charset="0"/>
                                </a:rPr>
                              </m:ctrlPr>
                            </m:sSubPr>
                            <m:e>
                              <m:r>
                                <a:rPr lang="en-US" altLang="ja-JP" sz="2400" i="1">
                                  <a:solidFill>
                                    <a:schemeClr val="tx1">
                                      <a:lumMod val="90000"/>
                                      <a:lumOff val="10000"/>
                                    </a:schemeClr>
                                  </a:solidFill>
                                  <a:latin typeface="Cambria Math" panose="02040503050406030204" pitchFamily="18" charset="0"/>
                                </a:rPr>
                                <m:t>𝑒</m:t>
                              </m:r>
                            </m:e>
                            <m:sub>
                              <m:r>
                                <a:rPr lang="en-US" altLang="ja-JP" sz="2400" i="1">
                                  <a:solidFill>
                                    <a:schemeClr val="tx1">
                                      <a:lumMod val="90000"/>
                                      <a:lumOff val="10000"/>
                                    </a:schemeClr>
                                  </a:solidFill>
                                  <a:latin typeface="Cambria Math" panose="02040503050406030204" pitchFamily="18" charset="0"/>
                                </a:rPr>
                                <m:t>𝑛</m:t>
                              </m:r>
                              <m:r>
                                <a:rPr lang="en-US" altLang="ja-JP" sz="2400" i="1">
                                  <a:solidFill>
                                    <a:schemeClr val="tx1">
                                      <a:lumMod val="90000"/>
                                      <a:lumOff val="10000"/>
                                    </a:schemeClr>
                                  </a:solidFill>
                                  <a:latin typeface="Cambria Math" panose="02040503050406030204" pitchFamily="18" charset="0"/>
                                </a:rPr>
                                <m:t>−2</m:t>
                              </m:r>
                            </m:sub>
                          </m:sSub>
                        </m:e>
                      </m:d>
                      <m:r>
                        <a:rPr lang="en-US" altLang="ja-JP" sz="2400" i="1">
                          <a:solidFill>
                            <a:schemeClr val="tx1">
                              <a:lumMod val="90000"/>
                              <a:lumOff val="10000"/>
                            </a:schemeClr>
                          </a:solidFill>
                          <a:latin typeface="Cambria Math" panose="02040503050406030204" pitchFamily="18" charset="0"/>
                        </a:rPr>
                        <m:t>−</m:t>
                      </m:r>
                      <m:r>
                        <m:rPr>
                          <m:sty m:val="p"/>
                        </m:rPr>
                        <a:rPr lang="en-US" altLang="ja-JP" sz="2400">
                          <a:solidFill>
                            <a:schemeClr val="tx1">
                              <a:lumMod val="90000"/>
                              <a:lumOff val="10000"/>
                            </a:schemeClr>
                          </a:solidFill>
                          <a:latin typeface="Cambria Math" panose="02040503050406030204" pitchFamily="18" charset="0"/>
                        </a:rPr>
                        <m:t>Σ</m:t>
                      </m:r>
                      <m:sSub>
                        <m:sSubPr>
                          <m:ctrlPr>
                            <a:rPr lang="en-US" altLang="ja-JP" sz="2400" i="1">
                              <a:solidFill>
                                <a:schemeClr val="tx1">
                                  <a:lumMod val="90000"/>
                                  <a:lumOff val="10000"/>
                                </a:schemeClr>
                              </a:solidFill>
                              <a:latin typeface="Cambria Math" panose="02040503050406030204" pitchFamily="18" charset="0"/>
                            </a:rPr>
                          </m:ctrlPr>
                        </m:sSubPr>
                        <m:e>
                          <m:r>
                            <a:rPr lang="en-US" altLang="ja-JP" sz="2400" i="1">
                              <a:solidFill>
                                <a:schemeClr val="tx1">
                                  <a:lumMod val="90000"/>
                                  <a:lumOff val="10000"/>
                                </a:schemeClr>
                              </a:solidFill>
                              <a:latin typeface="Cambria Math" panose="02040503050406030204" pitchFamily="18" charset="0"/>
                            </a:rPr>
                            <m:t>𝐺</m:t>
                          </m:r>
                        </m:e>
                        <m:sub>
                          <m:r>
                            <a:rPr lang="en-US" altLang="ja-JP" sz="2400" i="1">
                              <a:solidFill>
                                <a:schemeClr val="tx1">
                                  <a:lumMod val="90000"/>
                                  <a:lumOff val="10000"/>
                                </a:schemeClr>
                              </a:solidFill>
                              <a:latin typeface="Cambria Math" panose="02040503050406030204" pitchFamily="18" charset="0"/>
                            </a:rPr>
                            <m:t>𝑛</m:t>
                          </m:r>
                          <m:r>
                            <a:rPr lang="en-US" altLang="ja-JP" sz="2400" i="1">
                              <a:solidFill>
                                <a:schemeClr val="tx1">
                                  <a:lumMod val="90000"/>
                                  <a:lumOff val="10000"/>
                                </a:schemeClr>
                              </a:solidFill>
                              <a:latin typeface="Cambria Math" panose="02040503050406030204" pitchFamily="18" charset="0"/>
                            </a:rPr>
                            <m:t>−2</m:t>
                          </m:r>
                        </m:sub>
                      </m:sSub>
                    </m:oMath>
                  </m:oMathPara>
                </a14:m>
                <a:endParaRPr kumimoji="1" lang="en-US" altLang="ja-JP" sz="2400" dirty="0">
                  <a:solidFill>
                    <a:schemeClr val="tx1">
                      <a:lumMod val="90000"/>
                      <a:lumOff val="10000"/>
                    </a:schemeClr>
                  </a:solidFill>
                </a:endParaRPr>
              </a:p>
            </p:txBody>
          </p:sp>
        </mc:Choice>
        <mc:Fallback xmlns="">
          <p:sp>
            <p:nvSpPr>
              <p:cNvPr id="135" name="テキスト ボックス 134">
                <a:extLst>
                  <a:ext uri="{FF2B5EF4-FFF2-40B4-BE49-F238E27FC236}">
                    <a16:creationId xmlns:a16="http://schemas.microsoft.com/office/drawing/2014/main" id="{547C7C72-87DF-3204-B8D4-944D9CD8070B}"/>
                  </a:ext>
                </a:extLst>
              </p:cNvPr>
              <p:cNvSpPr txBox="1">
                <a:spLocks noRot="1" noChangeAspect="1" noMove="1" noResize="1" noEditPoints="1" noAdjustHandles="1" noChangeArrowheads="1" noChangeShapeType="1" noTextEdit="1"/>
              </p:cNvSpPr>
              <p:nvPr/>
            </p:nvSpPr>
            <p:spPr>
              <a:xfrm>
                <a:off x="5246026" y="4259296"/>
                <a:ext cx="6709208" cy="369332"/>
              </a:xfrm>
              <a:prstGeom prst="rect">
                <a:avLst/>
              </a:prstGeom>
              <a:blipFill>
                <a:blip r:embed="rId9"/>
                <a:stretch>
                  <a:fillRect l="-545" b="-18333"/>
                </a:stretch>
              </a:blipFill>
            </p:spPr>
            <p:txBody>
              <a:bodyPr/>
              <a:lstStyle/>
              <a:p>
                <a:r>
                  <a:rPr lang="ja-JP" altLang="en-US">
                    <a:noFill/>
                  </a:rPr>
                  <a:t> </a:t>
                </a:r>
              </a:p>
            </p:txBody>
          </p:sp>
        </mc:Fallback>
      </mc:AlternateContent>
      <p:sp>
        <p:nvSpPr>
          <p:cNvPr id="136" name="四角形: 角を丸くする 135">
            <a:extLst>
              <a:ext uri="{FF2B5EF4-FFF2-40B4-BE49-F238E27FC236}">
                <a16:creationId xmlns:a16="http://schemas.microsoft.com/office/drawing/2014/main" id="{650A102E-FE34-D50D-3323-64730415B1DC}"/>
              </a:ext>
            </a:extLst>
          </p:cNvPr>
          <p:cNvSpPr/>
          <p:nvPr/>
        </p:nvSpPr>
        <p:spPr>
          <a:xfrm>
            <a:off x="6467192" y="1537711"/>
            <a:ext cx="713128" cy="270079"/>
          </a:xfrm>
          <a:prstGeom prst="roundRect">
            <a:avLst/>
          </a:prstGeom>
          <a:no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7" name="フリーフォーム: 図形 136">
            <a:extLst>
              <a:ext uri="{FF2B5EF4-FFF2-40B4-BE49-F238E27FC236}">
                <a16:creationId xmlns:a16="http://schemas.microsoft.com/office/drawing/2014/main" id="{61D9308B-5855-1A78-E0E9-C39F50F6F041}"/>
              </a:ext>
            </a:extLst>
          </p:cNvPr>
          <p:cNvSpPr/>
          <p:nvPr/>
        </p:nvSpPr>
        <p:spPr>
          <a:xfrm rot="14223988">
            <a:off x="7403146" y="997223"/>
            <a:ext cx="121983" cy="687653"/>
          </a:xfrm>
          <a:custGeom>
            <a:avLst/>
            <a:gdLst>
              <a:gd name="csX0" fmla="*/ 71566 w 135746"/>
              <a:gd name="csY0" fmla="*/ 510117 h 510117"/>
              <a:gd name="csX1" fmla="*/ 1716 w 135746"/>
              <a:gd name="csY1" fmla="*/ 294217 h 510117"/>
              <a:gd name="csX2" fmla="*/ 135066 w 135746"/>
              <a:gd name="csY2" fmla="*/ 243417 h 510117"/>
              <a:gd name="csX3" fmla="*/ 44049 w 135746"/>
              <a:gd name="csY3" fmla="*/ 0 h 510117"/>
            </a:gdLst>
            <a:ahLst/>
            <a:cxnLst>
              <a:cxn ang="0">
                <a:pos x="csX0" y="csY0"/>
              </a:cxn>
              <a:cxn ang="0">
                <a:pos x="csX1" y="csY1"/>
              </a:cxn>
              <a:cxn ang="0">
                <a:pos x="csX2" y="csY2"/>
              </a:cxn>
              <a:cxn ang="0">
                <a:pos x="csX3" y="csY3"/>
              </a:cxn>
            </a:cxnLst>
            <a:rect l="l" t="t" r="r" b="b"/>
            <a:pathLst>
              <a:path w="135746" h="510117">
                <a:moveTo>
                  <a:pt x="71566" y="510117"/>
                </a:moveTo>
                <a:cubicBezTo>
                  <a:pt x="31349" y="424392"/>
                  <a:pt x="-8867" y="338667"/>
                  <a:pt x="1716" y="294217"/>
                </a:cubicBezTo>
                <a:cubicBezTo>
                  <a:pt x="12299" y="249767"/>
                  <a:pt x="128011" y="292453"/>
                  <a:pt x="135066" y="243417"/>
                </a:cubicBezTo>
                <a:cubicBezTo>
                  <a:pt x="142122" y="194381"/>
                  <a:pt x="93085" y="97190"/>
                  <a:pt x="44049" y="0"/>
                </a:cubicBezTo>
              </a:path>
            </a:pathLst>
          </a:cu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kumimoji="1" lang="ja-JP" altLang="en-US"/>
          </a:p>
        </p:txBody>
      </p:sp>
      <p:sp>
        <p:nvSpPr>
          <p:cNvPr id="138" name="テキスト ボックス 137">
            <a:extLst>
              <a:ext uri="{FF2B5EF4-FFF2-40B4-BE49-F238E27FC236}">
                <a16:creationId xmlns:a16="http://schemas.microsoft.com/office/drawing/2014/main" id="{F9EED3AB-C758-2BF3-B587-91E622A3CB63}"/>
              </a:ext>
            </a:extLst>
          </p:cNvPr>
          <p:cNvSpPr txBox="1"/>
          <p:nvPr/>
        </p:nvSpPr>
        <p:spPr>
          <a:xfrm>
            <a:off x="7595715" y="406669"/>
            <a:ext cx="3796232" cy="830997"/>
          </a:xfrm>
          <a:prstGeom prst="rect">
            <a:avLst/>
          </a:prstGeom>
          <a:noFill/>
        </p:spPr>
        <p:txBody>
          <a:bodyPr wrap="none" rtlCol="0">
            <a:spAutoFit/>
          </a:bodyPr>
          <a:lstStyle/>
          <a:p>
            <a:pPr algn="l"/>
            <a:r>
              <a:rPr lang="ja-JP" altLang="en-US" sz="2400" dirty="0">
                <a:solidFill>
                  <a:schemeClr val="tx1">
                    <a:lumMod val="90000"/>
                    <a:lumOff val="10000"/>
                  </a:schemeClr>
                </a:solidFill>
              </a:rPr>
              <a:t>この項も無限に展開されて</a:t>
            </a:r>
            <a:br>
              <a:rPr lang="en-US" altLang="ja-JP" sz="2400" dirty="0">
                <a:solidFill>
                  <a:schemeClr val="tx1">
                    <a:lumMod val="90000"/>
                    <a:lumOff val="10000"/>
                  </a:schemeClr>
                </a:solidFill>
              </a:rPr>
            </a:br>
            <a:r>
              <a:rPr lang="ja-JP" altLang="en-US" sz="2400" dirty="0">
                <a:solidFill>
                  <a:schemeClr val="tx1">
                    <a:lumMod val="90000"/>
                    <a:lumOff val="10000"/>
                  </a:schemeClr>
                </a:solidFill>
              </a:rPr>
              <a:t>それぞれの項が微分される</a:t>
            </a:r>
            <a:endParaRPr kumimoji="1" lang="ja-JP" altLang="en-US" sz="2400" dirty="0">
              <a:solidFill>
                <a:schemeClr val="tx1">
                  <a:lumMod val="90000"/>
                  <a:lumOff val="10000"/>
                </a:schemeClr>
              </a:solidFill>
            </a:endParaRPr>
          </a:p>
        </p:txBody>
      </p:sp>
      <mc:AlternateContent xmlns:mc="http://schemas.openxmlformats.org/markup-compatibility/2006" xmlns:a14="http://schemas.microsoft.com/office/drawing/2010/main">
        <mc:Choice Requires="a14">
          <p:sp>
            <p:nvSpPr>
              <p:cNvPr id="140" name="テキスト ボックス 139">
                <a:extLst>
                  <a:ext uri="{FF2B5EF4-FFF2-40B4-BE49-F238E27FC236}">
                    <a16:creationId xmlns:a16="http://schemas.microsoft.com/office/drawing/2014/main" id="{C8E15EC2-2782-6CB1-F7C6-8690EE5D2D67}"/>
                  </a:ext>
                </a:extLst>
              </p:cNvPr>
              <p:cNvSpPr txBox="1"/>
              <p:nvPr/>
            </p:nvSpPr>
            <p:spPr>
              <a:xfrm>
                <a:off x="4214474" y="4891215"/>
                <a:ext cx="6096000" cy="369332"/>
              </a:xfrm>
              <a:prstGeom prst="rect">
                <a:avLst/>
              </a:prstGeom>
              <a:noFill/>
            </p:spPr>
            <p:txBody>
              <a:bodyPr wrap="square">
                <a:spAutoFit/>
              </a:bodyPr>
              <a:lstStyle/>
              <a:p>
                <a:pPr/>
                <a14:m>
                  <m:oMathPara xmlns:m="http://schemas.openxmlformats.org/officeDocument/2006/math">
                    <m:oMath>
                      <m:d>
                        <m:dPr>
                          <m:ctrlPr>
                            <a:rPr lang="en-US" altLang="ja-JP" sz="1800" i="1">
                              <a:solidFill>
                                <a:schemeClr val="tx1">
                                  <a:lumMod val="90000"/>
                                  <a:lumOff val="10000"/>
                                </a:schemeClr>
                              </a:solidFill>
                              <a:latin typeface="Cambria Math" panose="02040503050406030204" pitchFamily="18" charset="0"/>
                            </a:rPr>
                          </m:ctrlPr>
                        </m:dPr>
                        <m:e>
                          <m:sSub>
                            <m:sSubPr>
                              <m:ctrlPr>
                                <a:rPr lang="en-US" altLang="ja-JP" sz="1800" i="1">
                                  <a:solidFill>
                                    <a:schemeClr val="tx1">
                                      <a:lumMod val="90000"/>
                                      <a:lumOff val="10000"/>
                                    </a:schemeClr>
                                  </a:solidFill>
                                  <a:latin typeface="Cambria Math" panose="02040503050406030204" pitchFamily="18" charset="0"/>
                                </a:rPr>
                              </m:ctrlPr>
                            </m:sSubPr>
                            <m:e>
                              <m:r>
                                <a:rPr lang="en-US" altLang="ja-JP" sz="1800" i="1">
                                  <a:solidFill>
                                    <a:schemeClr val="tx1">
                                      <a:lumMod val="90000"/>
                                      <a:lumOff val="10000"/>
                                    </a:schemeClr>
                                  </a:solidFill>
                                  <a:latin typeface="Cambria Math" panose="02040503050406030204" pitchFamily="18" charset="0"/>
                                </a:rPr>
                                <m:t>𝑢</m:t>
                              </m:r>
                            </m:e>
                            <m:sub>
                              <m:r>
                                <a:rPr lang="en-US" altLang="ja-JP" sz="1800" i="1">
                                  <a:solidFill>
                                    <a:schemeClr val="tx1">
                                      <a:lumMod val="90000"/>
                                      <a:lumOff val="10000"/>
                                    </a:schemeClr>
                                  </a:solidFill>
                                  <a:latin typeface="Cambria Math" panose="02040503050406030204" pitchFamily="18" charset="0"/>
                                </a:rPr>
                                <m:t>𝑛</m:t>
                              </m:r>
                              <m:r>
                                <a:rPr lang="en-US" altLang="ja-JP" sz="1800" b="0" i="1" smtClean="0">
                                  <a:solidFill>
                                    <a:schemeClr val="tx1">
                                      <a:lumMod val="90000"/>
                                      <a:lumOff val="10000"/>
                                    </a:schemeClr>
                                  </a:solidFill>
                                  <a:latin typeface="Cambria Math" panose="02040503050406030204" pitchFamily="18" charset="0"/>
                                </a:rPr>
                                <m:t>−1</m:t>
                              </m:r>
                            </m:sub>
                          </m:sSub>
                          <m:r>
                            <a:rPr lang="en-US" altLang="ja-JP" sz="1800" i="1">
                              <a:solidFill>
                                <a:schemeClr val="tx1">
                                  <a:lumMod val="90000"/>
                                  <a:lumOff val="10000"/>
                                </a:schemeClr>
                              </a:solidFill>
                              <a:latin typeface="Cambria Math" panose="02040503050406030204" pitchFamily="18" charset="0"/>
                            </a:rPr>
                            <m:t>−</m:t>
                          </m:r>
                          <m:sSub>
                            <m:sSubPr>
                              <m:ctrlPr>
                                <a:rPr lang="en-US" altLang="ja-JP" sz="1800" i="1">
                                  <a:solidFill>
                                    <a:schemeClr val="tx1">
                                      <a:lumMod val="90000"/>
                                      <a:lumOff val="10000"/>
                                    </a:schemeClr>
                                  </a:solidFill>
                                  <a:latin typeface="Cambria Math" panose="02040503050406030204" pitchFamily="18" charset="0"/>
                                </a:rPr>
                              </m:ctrlPr>
                            </m:sSubPr>
                            <m:e>
                              <m:r>
                                <a:rPr lang="en-US" altLang="ja-JP" sz="1800" i="1">
                                  <a:solidFill>
                                    <a:schemeClr val="tx1">
                                      <a:lumMod val="90000"/>
                                      <a:lumOff val="10000"/>
                                    </a:schemeClr>
                                  </a:solidFill>
                                  <a:latin typeface="Cambria Math" panose="02040503050406030204" pitchFamily="18" charset="0"/>
                                </a:rPr>
                                <m:t>𝑢</m:t>
                              </m:r>
                            </m:e>
                            <m:sub>
                              <m:r>
                                <a:rPr lang="en-US" altLang="ja-JP" sz="1800" i="1">
                                  <a:solidFill>
                                    <a:schemeClr val="tx1">
                                      <a:lumMod val="90000"/>
                                      <a:lumOff val="10000"/>
                                    </a:schemeClr>
                                  </a:solidFill>
                                  <a:latin typeface="Cambria Math" panose="02040503050406030204" pitchFamily="18" charset="0"/>
                                </a:rPr>
                                <m:t>𝑛</m:t>
                              </m:r>
                              <m:r>
                                <a:rPr lang="en-US" altLang="ja-JP" sz="1800" i="1">
                                  <a:solidFill>
                                    <a:schemeClr val="tx1">
                                      <a:lumMod val="90000"/>
                                      <a:lumOff val="10000"/>
                                    </a:schemeClr>
                                  </a:solidFill>
                                  <a:latin typeface="Cambria Math" panose="02040503050406030204" pitchFamily="18" charset="0"/>
                                </a:rPr>
                                <m:t>−2</m:t>
                              </m:r>
                            </m:sub>
                          </m:sSub>
                        </m:e>
                      </m:d>
                      <m:r>
                        <a:rPr lang="en-US" altLang="ja-JP" sz="1800" i="1">
                          <a:solidFill>
                            <a:schemeClr val="tx1">
                              <a:lumMod val="90000"/>
                              <a:lumOff val="10000"/>
                            </a:schemeClr>
                          </a:solidFill>
                          <a:latin typeface="Cambria Math" panose="02040503050406030204" pitchFamily="18" charset="0"/>
                        </a:rPr>
                        <m:t>+</m:t>
                      </m:r>
                      <m:d>
                        <m:dPr>
                          <m:ctrlPr>
                            <a:rPr lang="en-US" altLang="ja-JP" sz="1800" i="1">
                              <a:solidFill>
                                <a:schemeClr val="tx1">
                                  <a:lumMod val="90000"/>
                                  <a:lumOff val="10000"/>
                                </a:schemeClr>
                              </a:solidFill>
                              <a:latin typeface="Cambria Math" panose="02040503050406030204" pitchFamily="18" charset="0"/>
                            </a:rPr>
                          </m:ctrlPr>
                        </m:dPr>
                        <m:e>
                          <m:sSub>
                            <m:sSubPr>
                              <m:ctrlPr>
                                <a:rPr lang="en-US" altLang="ja-JP" sz="1800" i="1">
                                  <a:solidFill>
                                    <a:schemeClr val="tx1">
                                      <a:lumMod val="90000"/>
                                      <a:lumOff val="10000"/>
                                    </a:schemeClr>
                                  </a:solidFill>
                                  <a:latin typeface="Cambria Math" panose="02040503050406030204" pitchFamily="18" charset="0"/>
                                </a:rPr>
                              </m:ctrlPr>
                            </m:sSubPr>
                            <m:e>
                              <m:r>
                                <a:rPr lang="en-US" altLang="ja-JP" sz="1800" i="1">
                                  <a:solidFill>
                                    <a:schemeClr val="tx1">
                                      <a:lumMod val="90000"/>
                                      <a:lumOff val="10000"/>
                                    </a:schemeClr>
                                  </a:solidFill>
                                  <a:latin typeface="Cambria Math" panose="02040503050406030204" pitchFamily="18" charset="0"/>
                                </a:rPr>
                                <m:t>𝑒</m:t>
                              </m:r>
                            </m:e>
                            <m:sub>
                              <m:r>
                                <a:rPr lang="en-US" altLang="ja-JP" sz="1800" i="1">
                                  <a:solidFill>
                                    <a:schemeClr val="tx1">
                                      <a:lumMod val="90000"/>
                                      <a:lumOff val="10000"/>
                                    </a:schemeClr>
                                  </a:solidFill>
                                  <a:latin typeface="Cambria Math" panose="02040503050406030204" pitchFamily="18" charset="0"/>
                                </a:rPr>
                                <m:t>𝑛</m:t>
                              </m:r>
                              <m:r>
                                <a:rPr lang="en-US" altLang="ja-JP" sz="1800" b="0" i="1" smtClean="0">
                                  <a:solidFill>
                                    <a:schemeClr val="tx1">
                                      <a:lumMod val="90000"/>
                                      <a:lumOff val="10000"/>
                                    </a:schemeClr>
                                  </a:solidFill>
                                  <a:latin typeface="Cambria Math" panose="02040503050406030204" pitchFamily="18" charset="0"/>
                                </a:rPr>
                                <m:t>−1</m:t>
                              </m:r>
                            </m:sub>
                          </m:sSub>
                          <m:r>
                            <a:rPr lang="en-US" altLang="ja-JP" sz="1800" i="1">
                              <a:solidFill>
                                <a:schemeClr val="tx1">
                                  <a:lumMod val="90000"/>
                                  <a:lumOff val="10000"/>
                                </a:schemeClr>
                              </a:solidFill>
                              <a:latin typeface="Cambria Math" panose="02040503050406030204" pitchFamily="18" charset="0"/>
                            </a:rPr>
                            <m:t>−</m:t>
                          </m:r>
                          <m:sSub>
                            <m:sSubPr>
                              <m:ctrlPr>
                                <a:rPr lang="en-US" altLang="ja-JP" sz="1800" i="1">
                                  <a:solidFill>
                                    <a:schemeClr val="tx1">
                                      <a:lumMod val="90000"/>
                                      <a:lumOff val="10000"/>
                                    </a:schemeClr>
                                  </a:solidFill>
                                  <a:latin typeface="Cambria Math" panose="02040503050406030204" pitchFamily="18" charset="0"/>
                                </a:rPr>
                              </m:ctrlPr>
                            </m:sSubPr>
                            <m:e>
                              <m:r>
                                <a:rPr lang="en-US" altLang="ja-JP" sz="1800" i="1">
                                  <a:solidFill>
                                    <a:schemeClr val="tx1">
                                      <a:lumMod val="90000"/>
                                      <a:lumOff val="10000"/>
                                    </a:schemeClr>
                                  </a:solidFill>
                                  <a:latin typeface="Cambria Math" panose="02040503050406030204" pitchFamily="18" charset="0"/>
                                </a:rPr>
                                <m:t>𝑒</m:t>
                              </m:r>
                            </m:e>
                            <m:sub>
                              <m:r>
                                <a:rPr lang="en-US" altLang="ja-JP" sz="1800" i="1">
                                  <a:solidFill>
                                    <a:schemeClr val="tx1">
                                      <a:lumMod val="90000"/>
                                      <a:lumOff val="10000"/>
                                    </a:schemeClr>
                                  </a:solidFill>
                                  <a:latin typeface="Cambria Math" panose="02040503050406030204" pitchFamily="18" charset="0"/>
                                </a:rPr>
                                <m:t>𝑛</m:t>
                              </m:r>
                              <m:r>
                                <a:rPr lang="en-US" altLang="ja-JP" sz="1800" i="1">
                                  <a:solidFill>
                                    <a:schemeClr val="tx1">
                                      <a:lumMod val="90000"/>
                                      <a:lumOff val="10000"/>
                                    </a:schemeClr>
                                  </a:solidFill>
                                  <a:latin typeface="Cambria Math" panose="02040503050406030204" pitchFamily="18" charset="0"/>
                                </a:rPr>
                                <m:t>−2</m:t>
                              </m:r>
                            </m:sub>
                          </m:sSub>
                        </m:e>
                      </m:d>
                      <m:r>
                        <a:rPr lang="en-US" altLang="ja-JP" sz="1800" i="1">
                          <a:solidFill>
                            <a:schemeClr val="tx1">
                              <a:lumMod val="90000"/>
                              <a:lumOff val="10000"/>
                            </a:schemeClr>
                          </a:solidFill>
                          <a:latin typeface="Cambria Math" panose="02040503050406030204" pitchFamily="18" charset="0"/>
                        </a:rPr>
                        <m:t>−</m:t>
                      </m:r>
                      <m:r>
                        <m:rPr>
                          <m:sty m:val="p"/>
                        </m:rPr>
                        <a:rPr lang="en-US" altLang="ja-JP" sz="1800">
                          <a:solidFill>
                            <a:schemeClr val="tx1">
                              <a:lumMod val="90000"/>
                              <a:lumOff val="10000"/>
                            </a:schemeClr>
                          </a:solidFill>
                          <a:latin typeface="Cambria Math" panose="02040503050406030204" pitchFamily="18" charset="0"/>
                        </a:rPr>
                        <m:t>Σ</m:t>
                      </m:r>
                      <m:sSub>
                        <m:sSubPr>
                          <m:ctrlPr>
                            <a:rPr lang="en-US" altLang="ja-JP" sz="1800" i="1">
                              <a:solidFill>
                                <a:schemeClr val="tx1">
                                  <a:lumMod val="90000"/>
                                  <a:lumOff val="10000"/>
                                </a:schemeClr>
                              </a:solidFill>
                              <a:latin typeface="Cambria Math" panose="02040503050406030204" pitchFamily="18" charset="0"/>
                            </a:rPr>
                          </m:ctrlPr>
                        </m:sSubPr>
                        <m:e>
                          <m:r>
                            <a:rPr lang="en-US" altLang="ja-JP" sz="1800" i="1">
                              <a:solidFill>
                                <a:schemeClr val="tx1">
                                  <a:lumMod val="90000"/>
                                  <a:lumOff val="10000"/>
                                </a:schemeClr>
                              </a:solidFill>
                              <a:latin typeface="Cambria Math" panose="02040503050406030204" pitchFamily="18" charset="0"/>
                            </a:rPr>
                            <m:t>𝐺</m:t>
                          </m:r>
                        </m:e>
                        <m:sub>
                          <m:r>
                            <a:rPr lang="en-US" altLang="ja-JP" sz="1800" i="1">
                              <a:solidFill>
                                <a:schemeClr val="tx1">
                                  <a:lumMod val="90000"/>
                                  <a:lumOff val="10000"/>
                                </a:schemeClr>
                              </a:solidFill>
                              <a:latin typeface="Cambria Math" panose="02040503050406030204" pitchFamily="18" charset="0"/>
                            </a:rPr>
                            <m:t>𝑛</m:t>
                          </m:r>
                          <m:r>
                            <a:rPr lang="en-US" altLang="ja-JP" sz="1800" i="1">
                              <a:solidFill>
                                <a:schemeClr val="tx1">
                                  <a:lumMod val="90000"/>
                                  <a:lumOff val="10000"/>
                                </a:schemeClr>
                              </a:solidFill>
                              <a:latin typeface="Cambria Math" panose="02040503050406030204" pitchFamily="18" charset="0"/>
                            </a:rPr>
                            <m:t>−2</m:t>
                          </m:r>
                        </m:sub>
                      </m:sSub>
                    </m:oMath>
                  </m:oMathPara>
                </a14:m>
                <a:endParaRPr lang="ja-JP" altLang="en-US" dirty="0"/>
              </a:p>
            </p:txBody>
          </p:sp>
        </mc:Choice>
        <mc:Fallback xmlns="">
          <p:sp>
            <p:nvSpPr>
              <p:cNvPr id="140" name="テキスト ボックス 139">
                <a:extLst>
                  <a:ext uri="{FF2B5EF4-FFF2-40B4-BE49-F238E27FC236}">
                    <a16:creationId xmlns:a16="http://schemas.microsoft.com/office/drawing/2014/main" id="{C8E15EC2-2782-6CB1-F7C6-8690EE5D2D67}"/>
                  </a:ext>
                </a:extLst>
              </p:cNvPr>
              <p:cNvSpPr txBox="1">
                <a:spLocks noRot="1" noChangeAspect="1" noMove="1" noResize="1" noEditPoints="1" noAdjustHandles="1" noChangeArrowheads="1" noChangeShapeType="1" noTextEdit="1"/>
              </p:cNvSpPr>
              <p:nvPr/>
            </p:nvSpPr>
            <p:spPr>
              <a:xfrm>
                <a:off x="4214474" y="4891215"/>
                <a:ext cx="6096000" cy="369332"/>
              </a:xfrm>
              <a:prstGeom prst="rect">
                <a:avLst/>
              </a:prstGeom>
              <a:blipFill>
                <a:blip r:embed="rId10"/>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41" name="テキスト ボックス 140">
                <a:extLst>
                  <a:ext uri="{FF2B5EF4-FFF2-40B4-BE49-F238E27FC236}">
                    <a16:creationId xmlns:a16="http://schemas.microsoft.com/office/drawing/2014/main" id="{D8A18E86-CFD6-1E72-A2C7-DDB025F8C842}"/>
                  </a:ext>
                </a:extLst>
              </p:cNvPr>
              <p:cNvSpPr txBox="1"/>
              <p:nvPr/>
            </p:nvSpPr>
            <p:spPr>
              <a:xfrm>
                <a:off x="4962529" y="5187631"/>
                <a:ext cx="6096000" cy="369332"/>
              </a:xfrm>
              <a:prstGeom prst="rect">
                <a:avLst/>
              </a:prstGeom>
              <a:noFill/>
            </p:spPr>
            <p:txBody>
              <a:bodyPr wrap="square">
                <a:spAutoFit/>
              </a:bodyPr>
              <a:lstStyle/>
              <a:p>
                <a:pPr/>
                <a14:m>
                  <m:oMathPara xmlns:m="http://schemas.openxmlformats.org/officeDocument/2006/math">
                    <m:oMath>
                      <m:d>
                        <m:dPr>
                          <m:ctrlPr>
                            <a:rPr lang="en-US" altLang="ja-JP" sz="1800" i="1">
                              <a:solidFill>
                                <a:schemeClr val="tx1">
                                  <a:lumMod val="90000"/>
                                  <a:lumOff val="10000"/>
                                </a:schemeClr>
                              </a:solidFill>
                              <a:latin typeface="Cambria Math" panose="02040503050406030204" pitchFamily="18" charset="0"/>
                            </a:rPr>
                          </m:ctrlPr>
                        </m:dPr>
                        <m:e>
                          <m:sSub>
                            <m:sSubPr>
                              <m:ctrlPr>
                                <a:rPr lang="en-US" altLang="ja-JP" sz="1800" i="1">
                                  <a:solidFill>
                                    <a:schemeClr val="tx1">
                                      <a:lumMod val="90000"/>
                                      <a:lumOff val="10000"/>
                                    </a:schemeClr>
                                  </a:solidFill>
                                  <a:latin typeface="Cambria Math" panose="02040503050406030204" pitchFamily="18" charset="0"/>
                                </a:rPr>
                              </m:ctrlPr>
                            </m:sSubPr>
                            <m:e>
                              <m:r>
                                <a:rPr lang="en-US" altLang="ja-JP" sz="1800" i="1">
                                  <a:solidFill>
                                    <a:schemeClr val="tx1">
                                      <a:lumMod val="90000"/>
                                      <a:lumOff val="10000"/>
                                    </a:schemeClr>
                                  </a:solidFill>
                                  <a:latin typeface="Cambria Math" panose="02040503050406030204" pitchFamily="18" charset="0"/>
                                </a:rPr>
                                <m:t>𝑢</m:t>
                              </m:r>
                            </m:e>
                            <m:sub>
                              <m:r>
                                <a:rPr lang="en-US" altLang="ja-JP" sz="1800" i="1">
                                  <a:solidFill>
                                    <a:schemeClr val="tx1">
                                      <a:lumMod val="90000"/>
                                      <a:lumOff val="10000"/>
                                    </a:schemeClr>
                                  </a:solidFill>
                                  <a:latin typeface="Cambria Math" panose="02040503050406030204" pitchFamily="18" charset="0"/>
                                </a:rPr>
                                <m:t>𝑛</m:t>
                              </m:r>
                              <m:r>
                                <a:rPr lang="en-US" altLang="ja-JP" sz="1800" b="0" i="1" smtClean="0">
                                  <a:solidFill>
                                    <a:schemeClr val="tx1">
                                      <a:lumMod val="90000"/>
                                      <a:lumOff val="10000"/>
                                    </a:schemeClr>
                                  </a:solidFill>
                                  <a:latin typeface="Cambria Math" panose="02040503050406030204" pitchFamily="18" charset="0"/>
                                </a:rPr>
                                <m:t>−2</m:t>
                              </m:r>
                            </m:sub>
                          </m:sSub>
                          <m:r>
                            <a:rPr lang="en-US" altLang="ja-JP" sz="1800" i="1">
                              <a:solidFill>
                                <a:schemeClr val="tx1">
                                  <a:lumMod val="90000"/>
                                  <a:lumOff val="10000"/>
                                </a:schemeClr>
                              </a:solidFill>
                              <a:latin typeface="Cambria Math" panose="02040503050406030204" pitchFamily="18" charset="0"/>
                            </a:rPr>
                            <m:t>−</m:t>
                          </m:r>
                          <m:sSub>
                            <m:sSubPr>
                              <m:ctrlPr>
                                <a:rPr lang="en-US" altLang="ja-JP" sz="1800" i="1">
                                  <a:solidFill>
                                    <a:schemeClr val="tx1">
                                      <a:lumMod val="90000"/>
                                      <a:lumOff val="10000"/>
                                    </a:schemeClr>
                                  </a:solidFill>
                                  <a:latin typeface="Cambria Math" panose="02040503050406030204" pitchFamily="18" charset="0"/>
                                </a:rPr>
                              </m:ctrlPr>
                            </m:sSubPr>
                            <m:e>
                              <m:r>
                                <a:rPr lang="en-US" altLang="ja-JP" sz="1800" i="1">
                                  <a:solidFill>
                                    <a:schemeClr val="tx1">
                                      <a:lumMod val="90000"/>
                                      <a:lumOff val="10000"/>
                                    </a:schemeClr>
                                  </a:solidFill>
                                  <a:latin typeface="Cambria Math" panose="02040503050406030204" pitchFamily="18" charset="0"/>
                                </a:rPr>
                                <m:t>𝑢</m:t>
                              </m:r>
                            </m:e>
                            <m:sub>
                              <m:r>
                                <a:rPr lang="en-US" altLang="ja-JP" sz="1800" i="1">
                                  <a:solidFill>
                                    <a:schemeClr val="tx1">
                                      <a:lumMod val="90000"/>
                                      <a:lumOff val="10000"/>
                                    </a:schemeClr>
                                  </a:solidFill>
                                  <a:latin typeface="Cambria Math" panose="02040503050406030204" pitchFamily="18" charset="0"/>
                                </a:rPr>
                                <m:t>𝑛</m:t>
                              </m:r>
                              <m:r>
                                <a:rPr lang="en-US" altLang="ja-JP" sz="1800" i="1">
                                  <a:solidFill>
                                    <a:schemeClr val="tx1">
                                      <a:lumMod val="90000"/>
                                      <a:lumOff val="10000"/>
                                    </a:schemeClr>
                                  </a:solidFill>
                                  <a:latin typeface="Cambria Math" panose="02040503050406030204" pitchFamily="18" charset="0"/>
                                </a:rPr>
                                <m:t>−3</m:t>
                              </m:r>
                            </m:sub>
                          </m:sSub>
                        </m:e>
                      </m:d>
                      <m:r>
                        <a:rPr lang="en-US" altLang="ja-JP" sz="1800" i="1">
                          <a:solidFill>
                            <a:schemeClr val="tx1">
                              <a:lumMod val="90000"/>
                              <a:lumOff val="10000"/>
                            </a:schemeClr>
                          </a:solidFill>
                          <a:latin typeface="Cambria Math" panose="02040503050406030204" pitchFamily="18" charset="0"/>
                        </a:rPr>
                        <m:t>+</m:t>
                      </m:r>
                      <m:d>
                        <m:dPr>
                          <m:ctrlPr>
                            <a:rPr lang="en-US" altLang="ja-JP" sz="1800" i="1">
                              <a:solidFill>
                                <a:schemeClr val="tx1">
                                  <a:lumMod val="90000"/>
                                  <a:lumOff val="10000"/>
                                </a:schemeClr>
                              </a:solidFill>
                              <a:latin typeface="Cambria Math" panose="02040503050406030204" pitchFamily="18" charset="0"/>
                            </a:rPr>
                          </m:ctrlPr>
                        </m:dPr>
                        <m:e>
                          <m:sSub>
                            <m:sSubPr>
                              <m:ctrlPr>
                                <a:rPr lang="en-US" altLang="ja-JP" sz="1800" i="1">
                                  <a:solidFill>
                                    <a:schemeClr val="tx1">
                                      <a:lumMod val="90000"/>
                                      <a:lumOff val="10000"/>
                                    </a:schemeClr>
                                  </a:solidFill>
                                  <a:latin typeface="Cambria Math" panose="02040503050406030204" pitchFamily="18" charset="0"/>
                                </a:rPr>
                              </m:ctrlPr>
                            </m:sSubPr>
                            <m:e>
                              <m:r>
                                <a:rPr lang="en-US" altLang="ja-JP" sz="1800" i="1">
                                  <a:solidFill>
                                    <a:schemeClr val="tx1">
                                      <a:lumMod val="90000"/>
                                      <a:lumOff val="10000"/>
                                    </a:schemeClr>
                                  </a:solidFill>
                                  <a:latin typeface="Cambria Math" panose="02040503050406030204" pitchFamily="18" charset="0"/>
                                </a:rPr>
                                <m:t>𝑒</m:t>
                              </m:r>
                            </m:e>
                            <m:sub>
                              <m:r>
                                <a:rPr lang="en-US" altLang="ja-JP" sz="1800" i="1">
                                  <a:solidFill>
                                    <a:schemeClr val="tx1">
                                      <a:lumMod val="90000"/>
                                      <a:lumOff val="10000"/>
                                    </a:schemeClr>
                                  </a:solidFill>
                                  <a:latin typeface="Cambria Math" panose="02040503050406030204" pitchFamily="18" charset="0"/>
                                </a:rPr>
                                <m:t>𝑛</m:t>
                              </m:r>
                              <m:r>
                                <a:rPr lang="en-US" altLang="ja-JP" sz="1800" b="0" i="1" smtClean="0">
                                  <a:solidFill>
                                    <a:schemeClr val="tx1">
                                      <a:lumMod val="90000"/>
                                      <a:lumOff val="10000"/>
                                    </a:schemeClr>
                                  </a:solidFill>
                                  <a:latin typeface="Cambria Math" panose="02040503050406030204" pitchFamily="18" charset="0"/>
                                </a:rPr>
                                <m:t>−2</m:t>
                              </m:r>
                            </m:sub>
                          </m:sSub>
                          <m:r>
                            <a:rPr lang="en-US" altLang="ja-JP" sz="1800" i="1">
                              <a:solidFill>
                                <a:schemeClr val="tx1">
                                  <a:lumMod val="90000"/>
                                  <a:lumOff val="10000"/>
                                </a:schemeClr>
                              </a:solidFill>
                              <a:latin typeface="Cambria Math" panose="02040503050406030204" pitchFamily="18" charset="0"/>
                            </a:rPr>
                            <m:t>−</m:t>
                          </m:r>
                          <m:sSub>
                            <m:sSubPr>
                              <m:ctrlPr>
                                <a:rPr lang="en-US" altLang="ja-JP" sz="1800" i="1">
                                  <a:solidFill>
                                    <a:schemeClr val="tx1">
                                      <a:lumMod val="90000"/>
                                      <a:lumOff val="10000"/>
                                    </a:schemeClr>
                                  </a:solidFill>
                                  <a:latin typeface="Cambria Math" panose="02040503050406030204" pitchFamily="18" charset="0"/>
                                </a:rPr>
                              </m:ctrlPr>
                            </m:sSubPr>
                            <m:e>
                              <m:r>
                                <a:rPr lang="en-US" altLang="ja-JP" sz="1800" i="1">
                                  <a:solidFill>
                                    <a:schemeClr val="tx1">
                                      <a:lumMod val="90000"/>
                                      <a:lumOff val="10000"/>
                                    </a:schemeClr>
                                  </a:solidFill>
                                  <a:latin typeface="Cambria Math" panose="02040503050406030204" pitchFamily="18" charset="0"/>
                                </a:rPr>
                                <m:t>𝑒</m:t>
                              </m:r>
                            </m:e>
                            <m:sub>
                              <m:r>
                                <a:rPr lang="en-US" altLang="ja-JP" sz="1800" i="1">
                                  <a:solidFill>
                                    <a:schemeClr val="tx1">
                                      <a:lumMod val="90000"/>
                                      <a:lumOff val="10000"/>
                                    </a:schemeClr>
                                  </a:solidFill>
                                  <a:latin typeface="Cambria Math" panose="02040503050406030204" pitchFamily="18" charset="0"/>
                                </a:rPr>
                                <m:t>𝑛</m:t>
                              </m:r>
                              <m:r>
                                <a:rPr lang="en-US" altLang="ja-JP" sz="1800" i="1">
                                  <a:solidFill>
                                    <a:schemeClr val="tx1">
                                      <a:lumMod val="90000"/>
                                      <a:lumOff val="10000"/>
                                    </a:schemeClr>
                                  </a:solidFill>
                                  <a:latin typeface="Cambria Math" panose="02040503050406030204" pitchFamily="18" charset="0"/>
                                </a:rPr>
                                <m:t>−3</m:t>
                              </m:r>
                            </m:sub>
                          </m:sSub>
                        </m:e>
                      </m:d>
                      <m:r>
                        <a:rPr lang="en-US" altLang="ja-JP" sz="1800" i="1">
                          <a:solidFill>
                            <a:schemeClr val="tx1">
                              <a:lumMod val="90000"/>
                              <a:lumOff val="10000"/>
                            </a:schemeClr>
                          </a:solidFill>
                          <a:latin typeface="Cambria Math" panose="02040503050406030204" pitchFamily="18" charset="0"/>
                        </a:rPr>
                        <m:t>−</m:t>
                      </m:r>
                      <m:r>
                        <m:rPr>
                          <m:sty m:val="p"/>
                        </m:rPr>
                        <a:rPr lang="en-US" altLang="ja-JP" sz="1800">
                          <a:solidFill>
                            <a:schemeClr val="tx1">
                              <a:lumMod val="90000"/>
                              <a:lumOff val="10000"/>
                            </a:schemeClr>
                          </a:solidFill>
                          <a:latin typeface="Cambria Math" panose="02040503050406030204" pitchFamily="18" charset="0"/>
                        </a:rPr>
                        <m:t>Σ</m:t>
                      </m:r>
                      <m:sSub>
                        <m:sSubPr>
                          <m:ctrlPr>
                            <a:rPr lang="en-US" altLang="ja-JP" sz="1800" i="1">
                              <a:solidFill>
                                <a:schemeClr val="tx1">
                                  <a:lumMod val="90000"/>
                                  <a:lumOff val="10000"/>
                                </a:schemeClr>
                              </a:solidFill>
                              <a:latin typeface="Cambria Math" panose="02040503050406030204" pitchFamily="18" charset="0"/>
                            </a:rPr>
                          </m:ctrlPr>
                        </m:sSubPr>
                        <m:e>
                          <m:r>
                            <a:rPr lang="en-US" altLang="ja-JP" sz="1800" i="1">
                              <a:solidFill>
                                <a:schemeClr val="tx1">
                                  <a:lumMod val="90000"/>
                                  <a:lumOff val="10000"/>
                                </a:schemeClr>
                              </a:solidFill>
                              <a:latin typeface="Cambria Math" panose="02040503050406030204" pitchFamily="18" charset="0"/>
                            </a:rPr>
                            <m:t>𝐺</m:t>
                          </m:r>
                        </m:e>
                        <m:sub>
                          <m:r>
                            <a:rPr lang="en-US" altLang="ja-JP" sz="1800" i="1">
                              <a:solidFill>
                                <a:schemeClr val="tx1">
                                  <a:lumMod val="90000"/>
                                  <a:lumOff val="10000"/>
                                </a:schemeClr>
                              </a:solidFill>
                              <a:latin typeface="Cambria Math" panose="02040503050406030204" pitchFamily="18" charset="0"/>
                            </a:rPr>
                            <m:t>𝑛</m:t>
                          </m:r>
                          <m:r>
                            <a:rPr lang="en-US" altLang="ja-JP" sz="1800" i="1">
                              <a:solidFill>
                                <a:schemeClr val="tx1">
                                  <a:lumMod val="90000"/>
                                  <a:lumOff val="10000"/>
                                </a:schemeClr>
                              </a:solidFill>
                              <a:latin typeface="Cambria Math" panose="02040503050406030204" pitchFamily="18" charset="0"/>
                            </a:rPr>
                            <m:t>−3</m:t>
                          </m:r>
                        </m:sub>
                      </m:sSub>
                    </m:oMath>
                  </m:oMathPara>
                </a14:m>
                <a:endParaRPr lang="ja-JP" altLang="en-US" dirty="0"/>
              </a:p>
            </p:txBody>
          </p:sp>
        </mc:Choice>
        <mc:Fallback xmlns="">
          <p:sp>
            <p:nvSpPr>
              <p:cNvPr id="141" name="テキスト ボックス 140">
                <a:extLst>
                  <a:ext uri="{FF2B5EF4-FFF2-40B4-BE49-F238E27FC236}">
                    <a16:creationId xmlns:a16="http://schemas.microsoft.com/office/drawing/2014/main" id="{D8A18E86-CFD6-1E72-A2C7-DDB025F8C842}"/>
                  </a:ext>
                </a:extLst>
              </p:cNvPr>
              <p:cNvSpPr txBox="1">
                <a:spLocks noRot="1" noChangeAspect="1" noMove="1" noResize="1" noEditPoints="1" noAdjustHandles="1" noChangeArrowheads="1" noChangeShapeType="1" noTextEdit="1"/>
              </p:cNvSpPr>
              <p:nvPr/>
            </p:nvSpPr>
            <p:spPr>
              <a:xfrm>
                <a:off x="4962529" y="5187631"/>
                <a:ext cx="6096000" cy="369332"/>
              </a:xfrm>
              <a:prstGeom prst="rect">
                <a:avLst/>
              </a:prstGeom>
              <a:blipFill>
                <a:blip r:embed="rId11"/>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42" name="テキスト ボックス 141">
                <a:extLst>
                  <a:ext uri="{FF2B5EF4-FFF2-40B4-BE49-F238E27FC236}">
                    <a16:creationId xmlns:a16="http://schemas.microsoft.com/office/drawing/2014/main" id="{624B370D-C962-D78E-7948-7B1F91CEA1E8}"/>
                  </a:ext>
                </a:extLst>
              </p:cNvPr>
              <p:cNvSpPr txBox="1"/>
              <p:nvPr/>
            </p:nvSpPr>
            <p:spPr>
              <a:xfrm>
                <a:off x="5710584" y="5473803"/>
                <a:ext cx="6096000" cy="369332"/>
              </a:xfrm>
              <a:prstGeom prst="rect">
                <a:avLst/>
              </a:prstGeom>
              <a:noFill/>
            </p:spPr>
            <p:txBody>
              <a:bodyPr wrap="square">
                <a:spAutoFit/>
              </a:bodyPr>
              <a:lstStyle/>
              <a:p>
                <a:pPr/>
                <a14:m>
                  <m:oMathPara xmlns:m="http://schemas.openxmlformats.org/officeDocument/2006/math">
                    <m:oMath>
                      <m:d>
                        <m:dPr>
                          <m:ctrlPr>
                            <a:rPr lang="en-US" altLang="ja-JP" sz="1800" i="1">
                              <a:solidFill>
                                <a:schemeClr val="tx1">
                                  <a:lumMod val="90000"/>
                                  <a:lumOff val="10000"/>
                                </a:schemeClr>
                              </a:solidFill>
                              <a:latin typeface="Cambria Math" panose="02040503050406030204" pitchFamily="18" charset="0"/>
                            </a:rPr>
                          </m:ctrlPr>
                        </m:dPr>
                        <m:e>
                          <m:sSub>
                            <m:sSubPr>
                              <m:ctrlPr>
                                <a:rPr lang="en-US" altLang="ja-JP" sz="1800" i="1">
                                  <a:solidFill>
                                    <a:schemeClr val="tx1">
                                      <a:lumMod val="90000"/>
                                      <a:lumOff val="10000"/>
                                    </a:schemeClr>
                                  </a:solidFill>
                                  <a:latin typeface="Cambria Math" panose="02040503050406030204" pitchFamily="18" charset="0"/>
                                </a:rPr>
                              </m:ctrlPr>
                            </m:sSubPr>
                            <m:e>
                              <m:r>
                                <a:rPr lang="en-US" altLang="ja-JP" sz="1800" i="1">
                                  <a:solidFill>
                                    <a:schemeClr val="tx1">
                                      <a:lumMod val="90000"/>
                                      <a:lumOff val="10000"/>
                                    </a:schemeClr>
                                  </a:solidFill>
                                  <a:latin typeface="Cambria Math" panose="02040503050406030204" pitchFamily="18" charset="0"/>
                                </a:rPr>
                                <m:t>𝑢</m:t>
                              </m:r>
                            </m:e>
                            <m:sub>
                              <m:r>
                                <a:rPr lang="en-US" altLang="ja-JP" sz="1800" i="1">
                                  <a:solidFill>
                                    <a:schemeClr val="tx1">
                                      <a:lumMod val="90000"/>
                                      <a:lumOff val="10000"/>
                                    </a:schemeClr>
                                  </a:solidFill>
                                  <a:latin typeface="Cambria Math" panose="02040503050406030204" pitchFamily="18" charset="0"/>
                                </a:rPr>
                                <m:t>𝑛</m:t>
                              </m:r>
                              <m:r>
                                <a:rPr lang="en-US" altLang="ja-JP" sz="1800" b="0" i="1" smtClean="0">
                                  <a:solidFill>
                                    <a:schemeClr val="tx1">
                                      <a:lumMod val="90000"/>
                                      <a:lumOff val="10000"/>
                                    </a:schemeClr>
                                  </a:solidFill>
                                  <a:latin typeface="Cambria Math" panose="02040503050406030204" pitchFamily="18" charset="0"/>
                                </a:rPr>
                                <m:t>−3</m:t>
                              </m:r>
                            </m:sub>
                          </m:sSub>
                          <m:r>
                            <a:rPr lang="en-US" altLang="ja-JP" sz="1800" i="1">
                              <a:solidFill>
                                <a:schemeClr val="tx1">
                                  <a:lumMod val="90000"/>
                                  <a:lumOff val="10000"/>
                                </a:schemeClr>
                              </a:solidFill>
                              <a:latin typeface="Cambria Math" panose="02040503050406030204" pitchFamily="18" charset="0"/>
                            </a:rPr>
                            <m:t>−</m:t>
                          </m:r>
                          <m:sSub>
                            <m:sSubPr>
                              <m:ctrlPr>
                                <a:rPr lang="en-US" altLang="ja-JP" sz="1800" i="1">
                                  <a:solidFill>
                                    <a:schemeClr val="tx1">
                                      <a:lumMod val="90000"/>
                                      <a:lumOff val="10000"/>
                                    </a:schemeClr>
                                  </a:solidFill>
                                  <a:latin typeface="Cambria Math" panose="02040503050406030204" pitchFamily="18" charset="0"/>
                                </a:rPr>
                              </m:ctrlPr>
                            </m:sSubPr>
                            <m:e>
                              <m:r>
                                <a:rPr lang="en-US" altLang="ja-JP" sz="1800" i="1">
                                  <a:solidFill>
                                    <a:schemeClr val="tx1">
                                      <a:lumMod val="90000"/>
                                      <a:lumOff val="10000"/>
                                    </a:schemeClr>
                                  </a:solidFill>
                                  <a:latin typeface="Cambria Math" panose="02040503050406030204" pitchFamily="18" charset="0"/>
                                </a:rPr>
                                <m:t>𝑢</m:t>
                              </m:r>
                            </m:e>
                            <m:sub>
                              <m:r>
                                <a:rPr lang="en-US" altLang="ja-JP" sz="1800" i="1">
                                  <a:solidFill>
                                    <a:schemeClr val="tx1">
                                      <a:lumMod val="90000"/>
                                      <a:lumOff val="10000"/>
                                    </a:schemeClr>
                                  </a:solidFill>
                                  <a:latin typeface="Cambria Math" panose="02040503050406030204" pitchFamily="18" charset="0"/>
                                </a:rPr>
                                <m:t>𝑛</m:t>
                              </m:r>
                              <m:r>
                                <a:rPr lang="en-US" altLang="ja-JP" sz="1800" i="1">
                                  <a:solidFill>
                                    <a:schemeClr val="tx1">
                                      <a:lumMod val="90000"/>
                                      <a:lumOff val="10000"/>
                                    </a:schemeClr>
                                  </a:solidFill>
                                  <a:latin typeface="Cambria Math" panose="02040503050406030204" pitchFamily="18" charset="0"/>
                                </a:rPr>
                                <m:t>−4</m:t>
                              </m:r>
                            </m:sub>
                          </m:sSub>
                        </m:e>
                      </m:d>
                      <m:r>
                        <a:rPr lang="en-US" altLang="ja-JP" sz="1800" i="1">
                          <a:solidFill>
                            <a:schemeClr val="tx1">
                              <a:lumMod val="90000"/>
                              <a:lumOff val="10000"/>
                            </a:schemeClr>
                          </a:solidFill>
                          <a:latin typeface="Cambria Math" panose="02040503050406030204" pitchFamily="18" charset="0"/>
                        </a:rPr>
                        <m:t>+</m:t>
                      </m:r>
                      <m:d>
                        <m:dPr>
                          <m:ctrlPr>
                            <a:rPr lang="en-US" altLang="ja-JP" sz="1800" i="1">
                              <a:solidFill>
                                <a:schemeClr val="tx1">
                                  <a:lumMod val="90000"/>
                                  <a:lumOff val="10000"/>
                                </a:schemeClr>
                              </a:solidFill>
                              <a:latin typeface="Cambria Math" panose="02040503050406030204" pitchFamily="18" charset="0"/>
                            </a:rPr>
                          </m:ctrlPr>
                        </m:dPr>
                        <m:e>
                          <m:sSub>
                            <m:sSubPr>
                              <m:ctrlPr>
                                <a:rPr lang="en-US" altLang="ja-JP" sz="1800" i="1">
                                  <a:solidFill>
                                    <a:schemeClr val="tx1">
                                      <a:lumMod val="90000"/>
                                      <a:lumOff val="10000"/>
                                    </a:schemeClr>
                                  </a:solidFill>
                                  <a:latin typeface="Cambria Math" panose="02040503050406030204" pitchFamily="18" charset="0"/>
                                </a:rPr>
                              </m:ctrlPr>
                            </m:sSubPr>
                            <m:e>
                              <m:r>
                                <a:rPr lang="en-US" altLang="ja-JP" sz="1800" i="1">
                                  <a:solidFill>
                                    <a:schemeClr val="tx1">
                                      <a:lumMod val="90000"/>
                                      <a:lumOff val="10000"/>
                                    </a:schemeClr>
                                  </a:solidFill>
                                  <a:latin typeface="Cambria Math" panose="02040503050406030204" pitchFamily="18" charset="0"/>
                                </a:rPr>
                                <m:t>𝑒</m:t>
                              </m:r>
                            </m:e>
                            <m:sub>
                              <m:r>
                                <a:rPr lang="en-US" altLang="ja-JP" sz="1800" i="1">
                                  <a:solidFill>
                                    <a:schemeClr val="tx1">
                                      <a:lumMod val="90000"/>
                                      <a:lumOff val="10000"/>
                                    </a:schemeClr>
                                  </a:solidFill>
                                  <a:latin typeface="Cambria Math" panose="02040503050406030204" pitchFamily="18" charset="0"/>
                                </a:rPr>
                                <m:t>𝑛</m:t>
                              </m:r>
                              <m:r>
                                <a:rPr lang="en-US" altLang="ja-JP" sz="1800" b="0" i="1" smtClean="0">
                                  <a:solidFill>
                                    <a:schemeClr val="tx1">
                                      <a:lumMod val="90000"/>
                                      <a:lumOff val="10000"/>
                                    </a:schemeClr>
                                  </a:solidFill>
                                  <a:latin typeface="Cambria Math" panose="02040503050406030204" pitchFamily="18" charset="0"/>
                                </a:rPr>
                                <m:t>−3</m:t>
                              </m:r>
                            </m:sub>
                          </m:sSub>
                          <m:r>
                            <a:rPr lang="en-US" altLang="ja-JP" sz="1800" i="1">
                              <a:solidFill>
                                <a:schemeClr val="tx1">
                                  <a:lumMod val="90000"/>
                                  <a:lumOff val="10000"/>
                                </a:schemeClr>
                              </a:solidFill>
                              <a:latin typeface="Cambria Math" panose="02040503050406030204" pitchFamily="18" charset="0"/>
                            </a:rPr>
                            <m:t>−</m:t>
                          </m:r>
                          <m:sSub>
                            <m:sSubPr>
                              <m:ctrlPr>
                                <a:rPr lang="en-US" altLang="ja-JP" sz="1800" i="1">
                                  <a:solidFill>
                                    <a:schemeClr val="tx1">
                                      <a:lumMod val="90000"/>
                                      <a:lumOff val="10000"/>
                                    </a:schemeClr>
                                  </a:solidFill>
                                  <a:latin typeface="Cambria Math" panose="02040503050406030204" pitchFamily="18" charset="0"/>
                                </a:rPr>
                              </m:ctrlPr>
                            </m:sSubPr>
                            <m:e>
                              <m:r>
                                <a:rPr lang="en-US" altLang="ja-JP" sz="1800" i="1">
                                  <a:solidFill>
                                    <a:schemeClr val="tx1">
                                      <a:lumMod val="90000"/>
                                      <a:lumOff val="10000"/>
                                    </a:schemeClr>
                                  </a:solidFill>
                                  <a:latin typeface="Cambria Math" panose="02040503050406030204" pitchFamily="18" charset="0"/>
                                </a:rPr>
                                <m:t>𝑒</m:t>
                              </m:r>
                            </m:e>
                            <m:sub>
                              <m:r>
                                <a:rPr lang="en-US" altLang="ja-JP" sz="1800" i="1">
                                  <a:solidFill>
                                    <a:schemeClr val="tx1">
                                      <a:lumMod val="90000"/>
                                      <a:lumOff val="10000"/>
                                    </a:schemeClr>
                                  </a:solidFill>
                                  <a:latin typeface="Cambria Math" panose="02040503050406030204" pitchFamily="18" charset="0"/>
                                </a:rPr>
                                <m:t>𝑛</m:t>
                              </m:r>
                              <m:r>
                                <a:rPr lang="en-US" altLang="ja-JP" sz="1800" i="1">
                                  <a:solidFill>
                                    <a:schemeClr val="tx1">
                                      <a:lumMod val="90000"/>
                                      <a:lumOff val="10000"/>
                                    </a:schemeClr>
                                  </a:solidFill>
                                  <a:latin typeface="Cambria Math" panose="02040503050406030204" pitchFamily="18" charset="0"/>
                                </a:rPr>
                                <m:t>−4</m:t>
                              </m:r>
                            </m:sub>
                          </m:sSub>
                        </m:e>
                      </m:d>
                      <m:r>
                        <a:rPr lang="en-US" altLang="ja-JP" sz="1800" i="1">
                          <a:solidFill>
                            <a:schemeClr val="tx1">
                              <a:lumMod val="90000"/>
                              <a:lumOff val="10000"/>
                            </a:schemeClr>
                          </a:solidFill>
                          <a:latin typeface="Cambria Math" panose="02040503050406030204" pitchFamily="18" charset="0"/>
                        </a:rPr>
                        <m:t>−</m:t>
                      </m:r>
                      <m:r>
                        <m:rPr>
                          <m:sty m:val="p"/>
                        </m:rPr>
                        <a:rPr lang="en-US" altLang="ja-JP" sz="1800">
                          <a:solidFill>
                            <a:schemeClr val="tx1">
                              <a:lumMod val="90000"/>
                              <a:lumOff val="10000"/>
                            </a:schemeClr>
                          </a:solidFill>
                          <a:latin typeface="Cambria Math" panose="02040503050406030204" pitchFamily="18" charset="0"/>
                        </a:rPr>
                        <m:t>Σ</m:t>
                      </m:r>
                      <m:sSub>
                        <m:sSubPr>
                          <m:ctrlPr>
                            <a:rPr lang="en-US" altLang="ja-JP" sz="1800" i="1">
                              <a:solidFill>
                                <a:schemeClr val="tx1">
                                  <a:lumMod val="90000"/>
                                  <a:lumOff val="10000"/>
                                </a:schemeClr>
                              </a:solidFill>
                              <a:latin typeface="Cambria Math" panose="02040503050406030204" pitchFamily="18" charset="0"/>
                            </a:rPr>
                          </m:ctrlPr>
                        </m:sSubPr>
                        <m:e>
                          <m:r>
                            <a:rPr lang="en-US" altLang="ja-JP" sz="1800" i="1">
                              <a:solidFill>
                                <a:schemeClr val="tx1">
                                  <a:lumMod val="90000"/>
                                  <a:lumOff val="10000"/>
                                </a:schemeClr>
                              </a:solidFill>
                              <a:latin typeface="Cambria Math" panose="02040503050406030204" pitchFamily="18" charset="0"/>
                            </a:rPr>
                            <m:t>𝐺</m:t>
                          </m:r>
                        </m:e>
                        <m:sub>
                          <m:r>
                            <a:rPr lang="en-US" altLang="ja-JP" sz="1800" i="1">
                              <a:solidFill>
                                <a:schemeClr val="tx1">
                                  <a:lumMod val="90000"/>
                                  <a:lumOff val="10000"/>
                                </a:schemeClr>
                              </a:solidFill>
                              <a:latin typeface="Cambria Math" panose="02040503050406030204" pitchFamily="18" charset="0"/>
                            </a:rPr>
                            <m:t>𝑛</m:t>
                          </m:r>
                          <m:r>
                            <a:rPr lang="en-US" altLang="ja-JP" sz="1800" i="1">
                              <a:solidFill>
                                <a:schemeClr val="tx1">
                                  <a:lumMod val="90000"/>
                                  <a:lumOff val="10000"/>
                                </a:schemeClr>
                              </a:solidFill>
                              <a:latin typeface="Cambria Math" panose="02040503050406030204" pitchFamily="18" charset="0"/>
                            </a:rPr>
                            <m:t>−4</m:t>
                          </m:r>
                        </m:sub>
                      </m:sSub>
                    </m:oMath>
                  </m:oMathPara>
                </a14:m>
                <a:endParaRPr lang="ja-JP" altLang="en-US" dirty="0"/>
              </a:p>
            </p:txBody>
          </p:sp>
        </mc:Choice>
        <mc:Fallback xmlns="">
          <p:sp>
            <p:nvSpPr>
              <p:cNvPr id="142" name="テキスト ボックス 141">
                <a:extLst>
                  <a:ext uri="{FF2B5EF4-FFF2-40B4-BE49-F238E27FC236}">
                    <a16:creationId xmlns:a16="http://schemas.microsoft.com/office/drawing/2014/main" id="{624B370D-C962-D78E-7948-7B1F91CEA1E8}"/>
                  </a:ext>
                </a:extLst>
              </p:cNvPr>
              <p:cNvSpPr txBox="1">
                <a:spLocks noRot="1" noChangeAspect="1" noMove="1" noResize="1" noEditPoints="1" noAdjustHandles="1" noChangeArrowheads="1" noChangeShapeType="1" noTextEdit="1"/>
              </p:cNvSpPr>
              <p:nvPr/>
            </p:nvSpPr>
            <p:spPr>
              <a:xfrm>
                <a:off x="5710584" y="5473803"/>
                <a:ext cx="6096000" cy="369332"/>
              </a:xfrm>
              <a:prstGeom prst="rect">
                <a:avLst/>
              </a:prstGeom>
              <a:blipFill>
                <a:blip r:embed="rId12"/>
                <a:stretch>
                  <a:fillRect/>
                </a:stretch>
              </a:blipFill>
            </p:spPr>
            <p:txBody>
              <a:bodyPr/>
              <a:lstStyle/>
              <a:p>
                <a:r>
                  <a:rPr lang="ja-JP" altLang="en-US">
                    <a:noFill/>
                  </a:rPr>
                  <a:t> </a:t>
                </a:r>
              </a:p>
            </p:txBody>
          </p:sp>
        </mc:Fallback>
      </mc:AlternateContent>
      <p:sp>
        <p:nvSpPr>
          <p:cNvPr id="144" name="四角形: 角を丸くする 143">
            <a:extLst>
              <a:ext uri="{FF2B5EF4-FFF2-40B4-BE49-F238E27FC236}">
                <a16:creationId xmlns:a16="http://schemas.microsoft.com/office/drawing/2014/main" id="{19642A9F-904D-9537-2404-EB755704D409}"/>
              </a:ext>
            </a:extLst>
          </p:cNvPr>
          <p:cNvSpPr/>
          <p:nvPr/>
        </p:nvSpPr>
        <p:spPr>
          <a:xfrm>
            <a:off x="6095568" y="4964362"/>
            <a:ext cx="557760" cy="630250"/>
          </a:xfrm>
          <a:prstGeom prst="roundRect">
            <a:avLst>
              <a:gd name="adj" fmla="val 3991"/>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6" name="四角形: 角を丸くする 145">
            <a:extLst>
              <a:ext uri="{FF2B5EF4-FFF2-40B4-BE49-F238E27FC236}">
                <a16:creationId xmlns:a16="http://schemas.microsoft.com/office/drawing/2014/main" id="{A463985B-8A83-EA61-73D5-9C013A1F56C0}"/>
              </a:ext>
            </a:extLst>
          </p:cNvPr>
          <p:cNvSpPr/>
          <p:nvPr/>
        </p:nvSpPr>
        <p:spPr>
          <a:xfrm>
            <a:off x="6885103" y="5289830"/>
            <a:ext cx="496888" cy="563550"/>
          </a:xfrm>
          <a:prstGeom prst="roundRect">
            <a:avLst>
              <a:gd name="adj" fmla="val 3991"/>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7" name="四角形: 角を丸くする 146">
            <a:extLst>
              <a:ext uri="{FF2B5EF4-FFF2-40B4-BE49-F238E27FC236}">
                <a16:creationId xmlns:a16="http://schemas.microsoft.com/office/drawing/2014/main" id="{1984F38E-1F76-C4A5-354C-23E0B1F7EBCA}"/>
              </a:ext>
            </a:extLst>
          </p:cNvPr>
          <p:cNvSpPr/>
          <p:nvPr/>
        </p:nvSpPr>
        <p:spPr>
          <a:xfrm>
            <a:off x="8527543" y="5312837"/>
            <a:ext cx="496888" cy="563550"/>
          </a:xfrm>
          <a:prstGeom prst="roundRect">
            <a:avLst>
              <a:gd name="adj" fmla="val 3991"/>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2" name="四角形: 角を丸くする 151">
            <a:extLst>
              <a:ext uri="{FF2B5EF4-FFF2-40B4-BE49-F238E27FC236}">
                <a16:creationId xmlns:a16="http://schemas.microsoft.com/office/drawing/2014/main" id="{071A9BE7-9BC5-4D08-B11D-34ADC26B1B06}"/>
              </a:ext>
            </a:extLst>
          </p:cNvPr>
          <p:cNvSpPr/>
          <p:nvPr/>
        </p:nvSpPr>
        <p:spPr>
          <a:xfrm>
            <a:off x="7810615" y="4964362"/>
            <a:ext cx="478793" cy="630250"/>
          </a:xfrm>
          <a:prstGeom prst="roundRect">
            <a:avLst>
              <a:gd name="adj" fmla="val 3991"/>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3" name="フリーフォーム: 図形 152">
            <a:extLst>
              <a:ext uri="{FF2B5EF4-FFF2-40B4-BE49-F238E27FC236}">
                <a16:creationId xmlns:a16="http://schemas.microsoft.com/office/drawing/2014/main" id="{396E63E5-DA44-9A43-6BDE-7B80413CEDEB}"/>
              </a:ext>
            </a:extLst>
          </p:cNvPr>
          <p:cNvSpPr/>
          <p:nvPr/>
        </p:nvSpPr>
        <p:spPr>
          <a:xfrm rot="15684645">
            <a:off x="9404232" y="4575684"/>
            <a:ext cx="169312" cy="729194"/>
          </a:xfrm>
          <a:custGeom>
            <a:avLst/>
            <a:gdLst>
              <a:gd name="csX0" fmla="*/ 71566 w 135746"/>
              <a:gd name="csY0" fmla="*/ 510117 h 510117"/>
              <a:gd name="csX1" fmla="*/ 1716 w 135746"/>
              <a:gd name="csY1" fmla="*/ 294217 h 510117"/>
              <a:gd name="csX2" fmla="*/ 135066 w 135746"/>
              <a:gd name="csY2" fmla="*/ 243417 h 510117"/>
              <a:gd name="csX3" fmla="*/ 44049 w 135746"/>
              <a:gd name="csY3" fmla="*/ 0 h 510117"/>
            </a:gdLst>
            <a:ahLst/>
            <a:cxnLst>
              <a:cxn ang="0">
                <a:pos x="csX0" y="csY0"/>
              </a:cxn>
              <a:cxn ang="0">
                <a:pos x="csX1" y="csY1"/>
              </a:cxn>
              <a:cxn ang="0">
                <a:pos x="csX2" y="csY2"/>
              </a:cxn>
              <a:cxn ang="0">
                <a:pos x="csX3" y="csY3"/>
              </a:cxn>
            </a:cxnLst>
            <a:rect l="l" t="t" r="r" b="b"/>
            <a:pathLst>
              <a:path w="135746" h="510117">
                <a:moveTo>
                  <a:pt x="71566" y="510117"/>
                </a:moveTo>
                <a:cubicBezTo>
                  <a:pt x="31349" y="424392"/>
                  <a:pt x="-8867" y="338667"/>
                  <a:pt x="1716" y="294217"/>
                </a:cubicBezTo>
                <a:cubicBezTo>
                  <a:pt x="12299" y="249767"/>
                  <a:pt x="128011" y="292453"/>
                  <a:pt x="135066" y="243417"/>
                </a:cubicBezTo>
                <a:cubicBezTo>
                  <a:pt x="142122" y="194381"/>
                  <a:pt x="93085" y="97190"/>
                  <a:pt x="44049" y="0"/>
                </a:cubicBezTo>
              </a:path>
            </a:pathLst>
          </a:cu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kumimoji="1" lang="ja-JP" altLang="en-US"/>
          </a:p>
        </p:txBody>
      </p:sp>
      <mc:AlternateContent xmlns:mc="http://schemas.openxmlformats.org/markup-compatibility/2006" xmlns:a14="http://schemas.microsoft.com/office/drawing/2010/main">
        <mc:Choice Requires="a14">
          <p:sp>
            <p:nvSpPr>
              <p:cNvPr id="154" name="テキスト ボックス 153">
                <a:extLst>
                  <a:ext uri="{FF2B5EF4-FFF2-40B4-BE49-F238E27FC236}">
                    <a16:creationId xmlns:a16="http://schemas.microsoft.com/office/drawing/2014/main" id="{82AF2AC9-1FD4-F0D2-14B7-1D6B5B75EA1C}"/>
                  </a:ext>
                </a:extLst>
              </p:cNvPr>
              <p:cNvSpPr txBox="1"/>
              <p:nvPr/>
            </p:nvSpPr>
            <p:spPr>
              <a:xfrm>
                <a:off x="9844446" y="4671397"/>
                <a:ext cx="2254538" cy="923330"/>
              </a:xfrm>
              <a:prstGeom prst="rect">
                <a:avLst/>
              </a:prstGeom>
              <a:noFill/>
            </p:spPr>
            <p:txBody>
              <a:bodyPr wrap="square" rtlCol="0">
                <a:spAutoFit/>
              </a:bodyPr>
              <a:lstStyle/>
              <a:p>
                <a:pPr algn="l"/>
                <a14:m>
                  <m:oMath xmlns:m="http://schemas.openxmlformats.org/officeDocument/2006/math">
                    <m:r>
                      <a:rPr kumimoji="1" lang="en-US" altLang="ja-JP" b="0" i="1" smtClean="0">
                        <a:solidFill>
                          <a:schemeClr val="tx1">
                            <a:lumMod val="90000"/>
                            <a:lumOff val="10000"/>
                          </a:schemeClr>
                        </a:solidFill>
                        <a:latin typeface="Cambria Math" panose="02040503050406030204" pitchFamily="18" charset="0"/>
                      </a:rPr>
                      <m:t>−</m:t>
                    </m:r>
                    <m:d>
                      <m:dPr>
                        <m:ctrlPr>
                          <a:rPr kumimoji="1" lang="en-US" altLang="ja-JP" b="0" i="1" smtClean="0">
                            <a:solidFill>
                              <a:schemeClr val="tx1">
                                <a:lumMod val="90000"/>
                                <a:lumOff val="10000"/>
                              </a:schemeClr>
                            </a:solidFill>
                            <a:latin typeface="Cambria Math" panose="02040503050406030204" pitchFamily="18" charset="0"/>
                          </a:rPr>
                        </m:ctrlPr>
                      </m:dPr>
                      <m:e>
                        <m:r>
                          <a:rPr kumimoji="1" lang="en-US" altLang="ja-JP" b="0" i="1" smtClean="0">
                            <a:solidFill>
                              <a:schemeClr val="tx1">
                                <a:lumMod val="90000"/>
                                <a:lumOff val="10000"/>
                              </a:schemeClr>
                            </a:solidFill>
                            <a:latin typeface="Cambria Math" panose="02040503050406030204" pitchFamily="18" charset="0"/>
                          </a:rPr>
                          <m:t>𝑥𝑥𝑥</m:t>
                        </m:r>
                        <m:r>
                          <a:rPr kumimoji="1" lang="en-US" altLang="ja-JP" b="0" i="1" smtClean="0">
                            <a:solidFill>
                              <a:schemeClr val="tx1">
                                <a:lumMod val="90000"/>
                                <a:lumOff val="10000"/>
                              </a:schemeClr>
                            </a:solidFill>
                            <a:latin typeface="Cambria Math" panose="02040503050406030204" pitchFamily="18" charset="0"/>
                          </a:rPr>
                          <m:t>−</m:t>
                        </m:r>
                        <m:r>
                          <m:rPr>
                            <m:sty m:val="p"/>
                          </m:rPr>
                          <a:rPr kumimoji="1" lang="en-US" altLang="ja-JP" b="0" i="0" smtClean="0">
                            <a:solidFill>
                              <a:schemeClr val="tx1">
                                <a:lumMod val="90000"/>
                                <a:lumOff val="10000"/>
                              </a:schemeClr>
                            </a:solidFill>
                            <a:latin typeface="Cambria Math" panose="02040503050406030204" pitchFamily="18" charset="0"/>
                          </a:rPr>
                          <m:t>Σ</m:t>
                        </m:r>
                        <m:sSub>
                          <m:sSubPr>
                            <m:ctrlPr>
                              <a:rPr kumimoji="1" lang="en-US" altLang="ja-JP" b="0" i="1" smtClean="0">
                                <a:solidFill>
                                  <a:schemeClr val="tx1">
                                    <a:lumMod val="90000"/>
                                    <a:lumOff val="10000"/>
                                  </a:schemeClr>
                                </a:solidFill>
                                <a:latin typeface="Cambria Math" panose="02040503050406030204" pitchFamily="18" charset="0"/>
                              </a:rPr>
                            </m:ctrlPr>
                          </m:sSubPr>
                          <m:e>
                            <m:r>
                              <a:rPr kumimoji="1" lang="en-US" altLang="ja-JP" b="0" i="1" smtClean="0">
                                <a:solidFill>
                                  <a:schemeClr val="tx1">
                                    <a:lumMod val="90000"/>
                                    <a:lumOff val="10000"/>
                                  </a:schemeClr>
                                </a:solidFill>
                                <a:latin typeface="Cambria Math" panose="02040503050406030204" pitchFamily="18" charset="0"/>
                              </a:rPr>
                              <m:t>𝐺</m:t>
                            </m:r>
                          </m:e>
                          <m:sub>
                            <m:r>
                              <a:rPr kumimoji="1" lang="en-US" altLang="ja-JP" b="0" i="1" smtClean="0">
                                <a:solidFill>
                                  <a:schemeClr val="tx1">
                                    <a:lumMod val="90000"/>
                                    <a:lumOff val="10000"/>
                                  </a:schemeClr>
                                </a:solidFill>
                                <a:latin typeface="Cambria Math" panose="02040503050406030204" pitchFamily="18" charset="0"/>
                              </a:rPr>
                              <m:t>𝑛</m:t>
                            </m:r>
                            <m:r>
                              <a:rPr kumimoji="1" lang="en-US" altLang="ja-JP" b="0" i="1" smtClean="0">
                                <a:solidFill>
                                  <a:schemeClr val="tx1">
                                    <a:lumMod val="90000"/>
                                    <a:lumOff val="10000"/>
                                  </a:schemeClr>
                                </a:solidFill>
                                <a:latin typeface="Cambria Math" panose="02040503050406030204" pitchFamily="18" charset="0"/>
                              </a:rPr>
                              <m:t>−3</m:t>
                            </m:r>
                          </m:sub>
                        </m:sSub>
                      </m:e>
                    </m:d>
                  </m:oMath>
                </a14:m>
                <a:r>
                  <a:rPr kumimoji="1" lang="ja-JP" altLang="en-US" b="0" dirty="0">
                    <a:solidFill>
                      <a:schemeClr val="tx1">
                        <a:lumMod val="90000"/>
                        <a:lumOff val="10000"/>
                      </a:schemeClr>
                    </a:solidFill>
                  </a:rPr>
                  <a:t>と展開されるので消える</a:t>
                </a:r>
                <a:br>
                  <a:rPr kumimoji="1" lang="en-US" altLang="ja-JP" b="0" dirty="0">
                    <a:solidFill>
                      <a:schemeClr val="tx1">
                        <a:lumMod val="90000"/>
                        <a:lumOff val="10000"/>
                      </a:schemeClr>
                    </a:solidFill>
                  </a:rPr>
                </a:br>
                <a:endParaRPr kumimoji="1" lang="ja-JP" altLang="en-US" dirty="0">
                  <a:solidFill>
                    <a:schemeClr val="tx1">
                      <a:lumMod val="90000"/>
                      <a:lumOff val="10000"/>
                    </a:schemeClr>
                  </a:solidFill>
                </a:endParaRPr>
              </a:p>
            </p:txBody>
          </p:sp>
        </mc:Choice>
        <mc:Fallback xmlns="">
          <p:sp>
            <p:nvSpPr>
              <p:cNvPr id="154" name="テキスト ボックス 153">
                <a:extLst>
                  <a:ext uri="{FF2B5EF4-FFF2-40B4-BE49-F238E27FC236}">
                    <a16:creationId xmlns:a16="http://schemas.microsoft.com/office/drawing/2014/main" id="{82AF2AC9-1FD4-F0D2-14B7-1D6B5B75EA1C}"/>
                  </a:ext>
                </a:extLst>
              </p:cNvPr>
              <p:cNvSpPr txBox="1">
                <a:spLocks noRot="1" noChangeAspect="1" noMove="1" noResize="1" noEditPoints="1" noAdjustHandles="1" noChangeArrowheads="1" noChangeShapeType="1" noTextEdit="1"/>
              </p:cNvSpPr>
              <p:nvPr/>
            </p:nvSpPr>
            <p:spPr>
              <a:xfrm>
                <a:off x="9844446" y="4671397"/>
                <a:ext cx="2254538" cy="923330"/>
              </a:xfrm>
              <a:prstGeom prst="rect">
                <a:avLst/>
              </a:prstGeom>
              <a:blipFill>
                <a:blip r:embed="rId13"/>
                <a:stretch>
                  <a:fillRect l="-2432" t="-4605" r="-1622"/>
                </a:stretch>
              </a:blipFill>
            </p:spPr>
            <p:txBody>
              <a:bodyPr/>
              <a:lstStyle/>
              <a:p>
                <a:r>
                  <a:rPr lang="ja-JP" altLang="en-US">
                    <a:noFill/>
                  </a:rPr>
                  <a:t> </a:t>
                </a:r>
              </a:p>
            </p:txBody>
          </p:sp>
        </mc:Fallback>
      </mc:AlternateContent>
      <p:sp>
        <p:nvSpPr>
          <p:cNvPr id="160" name="テキスト ボックス 159">
            <a:extLst>
              <a:ext uri="{FF2B5EF4-FFF2-40B4-BE49-F238E27FC236}">
                <a16:creationId xmlns:a16="http://schemas.microsoft.com/office/drawing/2014/main" id="{2232E16B-149B-48DD-F0DA-2C1E2A533EE4}"/>
              </a:ext>
            </a:extLst>
          </p:cNvPr>
          <p:cNvSpPr txBox="1"/>
          <p:nvPr/>
        </p:nvSpPr>
        <p:spPr>
          <a:xfrm>
            <a:off x="339811" y="6111401"/>
            <a:ext cx="11517227" cy="646331"/>
          </a:xfrm>
          <a:prstGeom prst="rect">
            <a:avLst/>
          </a:prstGeom>
          <a:noFill/>
        </p:spPr>
        <p:txBody>
          <a:bodyPr wrap="square" rtlCol="0">
            <a:spAutoFit/>
          </a:bodyPr>
          <a:lstStyle/>
          <a:p>
            <a:pPr algn="l"/>
            <a:r>
              <a:rPr lang="ja-JP" altLang="en-US" dirty="0"/>
              <a:t>このように</a:t>
            </a:r>
            <a:r>
              <a:rPr lang="en-US" altLang="ja-JP" dirty="0"/>
              <a:t>Δ</a:t>
            </a:r>
            <a:r>
              <a:rPr lang="ja-JP" altLang="en-US" dirty="0"/>
              <a:t>変調器は</a:t>
            </a:r>
            <a:r>
              <a:rPr lang="en-US" altLang="ja-JP" dirty="0"/>
              <a:t>2</a:t>
            </a:r>
            <a:r>
              <a:rPr lang="ja-JP" altLang="en-US" dirty="0"/>
              <a:t>値化器の誤差も微分されるので、格段に誤差が減るがフィードバックループに積分器が居ることでループの安定性が下がる、受信の積分器よる飽和の問題から</a:t>
            </a:r>
            <a:r>
              <a:rPr lang="en-US" altLang="ja-JP" dirty="0"/>
              <a:t>DC</a:t>
            </a:r>
            <a:r>
              <a:rPr lang="ja-JP" altLang="en-US" dirty="0"/>
              <a:t>入力に弱い欠点がある。</a:t>
            </a:r>
            <a:endParaRPr lang="en-US" altLang="ja-JP" dirty="0"/>
          </a:p>
        </p:txBody>
      </p:sp>
    </p:spTree>
    <p:extLst>
      <p:ext uri="{BB962C8B-B14F-4D97-AF65-F5344CB8AC3E}">
        <p14:creationId xmlns:p14="http://schemas.microsoft.com/office/powerpoint/2010/main" val="1384926891"/>
      </p:ext>
    </p:extLst>
  </p:cSld>
  <p:clrMapOvr>
    <a:masterClrMapping/>
  </p:clrMapOvr>
</p:sld>
</file>

<file path=ppt/theme/theme1.xml><?xml version="1.0" encoding="utf-8"?>
<a:theme xmlns:a="http://schemas.openxmlformats.org/drawingml/2006/main" name="16-9最新版">
  <a:themeElements>
    <a:clrScheme name="お気に入り">
      <a:dk1>
        <a:srgbClr val="1F1F1F"/>
      </a:dk1>
      <a:lt1>
        <a:sysClr val="window" lastClr="FFFFFF"/>
      </a:lt1>
      <a:dk2>
        <a:srgbClr val="44546A"/>
      </a:dk2>
      <a:lt2>
        <a:srgbClr val="E7E6E6"/>
      </a:lt2>
      <a:accent1>
        <a:srgbClr val="0070C0"/>
      </a:accent1>
      <a:accent2>
        <a:srgbClr val="EEB500"/>
      </a:accent2>
      <a:accent3>
        <a:srgbClr val="3D9435"/>
      </a:accent3>
      <a:accent4>
        <a:srgbClr val="138BAE"/>
      </a:accent4>
      <a:accent5>
        <a:srgbClr val="A54675"/>
      </a:accent5>
      <a:accent6>
        <a:srgbClr val="C00000"/>
      </a:accent6>
      <a:hlink>
        <a:srgbClr val="0563C1"/>
      </a:hlink>
      <a:folHlink>
        <a:srgbClr val="C490AA"/>
      </a:folHlink>
    </a:clrScheme>
    <a:fontScheme name="きれいめなやつ">
      <a:majorFont>
        <a:latin typeface="BIZ UDPゴシック"/>
        <a:ea typeface="BIZ UDPゴシック"/>
        <a:cs typeface=""/>
      </a:majorFont>
      <a:minorFont>
        <a:latin typeface="Arial"/>
        <a:ea typeface="BIZ UDPゴシック"/>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ln w="19050" cap="flat" cmpd="sng" algn="ctr">
          <a:solidFill>
            <a:schemeClr val="accent1"/>
          </a:solidFill>
          <a:prstDash val="solid"/>
          <a:round/>
          <a:headEnd type="none" w="med" len="med"/>
          <a:tailEnd type="arrow" w="med" len="med"/>
        </a:ln>
      </a:spPr>
      <a:bodyPr/>
      <a:lstStyle/>
      <a:style>
        <a:lnRef idx="0">
          <a:scrgbClr r="0" g="0" b="0"/>
        </a:lnRef>
        <a:fillRef idx="0">
          <a:scrgbClr r="0" g="0" b="0"/>
        </a:fillRef>
        <a:effectRef idx="0">
          <a:scrgbClr r="0" g="0" b="0"/>
        </a:effectRef>
        <a:fontRef idx="minor">
          <a:schemeClr val="tx1"/>
        </a:fontRef>
      </a:style>
    </a:lnDef>
    <a:txDef>
      <a:spPr>
        <a:noFill/>
      </a:spPr>
      <a:bodyPr wrap="none" rtlCol="0">
        <a:spAutoFit/>
      </a:bodyPr>
      <a:lstStyle>
        <a:defPPr algn="l">
          <a:defRPr kumimoji="1" sz="2400" dirty="0" smtClean="0">
            <a:solidFill>
              <a:schemeClr val="tx1">
                <a:lumMod val="90000"/>
                <a:lumOff val="10000"/>
              </a:schemeClr>
            </a:solidFill>
          </a:defRPr>
        </a:defPPr>
      </a:lstStyle>
    </a:txDef>
  </a:objectDefaults>
  <a:extraClrSchemeLst/>
  <a:extLst>
    <a:ext uri="{05A4C25C-085E-4340-85A3-A5531E510DB2}">
      <thm15:themeFamily xmlns:thm15="http://schemas.microsoft.com/office/thememl/2012/main" name="Verilogの基礎その1" id="{2A5E5237-A4AE-4036-A74E-16D4BEAFC873}" vid="{8767C081-0D16-44D3-A297-475E5EE253B0}"/>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Verilogの基礎その1</Template>
  <TotalTime>5645</TotalTime>
  <Words>2587</Words>
  <Application>Microsoft Office PowerPoint</Application>
  <PresentationFormat>ワイド画面</PresentationFormat>
  <Paragraphs>531</Paragraphs>
  <Slides>43</Slides>
  <Notes>2</Notes>
  <HiddenSlides>3</HiddenSlides>
  <MMClips>2</MMClips>
  <ScaleCrop>false</ScaleCrop>
  <HeadingPairs>
    <vt:vector size="6" baseType="variant">
      <vt:variant>
        <vt:lpstr>使用されているフォント</vt:lpstr>
      </vt:variant>
      <vt:variant>
        <vt:i4>5</vt:i4>
      </vt:variant>
      <vt:variant>
        <vt:lpstr>テーマ</vt:lpstr>
      </vt:variant>
      <vt:variant>
        <vt:i4>1</vt:i4>
      </vt:variant>
      <vt:variant>
        <vt:lpstr>スライド タイトル</vt:lpstr>
      </vt:variant>
      <vt:variant>
        <vt:i4>43</vt:i4>
      </vt:variant>
    </vt:vector>
  </HeadingPairs>
  <TitlesOfParts>
    <vt:vector size="49" baseType="lpstr">
      <vt:lpstr>BIZ UDPゴシック</vt:lpstr>
      <vt:lpstr>游ゴシック</vt:lpstr>
      <vt:lpstr>Arial</vt:lpstr>
      <vt:lpstr>Cambria Math</vt:lpstr>
      <vt:lpstr>Consolas</vt:lpstr>
      <vt:lpstr>16-9最新版</vt:lpstr>
      <vt:lpstr>ΔΣ変調器のADC</vt:lpstr>
      <vt:lpstr>目次</vt:lpstr>
      <vt:lpstr>PWMを用いたLEDの調光</vt:lpstr>
      <vt:lpstr>PWM (Pulse Width Modulation)とは?</vt:lpstr>
      <vt:lpstr>PWMの作り方</vt:lpstr>
      <vt:lpstr>回路</vt:lpstr>
      <vt:lpstr>Verilogコード</vt:lpstr>
      <vt:lpstr>Verilogコード</vt:lpstr>
      <vt:lpstr>ピンアサイン</vt:lpstr>
      <vt:lpstr>動作</vt:lpstr>
      <vt:lpstr>Verilogコード</vt:lpstr>
      <vt:lpstr>動作</vt:lpstr>
      <vt:lpstr>ΔΣのその前に</vt:lpstr>
      <vt:lpstr>連続信号と離散信号</vt:lpstr>
      <vt:lpstr>ナイキスト周波数</vt:lpstr>
      <vt:lpstr>遅延要素z-1</vt:lpstr>
      <vt:lpstr>ΔΣ変調</vt:lpstr>
      <vt:lpstr>まず初めにΔがあった</vt:lpstr>
      <vt:lpstr>Δは微分なのでもとに戻す積分(Σ）がついた</vt:lpstr>
      <vt:lpstr>もう少し考えてみる</vt:lpstr>
      <vt:lpstr>2値化器の誤差を打ち消して伝送したくなった</vt:lpstr>
      <vt:lpstr>Δ変調器をもう少し考える1</vt:lpstr>
      <vt:lpstr>Δ変調器をもう少し考える２</vt:lpstr>
      <vt:lpstr>Δ変調器の積分器の位置を更に変える</vt:lpstr>
      <vt:lpstr>量子化器の無いΔΣを考える</vt:lpstr>
      <vt:lpstr>ΔΣ変調器</vt:lpstr>
      <vt:lpstr>ΔΣ変調器の解析</vt:lpstr>
      <vt:lpstr>ΔΣ変調器の出力から元の信号を得る</vt:lpstr>
      <vt:lpstr>ΔΣ変調のシミュレーション</vt:lpstr>
      <vt:lpstr>回路をよく見てみる1</vt:lpstr>
      <vt:lpstr>回路をよく見てみる2</vt:lpstr>
      <vt:lpstr>回路をよく見てみる3</vt:lpstr>
      <vt:lpstr>パッシブ素子だけでΔΣ</vt:lpstr>
      <vt:lpstr>シミュレーション結果</vt:lpstr>
      <vt:lpstr>FPGAでΔΣ変調</vt:lpstr>
      <vt:lpstr>回路</vt:lpstr>
      <vt:lpstr>Verilogコード</vt:lpstr>
      <vt:lpstr>ピンアサイン</vt:lpstr>
      <vt:lpstr>FPGAのΔΣ変調と復調結果</vt:lpstr>
      <vt:lpstr>まとめ</vt:lpstr>
      <vt:lpstr>組み合わせ回路と順序回路</vt:lpstr>
      <vt:lpstr>同期式順序回路と非同期式順序回路</vt:lpstr>
      <vt:lpstr>Δ変調器をもう少し考える</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政大 福岡</dc:creator>
  <cp:lastModifiedBy>qacc6844 / 福岡 政大 / Masahiro Fukuoka</cp:lastModifiedBy>
  <cp:revision>239</cp:revision>
  <dcterms:created xsi:type="dcterms:W3CDTF">2026-05-27T13:31:36Z</dcterms:created>
  <dcterms:modified xsi:type="dcterms:W3CDTF">2026-07-09T10:21:32Z</dcterms:modified>
</cp:coreProperties>
</file>